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Barlow ExtraLight"/>
      <p:regular r:id="rId13"/>
      <p:bold r:id="rId14"/>
      <p:italic r:id="rId15"/>
      <p:boldItalic r:id="rId16"/>
    </p:embeddedFont>
    <p:embeddedFont>
      <p:font typeface="Hepta Slab Medium"/>
      <p:regular r:id="rId17"/>
      <p:bold r:id="rId18"/>
    </p:embeddedFont>
    <p:embeddedFont>
      <p:font typeface="Hepta Slab Light"/>
      <p:regular r:id="rId19"/>
      <p:bold r:id="rId20"/>
    </p:embeddedFont>
    <p:embeddedFont>
      <p:font typeface="Hepta Slab"/>
      <p:regular r:id="rId21"/>
      <p:bold r:id="rId22"/>
    </p:embeddedFont>
    <p:embeddedFont>
      <p:font typeface="Barlow Medium"/>
      <p:regular r:id="rId23"/>
      <p:bold r:id="rId24"/>
      <p:italic r:id="rId25"/>
      <p:boldItalic r:id="rId26"/>
    </p:embeddedFont>
    <p:embeddedFont>
      <p:font typeface="Barlow Light"/>
      <p:regular r:id="rId27"/>
      <p:bold r:id="rId28"/>
      <p:italic r:id="rId29"/>
      <p:boldItalic r:id="rId30"/>
    </p:embeddedFont>
    <p:embeddedFont>
      <p:font typeface="Barlow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5" roundtripDataSignature="AMtx7mgy5yY8kro7esBjt4Nlh5iqXaDg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ptaSlabLight-bold.fntdata"/><Relationship Id="rId22" Type="http://schemas.openxmlformats.org/officeDocument/2006/relationships/font" Target="fonts/HeptaSlab-bold.fntdata"/><Relationship Id="rId21" Type="http://schemas.openxmlformats.org/officeDocument/2006/relationships/font" Target="fonts/HeptaSlab-regular.fntdata"/><Relationship Id="rId24" Type="http://schemas.openxmlformats.org/officeDocument/2006/relationships/font" Target="fonts/BarlowMedium-bold.fntdata"/><Relationship Id="rId23" Type="http://schemas.openxmlformats.org/officeDocument/2006/relationships/font" Target="fonts/Barlow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BarlowMedium-boldItalic.fntdata"/><Relationship Id="rId25" Type="http://schemas.openxmlformats.org/officeDocument/2006/relationships/font" Target="fonts/BarlowMedium-italic.fntdata"/><Relationship Id="rId28" Type="http://schemas.openxmlformats.org/officeDocument/2006/relationships/font" Target="fonts/BarlowLight-bold.fntdata"/><Relationship Id="rId27" Type="http://schemas.openxmlformats.org/officeDocument/2006/relationships/font" Target="fonts/BarlowLight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BarlowLight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Barlow-regular.fntdata"/><Relationship Id="rId30" Type="http://schemas.openxmlformats.org/officeDocument/2006/relationships/font" Target="fonts/BarlowLight-boldItalic.fntdata"/><Relationship Id="rId11" Type="http://schemas.openxmlformats.org/officeDocument/2006/relationships/slide" Target="slides/slide6.xml"/><Relationship Id="rId33" Type="http://schemas.openxmlformats.org/officeDocument/2006/relationships/font" Target="fonts/Barlow-italic.fntdata"/><Relationship Id="rId10" Type="http://schemas.openxmlformats.org/officeDocument/2006/relationships/slide" Target="slides/slide5.xml"/><Relationship Id="rId32" Type="http://schemas.openxmlformats.org/officeDocument/2006/relationships/font" Target="fonts/Barlow-bold.fntdata"/><Relationship Id="rId13" Type="http://schemas.openxmlformats.org/officeDocument/2006/relationships/font" Target="fonts/BarlowExtraLight-regular.fntdata"/><Relationship Id="rId35" Type="http://customschemas.google.com/relationships/presentationmetadata" Target="metadata"/><Relationship Id="rId12" Type="http://schemas.openxmlformats.org/officeDocument/2006/relationships/slide" Target="slides/slide7.xml"/><Relationship Id="rId34" Type="http://schemas.openxmlformats.org/officeDocument/2006/relationships/font" Target="fonts/Barlow-boldItalic.fntdata"/><Relationship Id="rId15" Type="http://schemas.openxmlformats.org/officeDocument/2006/relationships/font" Target="fonts/BarlowExtraLight-italic.fntdata"/><Relationship Id="rId14" Type="http://schemas.openxmlformats.org/officeDocument/2006/relationships/font" Target="fonts/BarlowExtraLight-bold.fntdata"/><Relationship Id="rId17" Type="http://schemas.openxmlformats.org/officeDocument/2006/relationships/font" Target="fonts/HeptaSlabMedium-regular.fntdata"/><Relationship Id="rId16" Type="http://schemas.openxmlformats.org/officeDocument/2006/relationships/font" Target="fonts/BarlowExtraLight-boldItalic.fntdata"/><Relationship Id="rId19" Type="http://schemas.openxmlformats.org/officeDocument/2006/relationships/font" Target="fonts/HeptaSlabLight-regular.fntdata"/><Relationship Id="rId18" Type="http://schemas.openxmlformats.org/officeDocument/2006/relationships/font" Target="fonts/HeptaSlab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3" name="Google Shape;33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Software </a:t>
            </a:r>
            <a:r>
              <a:rPr lang="en"/>
              <a:t>Quality Assurance ensures the backbone of successful software development. At the center of this process lie two crucial idea: software validation and verification.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42d93776e7_0_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g342d93776e7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42d93776e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342d93776e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42d93776e7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g342d93776e7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secHead">
  <p:cSld name="SECTION_HEADER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Hepta Slab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4064100" y="4335200"/>
            <a:ext cx="1015800" cy="266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2" type="subTitle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" name="Google Shape;14;p13"/>
          <p:cNvSpPr txBox="1"/>
          <p:nvPr/>
        </p:nvSpPr>
        <p:spPr>
          <a:xfrm>
            <a:off x="6907975" y="4749850"/>
            <a:ext cx="2197500" cy="3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Mishel Franklin Desilva</a:t>
            </a:r>
            <a:endParaRPr b="0" i="0" sz="1500" u="none" cap="none" strike="noStrike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4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" name="Google Shape;36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4" name="Google Shape;44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5" name="Google Shape;45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49" name="Google Shape;49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52" name="Google Shape;52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2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5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" name="Google Shape;59;p25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60" name="Google Shape;60;p25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61" name="Google Shape;61;p25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62" name="Google Shape;62;p25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63" name="Google Shape;63;p25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64" name="Google Shape;64;p25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68" name="Google Shape;68;p26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2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3" name="Google Shape;73;p27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74" name="Google Shape;74;p27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75" name="Google Shape;75;p27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6" name="Google Shape;76;p27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8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0" name="Google Shape;80;p28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1" name="Google Shape;81;p28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2" name="Google Shape;82;p2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3" name="Google Shape;83;p28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4" name="Google Shape;84;p28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5" name="Google Shape;85;p28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29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9" name="Google Shape;89;p29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90" name="Google Shape;90;p29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91" name="Google Shape;91;p29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92" name="Google Shape;92;p29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93" name="Google Shape;93;p29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4" name="Google Shape;94;p29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5" name="Google Shape;95;p29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6" name="Google Shape;96;p29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ONLY_1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30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1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3" name="Google Shape;103;p31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31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31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6" name="Google Shape;106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7" name="Google Shape;107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1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09" name="Google Shape;109;p31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2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32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32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32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5" name="Google Shape;115;p32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32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2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0" name="Google Shape;120;p32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1" name="Google Shape;121;p32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3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" name="Google Shape;127;p34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34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34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34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34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34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3" name="Google Shape;133;p34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4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34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34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BLANK_1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5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39" name="Google Shape;139;p35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800"/>
              <a:buNone/>
              <a:defRPr sz="128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7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/ Content" type="tx">
  <p:cSld name="TITLE_AND_BODY">
    <p:bg>
      <p:bgPr>
        <a:solidFill>
          <a:schemeClr val="accent4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idx="1" type="subTitle"/>
          </p:nvPr>
        </p:nvSpPr>
        <p:spPr>
          <a:xfrm>
            <a:off x="475075" y="309225"/>
            <a:ext cx="3655200" cy="3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2" type="body"/>
          </p:nvPr>
        </p:nvSpPr>
        <p:spPr>
          <a:xfrm>
            <a:off x="711097" y="980554"/>
            <a:ext cx="9261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44" name="Google Shape;144;p36"/>
          <p:cNvSpPr txBox="1"/>
          <p:nvPr>
            <p:ph idx="3" type="subTitle"/>
          </p:nvPr>
        </p:nvSpPr>
        <p:spPr>
          <a:xfrm>
            <a:off x="1699221" y="980279"/>
            <a:ext cx="23622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5" name="Google Shape;145;p36"/>
          <p:cNvSpPr txBox="1"/>
          <p:nvPr>
            <p:ph idx="4" type="body"/>
          </p:nvPr>
        </p:nvSpPr>
        <p:spPr>
          <a:xfrm>
            <a:off x="2285797" y="1226054"/>
            <a:ext cx="1775700" cy="11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46" name="Google Shape;146;p36"/>
          <p:cNvSpPr txBox="1"/>
          <p:nvPr>
            <p:ph idx="5" type="body"/>
          </p:nvPr>
        </p:nvSpPr>
        <p:spPr>
          <a:xfrm>
            <a:off x="711097" y="2222666"/>
            <a:ext cx="9261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47" name="Google Shape;147;p36"/>
          <p:cNvSpPr txBox="1"/>
          <p:nvPr>
            <p:ph idx="6" type="subTitle"/>
          </p:nvPr>
        </p:nvSpPr>
        <p:spPr>
          <a:xfrm>
            <a:off x="1699221" y="2222391"/>
            <a:ext cx="23622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8" name="Google Shape;148;p36"/>
          <p:cNvSpPr txBox="1"/>
          <p:nvPr>
            <p:ph idx="7" type="body"/>
          </p:nvPr>
        </p:nvSpPr>
        <p:spPr>
          <a:xfrm>
            <a:off x="2285797" y="2468166"/>
            <a:ext cx="17757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49" name="Google Shape;149;p36"/>
          <p:cNvSpPr txBox="1"/>
          <p:nvPr>
            <p:ph idx="8" type="body"/>
          </p:nvPr>
        </p:nvSpPr>
        <p:spPr>
          <a:xfrm>
            <a:off x="711097" y="3219093"/>
            <a:ext cx="9261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0" name="Google Shape;150;p36"/>
          <p:cNvSpPr txBox="1"/>
          <p:nvPr>
            <p:ph idx="9" type="subTitle"/>
          </p:nvPr>
        </p:nvSpPr>
        <p:spPr>
          <a:xfrm>
            <a:off x="1699221" y="3218818"/>
            <a:ext cx="23622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1" name="Google Shape;151;p36"/>
          <p:cNvSpPr txBox="1"/>
          <p:nvPr>
            <p:ph idx="13" type="body"/>
          </p:nvPr>
        </p:nvSpPr>
        <p:spPr>
          <a:xfrm>
            <a:off x="2285797" y="3464593"/>
            <a:ext cx="17757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52" name="Google Shape;152;p36"/>
          <p:cNvSpPr txBox="1"/>
          <p:nvPr>
            <p:ph idx="14" type="body"/>
          </p:nvPr>
        </p:nvSpPr>
        <p:spPr>
          <a:xfrm>
            <a:off x="4746581" y="980554"/>
            <a:ext cx="9261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3" name="Google Shape;153;p36"/>
          <p:cNvSpPr txBox="1"/>
          <p:nvPr>
            <p:ph idx="15" type="subTitle"/>
          </p:nvPr>
        </p:nvSpPr>
        <p:spPr>
          <a:xfrm>
            <a:off x="5734705" y="980279"/>
            <a:ext cx="23622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4" name="Google Shape;154;p36"/>
          <p:cNvSpPr txBox="1"/>
          <p:nvPr>
            <p:ph idx="16" type="body"/>
          </p:nvPr>
        </p:nvSpPr>
        <p:spPr>
          <a:xfrm>
            <a:off x="6321281" y="1226054"/>
            <a:ext cx="1775700" cy="11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55" name="Google Shape;155;p36"/>
          <p:cNvSpPr txBox="1"/>
          <p:nvPr>
            <p:ph idx="17" type="body"/>
          </p:nvPr>
        </p:nvSpPr>
        <p:spPr>
          <a:xfrm>
            <a:off x="4746581" y="2222666"/>
            <a:ext cx="9261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6" name="Google Shape;156;p36"/>
          <p:cNvSpPr txBox="1"/>
          <p:nvPr>
            <p:ph idx="18" type="subTitle"/>
          </p:nvPr>
        </p:nvSpPr>
        <p:spPr>
          <a:xfrm>
            <a:off x="5734705" y="2222391"/>
            <a:ext cx="23622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7" name="Google Shape;157;p36"/>
          <p:cNvSpPr txBox="1"/>
          <p:nvPr>
            <p:ph idx="19" type="body"/>
          </p:nvPr>
        </p:nvSpPr>
        <p:spPr>
          <a:xfrm>
            <a:off x="6321281" y="2468166"/>
            <a:ext cx="17757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58" name="Google Shape;158;p36"/>
          <p:cNvSpPr txBox="1"/>
          <p:nvPr>
            <p:ph idx="20" type="body"/>
          </p:nvPr>
        </p:nvSpPr>
        <p:spPr>
          <a:xfrm>
            <a:off x="4746581" y="3219093"/>
            <a:ext cx="9261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9" name="Google Shape;159;p36"/>
          <p:cNvSpPr txBox="1"/>
          <p:nvPr>
            <p:ph idx="21" type="subTitle"/>
          </p:nvPr>
        </p:nvSpPr>
        <p:spPr>
          <a:xfrm>
            <a:off x="5734705" y="3218818"/>
            <a:ext cx="23622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60" name="Google Shape;160;p36"/>
          <p:cNvSpPr txBox="1"/>
          <p:nvPr>
            <p:ph idx="22" type="body"/>
          </p:nvPr>
        </p:nvSpPr>
        <p:spPr>
          <a:xfrm>
            <a:off x="6321281" y="3464593"/>
            <a:ext cx="17757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61" name="Google Shape;161;p3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60">
          <p15:clr>
            <a:srgbClr val="E46962"/>
          </p15:clr>
        </p15:guide>
        <p15:guide id="2" orient="horz" pos="360">
          <p15:clr>
            <a:srgbClr val="E46962"/>
          </p15:clr>
        </p15:guide>
        <p15:guide id="3" orient="horz" pos="1048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+ Image" type="twoColTx">
  <p:cSld name="TITLE_AND_TWO_COLUMNS">
    <p:bg>
      <p:bgPr>
        <a:solidFill>
          <a:schemeClr val="dk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7"/>
          <p:cNvSpPr txBox="1"/>
          <p:nvPr/>
        </p:nvSpPr>
        <p:spPr>
          <a:xfrm>
            <a:off x="6262625" y="1205946"/>
            <a:ext cx="2155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rPr>
              <a:t>Lorem ipsum dolor sit amet, consectetur adipiscing elit.</a:t>
            </a:r>
            <a:endParaRPr b="0" i="1" sz="700" u="none" cap="none" strike="noStrike">
              <a:solidFill>
                <a:schemeClr val="lt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165" name="Google Shape;165;p37"/>
          <p:cNvSpPr/>
          <p:nvPr>
            <p:ph idx="2" type="pic"/>
          </p:nvPr>
        </p:nvSpPr>
        <p:spPr>
          <a:xfrm>
            <a:off x="3915225" y="1631250"/>
            <a:ext cx="4441200" cy="3009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66" name="Google Shape;166;p37"/>
          <p:cNvSpPr txBox="1"/>
          <p:nvPr>
            <p:ph idx="1" type="body"/>
          </p:nvPr>
        </p:nvSpPr>
        <p:spPr>
          <a:xfrm>
            <a:off x="791150" y="1835400"/>
            <a:ext cx="20940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67" name="Google Shape;167;p37"/>
          <p:cNvSpPr txBox="1"/>
          <p:nvPr>
            <p:ph idx="3" type="subTitle"/>
          </p:nvPr>
        </p:nvSpPr>
        <p:spPr>
          <a:xfrm>
            <a:off x="791150" y="522625"/>
            <a:ext cx="3918300" cy="10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68" name="Google Shape;168;p3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 text">
  <p:cSld name="TITLE_AND_TWO_COLUMNS_1">
    <p:bg>
      <p:bgPr>
        <a:solidFill>
          <a:schemeClr val="dk1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8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8"/>
          <p:cNvSpPr txBox="1"/>
          <p:nvPr>
            <p:ph idx="1" type="subTitle"/>
          </p:nvPr>
        </p:nvSpPr>
        <p:spPr>
          <a:xfrm>
            <a:off x="791150" y="522625"/>
            <a:ext cx="5173200" cy="9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72" name="Google Shape;172;p38"/>
          <p:cNvSpPr txBox="1"/>
          <p:nvPr>
            <p:ph idx="2" type="body"/>
          </p:nvPr>
        </p:nvSpPr>
        <p:spPr>
          <a:xfrm>
            <a:off x="685450" y="2180950"/>
            <a:ext cx="3579600" cy="23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3" name="Google Shape;173;p38"/>
          <p:cNvSpPr txBox="1"/>
          <p:nvPr>
            <p:ph idx="3" type="body"/>
          </p:nvPr>
        </p:nvSpPr>
        <p:spPr>
          <a:xfrm>
            <a:off x="4601077" y="2180950"/>
            <a:ext cx="3579600" cy="23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4" name="Google Shape;174;p38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/ Company Overview" type="titleOnly">
  <p:cSld name="TITLE_ONLY">
    <p:bg>
      <p:bgPr>
        <a:solidFill>
          <a:schemeClr val="accent4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9"/>
          <p:cNvSpPr/>
          <p:nvPr>
            <p:ph idx="2" type="pic"/>
          </p:nvPr>
        </p:nvSpPr>
        <p:spPr>
          <a:xfrm>
            <a:off x="791150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39"/>
          <p:cNvSpPr/>
          <p:nvPr>
            <p:ph idx="3" type="pic"/>
          </p:nvPr>
        </p:nvSpPr>
        <p:spPr>
          <a:xfrm>
            <a:off x="2355375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8" name="Google Shape;178;p39"/>
          <p:cNvSpPr/>
          <p:nvPr>
            <p:ph idx="4" type="pic"/>
          </p:nvPr>
        </p:nvSpPr>
        <p:spPr>
          <a:xfrm>
            <a:off x="3921313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39"/>
          <p:cNvSpPr/>
          <p:nvPr>
            <p:ph idx="5" type="pic"/>
          </p:nvPr>
        </p:nvSpPr>
        <p:spPr>
          <a:xfrm>
            <a:off x="5491588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39"/>
          <p:cNvSpPr txBox="1"/>
          <p:nvPr>
            <p:ph idx="1" type="body"/>
          </p:nvPr>
        </p:nvSpPr>
        <p:spPr>
          <a:xfrm>
            <a:off x="680850" y="3443850"/>
            <a:ext cx="3074700" cy="10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4064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4064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4064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4064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4064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4064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406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4064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81" name="Google Shape;181;p39"/>
          <p:cNvSpPr txBox="1"/>
          <p:nvPr>
            <p:ph idx="6" type="body"/>
          </p:nvPr>
        </p:nvSpPr>
        <p:spPr>
          <a:xfrm>
            <a:off x="4123900" y="3443850"/>
            <a:ext cx="4030200" cy="11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82" name="Google Shape;182;p39"/>
          <p:cNvSpPr txBox="1"/>
          <p:nvPr>
            <p:ph idx="7" type="body"/>
          </p:nvPr>
        </p:nvSpPr>
        <p:spPr>
          <a:xfrm>
            <a:off x="705088" y="2737270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3" name="Google Shape;183;p39"/>
          <p:cNvSpPr txBox="1"/>
          <p:nvPr>
            <p:ph idx="8" type="body"/>
          </p:nvPr>
        </p:nvSpPr>
        <p:spPr>
          <a:xfrm>
            <a:off x="2258888" y="2737270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4" name="Google Shape;184;p39"/>
          <p:cNvSpPr txBox="1"/>
          <p:nvPr>
            <p:ph idx="9" type="body"/>
          </p:nvPr>
        </p:nvSpPr>
        <p:spPr>
          <a:xfrm>
            <a:off x="3827513" y="2737270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5" name="Google Shape;185;p39"/>
          <p:cNvSpPr txBox="1"/>
          <p:nvPr>
            <p:ph idx="13" type="body"/>
          </p:nvPr>
        </p:nvSpPr>
        <p:spPr>
          <a:xfrm>
            <a:off x="5395113" y="2737270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6" name="Google Shape;186;p39"/>
          <p:cNvSpPr txBox="1"/>
          <p:nvPr>
            <p:ph idx="14" type="body"/>
          </p:nvPr>
        </p:nvSpPr>
        <p:spPr>
          <a:xfrm>
            <a:off x="705091" y="2464123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7" name="Google Shape;187;p39"/>
          <p:cNvSpPr txBox="1"/>
          <p:nvPr>
            <p:ph idx="15" type="body"/>
          </p:nvPr>
        </p:nvSpPr>
        <p:spPr>
          <a:xfrm>
            <a:off x="2258891" y="2464123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8" name="Google Shape;188;p39"/>
          <p:cNvSpPr txBox="1"/>
          <p:nvPr>
            <p:ph idx="16" type="body"/>
          </p:nvPr>
        </p:nvSpPr>
        <p:spPr>
          <a:xfrm>
            <a:off x="3827003" y="2464123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9" name="Google Shape;189;p39"/>
          <p:cNvSpPr txBox="1"/>
          <p:nvPr>
            <p:ph idx="17" type="body"/>
          </p:nvPr>
        </p:nvSpPr>
        <p:spPr>
          <a:xfrm>
            <a:off x="5396128" y="2464123"/>
            <a:ext cx="1294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90" name="Google Shape;190;p39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etitive Landscape">
  <p:cSld name="ONE_COLUMN_TEXT">
    <p:bg>
      <p:bgPr>
        <a:solidFill>
          <a:schemeClr val="dk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0"/>
          <p:cNvSpPr txBox="1"/>
          <p:nvPr>
            <p:ph idx="1" type="body"/>
          </p:nvPr>
        </p:nvSpPr>
        <p:spPr>
          <a:xfrm>
            <a:off x="791150" y="738025"/>
            <a:ext cx="3918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3" name="Google Shape;193;p40"/>
          <p:cNvSpPr txBox="1"/>
          <p:nvPr>
            <p:ph idx="2" type="subTitle"/>
          </p:nvPr>
        </p:nvSpPr>
        <p:spPr>
          <a:xfrm>
            <a:off x="791150" y="522625"/>
            <a:ext cx="391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94" name="Google Shape;194;p40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rket Trends + Data">
  <p:cSld name="MAIN_POINT">
    <p:bg>
      <p:bgPr>
        <a:solidFill>
          <a:schemeClr val="dk1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1"/>
          <p:cNvSpPr txBox="1"/>
          <p:nvPr>
            <p:ph idx="1" type="subTitle"/>
          </p:nvPr>
        </p:nvSpPr>
        <p:spPr>
          <a:xfrm>
            <a:off x="690250" y="415625"/>
            <a:ext cx="1261800" cy="2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97" name="Google Shape;197;p41"/>
          <p:cNvSpPr txBox="1"/>
          <p:nvPr>
            <p:ph idx="2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9pPr>
          </a:lstStyle>
          <a:p/>
        </p:txBody>
      </p:sp>
      <p:sp>
        <p:nvSpPr>
          <p:cNvPr id="198" name="Google Shape;198;p41"/>
          <p:cNvSpPr txBox="1"/>
          <p:nvPr>
            <p:ph idx="3" type="body"/>
          </p:nvPr>
        </p:nvSpPr>
        <p:spPr>
          <a:xfrm>
            <a:off x="480425" y="534275"/>
            <a:ext cx="4878300" cy="191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9" name="Google Shape;199;p41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60">
          <p15:clr>
            <a:srgbClr val="E46962"/>
          </p15:clr>
        </p15:guide>
        <p15:guide id="2" orient="horz" pos="347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WOT Analysis">
  <p:cSld name="CUSTOM_14">
    <p:bg>
      <p:bgPr>
        <a:solidFill>
          <a:schemeClr val="dk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2"/>
          <p:cNvSpPr txBox="1"/>
          <p:nvPr>
            <p:ph type="title"/>
          </p:nvPr>
        </p:nvSpPr>
        <p:spPr>
          <a:xfrm>
            <a:off x="723861" y="1584738"/>
            <a:ext cx="26706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2" name="Google Shape;202;p42"/>
          <p:cNvSpPr txBox="1"/>
          <p:nvPr>
            <p:ph idx="2" type="title"/>
          </p:nvPr>
        </p:nvSpPr>
        <p:spPr>
          <a:xfrm>
            <a:off x="723861" y="2390981"/>
            <a:ext cx="26706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3" name="Google Shape;203;p42"/>
          <p:cNvSpPr txBox="1"/>
          <p:nvPr>
            <p:ph idx="3" type="title"/>
          </p:nvPr>
        </p:nvSpPr>
        <p:spPr>
          <a:xfrm>
            <a:off x="723861" y="3157931"/>
            <a:ext cx="26706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4" name="Google Shape;204;p42"/>
          <p:cNvSpPr txBox="1"/>
          <p:nvPr>
            <p:ph idx="4" type="title"/>
          </p:nvPr>
        </p:nvSpPr>
        <p:spPr>
          <a:xfrm>
            <a:off x="723861" y="3954905"/>
            <a:ext cx="26706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5" name="Google Shape;205;p42"/>
          <p:cNvSpPr txBox="1"/>
          <p:nvPr>
            <p:ph idx="1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06" name="Google Shape;206;p42"/>
          <p:cNvSpPr txBox="1"/>
          <p:nvPr>
            <p:ph idx="5" type="body"/>
          </p:nvPr>
        </p:nvSpPr>
        <p:spPr>
          <a:xfrm>
            <a:off x="480425" y="610475"/>
            <a:ext cx="4878300" cy="3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3111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21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857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79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07" name="Google Shape;207;p42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/ Thank You">
  <p:cSld name="CUSTOM_13">
    <p:bg>
      <p:bgPr>
        <a:solidFill>
          <a:schemeClr val="lt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3"/>
          <p:cNvSpPr txBox="1"/>
          <p:nvPr>
            <p:ph type="title"/>
          </p:nvPr>
        </p:nvSpPr>
        <p:spPr>
          <a:xfrm>
            <a:off x="455221" y="1321125"/>
            <a:ext cx="5094600" cy="17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10" name="Google Shape;210;p43"/>
          <p:cNvSpPr txBox="1"/>
          <p:nvPr>
            <p:ph idx="1" type="body"/>
          </p:nvPr>
        </p:nvSpPr>
        <p:spPr>
          <a:xfrm>
            <a:off x="567029" y="4500404"/>
            <a:ext cx="1015800" cy="2661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11" name="Google Shape;211;p4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TITLE_AND_DESCRIPTION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4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Font typeface="Hepta Slab Medium"/>
              <a:buNone/>
              <a:defRPr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14" name="Google Shape;214;p44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15" name="Google Shape;215;p4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rket Size / Pie Graph">
  <p:cSld name="CAPTION_ONLY">
    <p:bg>
      <p:bgPr>
        <a:solidFill>
          <a:schemeClr val="dk1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5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5"/>
          <p:cNvSpPr txBox="1"/>
          <p:nvPr>
            <p:ph idx="1" type="subTitle"/>
          </p:nvPr>
        </p:nvSpPr>
        <p:spPr>
          <a:xfrm>
            <a:off x="791150" y="522625"/>
            <a:ext cx="4977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 sz="3600"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19" name="Google Shape;219;p45"/>
          <p:cNvSpPr txBox="1"/>
          <p:nvPr>
            <p:ph idx="2" type="body"/>
          </p:nvPr>
        </p:nvSpPr>
        <p:spPr>
          <a:xfrm>
            <a:off x="714950" y="1989025"/>
            <a:ext cx="2792400" cy="28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220" name="Google Shape;220;p45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1" name="Google Shape;221;p45"/>
          <p:cNvSpPr/>
          <p:nvPr/>
        </p:nvSpPr>
        <p:spPr>
          <a:xfrm>
            <a:off x="4416275" y="1976923"/>
            <a:ext cx="4045200" cy="2871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5"/>
          <p:cNvSpPr/>
          <p:nvPr/>
        </p:nvSpPr>
        <p:spPr>
          <a:xfrm rot="444408">
            <a:off x="5636457" y="2500588"/>
            <a:ext cx="1505663" cy="1505327"/>
          </a:xfrm>
          <a:prstGeom prst="pie">
            <a:avLst>
              <a:gd fmla="val 8241844" name="adj1"/>
              <a:gd fmla="val 12554936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fferentiators / 4 column text">
  <p:cSld name="BIG_NUMBER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6"/>
          <p:cNvSpPr/>
          <p:nvPr/>
        </p:nvSpPr>
        <p:spPr>
          <a:xfrm>
            <a:off x="0" y="1324925"/>
            <a:ext cx="4572000" cy="1910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6"/>
          <p:cNvSpPr/>
          <p:nvPr/>
        </p:nvSpPr>
        <p:spPr>
          <a:xfrm>
            <a:off x="0" y="3235076"/>
            <a:ext cx="4572000" cy="1914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6"/>
          <p:cNvSpPr/>
          <p:nvPr/>
        </p:nvSpPr>
        <p:spPr>
          <a:xfrm>
            <a:off x="4571892" y="3235076"/>
            <a:ext cx="4572000" cy="191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6"/>
          <p:cNvSpPr/>
          <p:nvPr/>
        </p:nvSpPr>
        <p:spPr>
          <a:xfrm>
            <a:off x="4571892" y="1324925"/>
            <a:ext cx="4572000" cy="1910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6"/>
          <p:cNvSpPr txBox="1"/>
          <p:nvPr>
            <p:ph idx="1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29" name="Google Shape;229;p46"/>
          <p:cNvSpPr txBox="1"/>
          <p:nvPr>
            <p:ph idx="2" type="body"/>
          </p:nvPr>
        </p:nvSpPr>
        <p:spPr>
          <a:xfrm>
            <a:off x="480425" y="610475"/>
            <a:ext cx="4878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30" name="Google Shape;230;p4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blank">
  <p:cSld name="BLANK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7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33" name="Google Shape;233;p47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34" name="Google Shape;234;p4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 text">
  <p:cSld name="TITLE_1">
    <p:bg>
      <p:bgPr>
        <a:solidFill>
          <a:schemeClr val="dk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8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8"/>
          <p:cNvSpPr txBox="1"/>
          <p:nvPr>
            <p:ph idx="1" type="subTitle"/>
          </p:nvPr>
        </p:nvSpPr>
        <p:spPr>
          <a:xfrm>
            <a:off x="791150" y="522625"/>
            <a:ext cx="5938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Hepta Slab Medium"/>
              <a:buNone/>
              <a:defRPr sz="3600"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38" name="Google Shape;238;p48"/>
          <p:cNvSpPr txBox="1"/>
          <p:nvPr>
            <p:ph idx="2" type="body"/>
          </p:nvPr>
        </p:nvSpPr>
        <p:spPr>
          <a:xfrm>
            <a:off x="810075" y="2065225"/>
            <a:ext cx="7539900" cy="27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1pPr>
            <a:lvl2pPr indent="-4064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2pPr>
            <a:lvl3pPr indent="-4064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3pPr>
            <a:lvl4pPr indent="-4064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4pPr>
            <a:lvl5pPr indent="-4064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5pPr>
            <a:lvl6pPr indent="-4064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6pPr>
            <a:lvl7pPr indent="-4064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7pPr>
            <a:lvl8pPr indent="-406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8pPr>
            <a:lvl9pPr indent="-4064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9" name="Google Shape;239;p48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ackground Image + Text">
  <p:cSld name="CUSTOM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9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49"/>
          <p:cNvSpPr txBox="1"/>
          <p:nvPr>
            <p:ph idx="1" type="body"/>
          </p:nvPr>
        </p:nvSpPr>
        <p:spPr>
          <a:xfrm>
            <a:off x="4655675" y="956675"/>
            <a:ext cx="3965400" cy="77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274300" lIns="274300" spcFirstLastPara="1" rIns="27430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43" name="Google Shape;243;p49"/>
          <p:cNvSpPr txBox="1"/>
          <p:nvPr>
            <p:ph idx="3" type="subTitle"/>
          </p:nvPr>
        </p:nvSpPr>
        <p:spPr>
          <a:xfrm>
            <a:off x="4655675" y="522900"/>
            <a:ext cx="3965400" cy="44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b" bIns="0" lIns="274300" spcFirstLastPara="1" rIns="274300" wrap="square" tIns="2743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44" name="Google Shape;244;p49"/>
          <p:cNvSpPr txBox="1"/>
          <p:nvPr>
            <p:ph idx="4" type="body"/>
          </p:nvPr>
        </p:nvSpPr>
        <p:spPr>
          <a:xfrm>
            <a:off x="524350" y="4144800"/>
            <a:ext cx="1558800" cy="47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7150" lIns="137150" spcFirstLastPara="1" rIns="137150" wrap="square" tIns="13715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45" name="Google Shape;245;p4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+ Image">
  <p:cSld name="CUSTOM_1">
    <p:bg>
      <p:bgPr>
        <a:solidFill>
          <a:schemeClr val="lt2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0"/>
          <p:cNvSpPr/>
          <p:nvPr>
            <p:ph idx="2" type="pic"/>
          </p:nvPr>
        </p:nvSpPr>
        <p:spPr>
          <a:xfrm>
            <a:off x="5485725" y="523025"/>
            <a:ext cx="3135300" cy="4097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48" name="Google Shape;248;p50"/>
          <p:cNvSpPr txBox="1"/>
          <p:nvPr>
            <p:ph type="title"/>
          </p:nvPr>
        </p:nvSpPr>
        <p:spPr>
          <a:xfrm>
            <a:off x="591441" y="391675"/>
            <a:ext cx="4397400" cy="3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1" type="body"/>
          </p:nvPr>
        </p:nvSpPr>
        <p:spPr>
          <a:xfrm>
            <a:off x="638750" y="4413181"/>
            <a:ext cx="5537100" cy="31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0" name="Google Shape;250;p50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oals + 5 Images">
  <p:cSld name="CUSTOM_2">
    <p:bg>
      <p:bgPr>
        <a:solidFill>
          <a:schemeClr val="dk1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51"/>
          <p:cNvSpPr txBox="1"/>
          <p:nvPr>
            <p:ph idx="1" type="body"/>
          </p:nvPr>
        </p:nvSpPr>
        <p:spPr>
          <a:xfrm>
            <a:off x="5481425" y="2715575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3" name="Google Shape;253;p51"/>
          <p:cNvSpPr txBox="1"/>
          <p:nvPr>
            <p:ph idx="2" type="body"/>
          </p:nvPr>
        </p:nvSpPr>
        <p:spPr>
          <a:xfrm>
            <a:off x="3918400" y="2715725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4" name="Google Shape;254;p51"/>
          <p:cNvSpPr txBox="1"/>
          <p:nvPr>
            <p:ph idx="3" type="body"/>
          </p:nvPr>
        </p:nvSpPr>
        <p:spPr>
          <a:xfrm>
            <a:off x="2349550" y="2715575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5" name="Google Shape;255;p51"/>
          <p:cNvSpPr txBox="1"/>
          <p:nvPr>
            <p:ph idx="4" type="body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5" type="body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7" name="Google Shape;257;p51"/>
          <p:cNvSpPr txBox="1"/>
          <p:nvPr>
            <p:ph idx="6" type="body"/>
          </p:nvPr>
        </p:nvSpPr>
        <p:spPr>
          <a:xfrm>
            <a:off x="7044450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cxnSp>
        <p:nvCxnSpPr>
          <p:cNvPr id="258" name="Google Shape;258;p51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9" name="Google Shape;259;p51"/>
          <p:cNvSpPr/>
          <p:nvPr>
            <p:ph idx="7" type="pic"/>
          </p:nvPr>
        </p:nvSpPr>
        <p:spPr>
          <a:xfrm>
            <a:off x="7049625" y="5230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0" name="Google Shape;260;p51"/>
          <p:cNvSpPr/>
          <p:nvPr>
            <p:ph idx="8" type="pic"/>
          </p:nvPr>
        </p:nvSpPr>
        <p:spPr>
          <a:xfrm>
            <a:off x="784775" y="5221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1" name="Google Shape;261;p51"/>
          <p:cNvSpPr/>
          <p:nvPr>
            <p:ph idx="9" type="pic"/>
          </p:nvPr>
        </p:nvSpPr>
        <p:spPr>
          <a:xfrm>
            <a:off x="2343950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2" name="Google Shape;262;p51"/>
          <p:cNvSpPr/>
          <p:nvPr>
            <p:ph idx="13" type="pic"/>
          </p:nvPr>
        </p:nvSpPr>
        <p:spPr>
          <a:xfrm>
            <a:off x="3915213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3" name="Google Shape;263;p51"/>
          <p:cNvSpPr/>
          <p:nvPr>
            <p:ph idx="14" type="pic"/>
          </p:nvPr>
        </p:nvSpPr>
        <p:spPr>
          <a:xfrm>
            <a:off x="5490975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4" name="Google Shape;264;p51"/>
          <p:cNvSpPr txBox="1"/>
          <p:nvPr>
            <p:ph idx="15" type="body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65" name="Google Shape;265;p51"/>
          <p:cNvSpPr txBox="1"/>
          <p:nvPr>
            <p:ph idx="16" type="subTitle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66" name="Google Shape;266;p51"/>
          <p:cNvSpPr txBox="1"/>
          <p:nvPr>
            <p:ph idx="17" type="body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7" name="Google Shape;267;p51"/>
          <p:cNvSpPr txBox="1"/>
          <p:nvPr>
            <p:ph idx="18" type="body"/>
          </p:nvPr>
        </p:nvSpPr>
        <p:spPr>
          <a:xfrm>
            <a:off x="3915488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8" name="Google Shape;268;p51"/>
          <p:cNvSpPr txBox="1"/>
          <p:nvPr>
            <p:ph idx="19" type="body"/>
          </p:nvPr>
        </p:nvSpPr>
        <p:spPr>
          <a:xfrm>
            <a:off x="5479963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9" name="Google Shape;269;p51"/>
          <p:cNvSpPr txBox="1"/>
          <p:nvPr>
            <p:ph idx="20" type="body"/>
          </p:nvPr>
        </p:nvSpPr>
        <p:spPr>
          <a:xfrm>
            <a:off x="7047338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70" name="Google Shape;270;p51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rategy Canvas / Line Graph">
  <p:cSld name="CUSTOM_3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52"/>
          <p:cNvSpPr txBox="1"/>
          <p:nvPr>
            <p:ph idx="1" type="body"/>
          </p:nvPr>
        </p:nvSpPr>
        <p:spPr>
          <a:xfrm>
            <a:off x="3917825" y="4024920"/>
            <a:ext cx="4441200" cy="5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73" name="Google Shape;273;p52"/>
          <p:cNvSpPr txBox="1"/>
          <p:nvPr>
            <p:ph idx="2" type="subTitle"/>
          </p:nvPr>
        </p:nvSpPr>
        <p:spPr>
          <a:xfrm>
            <a:off x="783675" y="3967895"/>
            <a:ext cx="2877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74" name="Google Shape;274;p52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CUSTOM_4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53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77" name="Google Shape;277;p53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78" name="Google Shape;278;p5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PIs / Objectives">
  <p:cSld name="CUSTOM_5">
    <p:bg>
      <p:bgPr>
        <a:solidFill>
          <a:schemeClr val="dk1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4"/>
          <p:cNvSpPr/>
          <p:nvPr/>
        </p:nvSpPr>
        <p:spPr>
          <a:xfrm rot="-5400000">
            <a:off x="4090300" y="-436575"/>
            <a:ext cx="4099200" cy="6015000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4"/>
          <p:cNvSpPr txBox="1"/>
          <p:nvPr>
            <p:ph idx="1" type="body"/>
          </p:nvPr>
        </p:nvSpPr>
        <p:spPr>
          <a:xfrm>
            <a:off x="3918400" y="3680775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2" name="Google Shape;282;p54"/>
          <p:cNvSpPr txBox="1"/>
          <p:nvPr>
            <p:ph idx="2" type="body"/>
          </p:nvPr>
        </p:nvSpPr>
        <p:spPr>
          <a:xfrm>
            <a:off x="3918400" y="3780825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3" name="Google Shape;283;p54"/>
          <p:cNvSpPr txBox="1"/>
          <p:nvPr>
            <p:ph idx="3" type="body"/>
          </p:nvPr>
        </p:nvSpPr>
        <p:spPr>
          <a:xfrm>
            <a:off x="7044450" y="36805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4" name="Google Shape;284;p54"/>
          <p:cNvSpPr txBox="1"/>
          <p:nvPr>
            <p:ph idx="4" type="body"/>
          </p:nvPr>
        </p:nvSpPr>
        <p:spPr>
          <a:xfrm>
            <a:off x="7044450" y="37806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5" name="Google Shape;285;p54"/>
          <p:cNvSpPr/>
          <p:nvPr>
            <p:ph idx="5" type="pic"/>
          </p:nvPr>
        </p:nvSpPr>
        <p:spPr>
          <a:xfrm>
            <a:off x="7049625" y="15881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6" name="Google Shape;286;p54"/>
          <p:cNvSpPr/>
          <p:nvPr>
            <p:ph idx="6" type="pic"/>
          </p:nvPr>
        </p:nvSpPr>
        <p:spPr>
          <a:xfrm>
            <a:off x="3915213" y="15886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7" name="Google Shape;287;p54"/>
          <p:cNvSpPr/>
          <p:nvPr>
            <p:ph idx="7" type="pic"/>
          </p:nvPr>
        </p:nvSpPr>
        <p:spPr>
          <a:xfrm>
            <a:off x="5490975" y="15886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8" name="Google Shape;288;p54"/>
          <p:cNvSpPr txBox="1"/>
          <p:nvPr>
            <p:ph idx="8" type="subTitle"/>
          </p:nvPr>
        </p:nvSpPr>
        <p:spPr>
          <a:xfrm>
            <a:off x="3918800" y="1034575"/>
            <a:ext cx="1307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89" name="Google Shape;289;p54"/>
          <p:cNvSpPr txBox="1"/>
          <p:nvPr>
            <p:ph idx="9" type="subTitle"/>
          </p:nvPr>
        </p:nvSpPr>
        <p:spPr>
          <a:xfrm>
            <a:off x="5484775" y="1034575"/>
            <a:ext cx="1307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idx="13" type="subTitle"/>
          </p:nvPr>
        </p:nvSpPr>
        <p:spPr>
          <a:xfrm>
            <a:off x="7050750" y="1032775"/>
            <a:ext cx="1307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14" type="body"/>
          </p:nvPr>
        </p:nvSpPr>
        <p:spPr>
          <a:xfrm>
            <a:off x="507400" y="1828050"/>
            <a:ext cx="2136300" cy="29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indent="-4064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indent="-4064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indent="-4064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indent="-4064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indent="-4064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indent="-4064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indent="-4064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indent="-4064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292" name="Google Shape;292;p54"/>
          <p:cNvSpPr txBox="1"/>
          <p:nvPr>
            <p:ph idx="15" type="body"/>
          </p:nvPr>
        </p:nvSpPr>
        <p:spPr>
          <a:xfrm>
            <a:off x="5481425" y="3680775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3" name="Google Shape;293;p54"/>
          <p:cNvSpPr txBox="1"/>
          <p:nvPr>
            <p:ph idx="16" type="body"/>
          </p:nvPr>
        </p:nvSpPr>
        <p:spPr>
          <a:xfrm>
            <a:off x="5481425" y="3780825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4" name="Google Shape;294;p54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rgbClr val="E46962"/>
          </p15:clr>
        </p15:guide>
        <p15:guide id="2" orient="horz" pos="2088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ction Plan + 5 Images">
  <p:cSld name="CUSTOM_6">
    <p:bg>
      <p:bgPr>
        <a:solidFill>
          <a:schemeClr val="accent6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55"/>
          <p:cNvSpPr txBox="1"/>
          <p:nvPr>
            <p:ph idx="1" type="body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7" name="Google Shape;297;p55"/>
          <p:cNvSpPr txBox="1"/>
          <p:nvPr>
            <p:ph idx="2" type="body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cxnSp>
        <p:nvCxnSpPr>
          <p:cNvPr id="298" name="Google Shape;298;p55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55"/>
          <p:cNvSpPr/>
          <p:nvPr>
            <p:ph idx="3" type="pic"/>
          </p:nvPr>
        </p:nvSpPr>
        <p:spPr>
          <a:xfrm>
            <a:off x="7049625" y="5230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0" name="Google Shape;300;p55"/>
          <p:cNvSpPr/>
          <p:nvPr>
            <p:ph idx="4" type="pic"/>
          </p:nvPr>
        </p:nvSpPr>
        <p:spPr>
          <a:xfrm>
            <a:off x="784775" y="5221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1" name="Google Shape;301;p55"/>
          <p:cNvSpPr/>
          <p:nvPr>
            <p:ph idx="5" type="pic"/>
          </p:nvPr>
        </p:nvSpPr>
        <p:spPr>
          <a:xfrm>
            <a:off x="2343950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2" name="Google Shape;302;p55"/>
          <p:cNvSpPr/>
          <p:nvPr>
            <p:ph idx="6" type="pic"/>
          </p:nvPr>
        </p:nvSpPr>
        <p:spPr>
          <a:xfrm>
            <a:off x="3915213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3" name="Google Shape;303;p55"/>
          <p:cNvSpPr/>
          <p:nvPr>
            <p:ph idx="7" type="pic"/>
          </p:nvPr>
        </p:nvSpPr>
        <p:spPr>
          <a:xfrm>
            <a:off x="5490975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4" name="Google Shape;304;p55"/>
          <p:cNvSpPr txBox="1"/>
          <p:nvPr>
            <p:ph idx="8" type="body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05" name="Google Shape;305;p55"/>
          <p:cNvSpPr txBox="1"/>
          <p:nvPr>
            <p:ph idx="9" type="subTitle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06" name="Google Shape;306;p55"/>
          <p:cNvSpPr txBox="1"/>
          <p:nvPr>
            <p:ph idx="13" type="body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7" name="Google Shape;307;p55"/>
          <p:cNvSpPr txBox="1"/>
          <p:nvPr>
            <p:ph idx="14" type="body"/>
          </p:nvPr>
        </p:nvSpPr>
        <p:spPr>
          <a:xfrm>
            <a:off x="2349500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8" name="Google Shape;308;p55"/>
          <p:cNvSpPr txBox="1"/>
          <p:nvPr>
            <p:ph idx="15" type="body"/>
          </p:nvPr>
        </p:nvSpPr>
        <p:spPr>
          <a:xfrm>
            <a:off x="3907850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9" name="Google Shape;309;p55"/>
          <p:cNvSpPr txBox="1"/>
          <p:nvPr>
            <p:ph idx="16" type="body"/>
          </p:nvPr>
        </p:nvSpPr>
        <p:spPr>
          <a:xfrm>
            <a:off x="3907850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0" name="Google Shape;310;p55"/>
          <p:cNvSpPr txBox="1"/>
          <p:nvPr>
            <p:ph idx="17" type="body"/>
          </p:nvPr>
        </p:nvSpPr>
        <p:spPr>
          <a:xfrm>
            <a:off x="5496525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1" name="Google Shape;311;p55"/>
          <p:cNvSpPr txBox="1"/>
          <p:nvPr>
            <p:ph idx="18" type="body"/>
          </p:nvPr>
        </p:nvSpPr>
        <p:spPr>
          <a:xfrm>
            <a:off x="5496525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2" name="Google Shape;312;p55"/>
          <p:cNvSpPr txBox="1"/>
          <p:nvPr>
            <p:ph idx="19" type="body"/>
          </p:nvPr>
        </p:nvSpPr>
        <p:spPr>
          <a:xfrm>
            <a:off x="7085200" y="2615450"/>
            <a:ext cx="1294800" cy="1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3" name="Google Shape;313;p55"/>
          <p:cNvSpPr txBox="1"/>
          <p:nvPr>
            <p:ph idx="20" type="body"/>
          </p:nvPr>
        </p:nvSpPr>
        <p:spPr>
          <a:xfrm>
            <a:off x="7085200" y="2715500"/>
            <a:ext cx="129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4" name="Google Shape;314;p55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Graphic">
  <p:cSld name="CUSTOM_9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6"/>
          <p:cNvSpPr txBox="1"/>
          <p:nvPr>
            <p:ph idx="1" type="body"/>
          </p:nvPr>
        </p:nvSpPr>
        <p:spPr>
          <a:xfrm>
            <a:off x="3133000" y="514275"/>
            <a:ext cx="3890700" cy="5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17" name="Google Shape;317;p56"/>
          <p:cNvSpPr txBox="1"/>
          <p:nvPr>
            <p:ph idx="2" type="body"/>
          </p:nvPr>
        </p:nvSpPr>
        <p:spPr>
          <a:xfrm>
            <a:off x="657679" y="436194"/>
            <a:ext cx="2278800" cy="19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indent="-406400" lvl="1" marL="914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indent="-406400" lvl="2" marL="1371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indent="-406400" lvl="3" marL="1828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indent="-406400" lvl="4" marL="22860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indent="-406400" lvl="5" marL="2743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indent="-406400" lvl="6" marL="32004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indent="-406400" lvl="7" marL="3657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indent="-406400" lvl="8" marL="41148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18" name="Google Shape;318;p5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94">
          <p15:clr>
            <a:srgbClr val="E46962"/>
          </p15:clr>
        </p15:guide>
        <p15:guide id="2" orient="horz" pos="504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venue / Graphic">
  <p:cSld name="CUSTOM_12">
    <p:bg>
      <p:bgPr>
        <a:solidFill>
          <a:schemeClr val="dk1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7"/>
          <p:cNvSpPr txBox="1"/>
          <p:nvPr>
            <p:ph idx="1" type="body"/>
          </p:nvPr>
        </p:nvSpPr>
        <p:spPr>
          <a:xfrm>
            <a:off x="569725" y="3435300"/>
            <a:ext cx="28842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21" name="Google Shape;321;p57"/>
          <p:cNvSpPr txBox="1"/>
          <p:nvPr>
            <p:ph idx="2" type="subTitle"/>
          </p:nvPr>
        </p:nvSpPr>
        <p:spPr>
          <a:xfrm>
            <a:off x="466802" y="445100"/>
            <a:ext cx="2403600" cy="53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22" name="Google Shape;322;p5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1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5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42d93776e7_0_6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5" name="Google Shape;325;g342d93776e7_0_6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6" name="Google Shape;326;g342d93776e7_0_6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6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42d93776e7_0_15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9" name="Google Shape;329;g342d93776e7_0_15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0" name="Google Shape;330;g342d93776e7_0_15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48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47" Type="http://schemas.openxmlformats.org/officeDocument/2006/relationships/slideLayout" Target="../slideLayouts/slideLayout47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9950" y="300125"/>
            <a:ext cx="83538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"/>
              <a:buNone/>
              <a:defRPr b="0" i="0" sz="3600" u="none" cap="none" strike="noStrike">
                <a:solidFill>
                  <a:schemeClr val="dk1"/>
                </a:solidFill>
                <a:latin typeface="Hepta Slab"/>
                <a:ea typeface="Hepta Slab"/>
                <a:cs typeface="Hepta Slab"/>
                <a:sym typeface="Hepta Slab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pta Slab"/>
              <a:buNone/>
              <a:defRPr b="0" i="0" sz="1400" u="none" cap="none" strike="noStrike">
                <a:solidFill>
                  <a:srgbClr val="000000"/>
                </a:solidFill>
                <a:latin typeface="Hepta Slab"/>
                <a:ea typeface="Hepta Slab"/>
                <a:cs typeface="Hepta Slab"/>
                <a:sym typeface="Hepta Slab"/>
              </a:defRPr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536575" y="2676025"/>
            <a:ext cx="5275500" cy="22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Barlow Light"/>
              <a:buChar char="●"/>
              <a:defRPr b="0" i="0" sz="15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rlow Light"/>
              <a:buChar char="○"/>
              <a:defRPr b="0" i="0" sz="14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-3111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Light"/>
              <a:buChar char="■"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Light"/>
              <a:buChar char="●"/>
              <a:defRPr b="0" i="0" sz="12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 Light"/>
              <a:buChar char="○"/>
              <a:defRPr b="0" i="0" sz="11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-2921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Barlow Light"/>
              <a:buChar char="■"/>
              <a:defRPr b="0" i="0" sz="10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-2857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Barlow Light"/>
              <a:buChar char="●"/>
              <a:defRPr b="0" i="0" sz="9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-2794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Barlow Light"/>
              <a:buChar char="○"/>
              <a:defRPr b="0" i="0" sz="8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-2730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 Light"/>
              <a:buChar char="■"/>
              <a:defRPr b="0" i="0" sz="8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"/>
          <p:cNvSpPr txBox="1"/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5200">
                <a:latin typeface="Arial"/>
                <a:ea typeface="Arial"/>
                <a:cs typeface="Arial"/>
                <a:sym typeface="Arial"/>
              </a:rPr>
              <a:t>Manual Testing Fundamentals</a:t>
            </a:r>
            <a:endParaRPr sz="5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 sz="5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"/>
          <p:cNvSpPr txBox="1"/>
          <p:nvPr>
            <p:ph idx="2" type="subTitle"/>
          </p:nvPr>
        </p:nvSpPr>
        <p:spPr>
          <a:xfrm>
            <a:off x="2689200" y="2866200"/>
            <a:ext cx="37656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SQA: Manual &amp; Automated Testing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"/>
          <p:cNvSpPr txBox="1"/>
          <p:nvPr/>
        </p:nvSpPr>
        <p:spPr>
          <a:xfrm>
            <a:off x="760450" y="230875"/>
            <a:ext cx="34341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200">
                <a:solidFill>
                  <a:srgbClr val="FFFFFF"/>
                </a:solidFill>
              </a:rPr>
              <a:t>Verification</a:t>
            </a:r>
            <a:endParaRPr sz="5200">
              <a:solidFill>
                <a:srgbClr val="FFFFFF"/>
              </a:solidFill>
            </a:endParaRPr>
          </a:p>
        </p:txBody>
      </p:sp>
      <p:sp>
        <p:nvSpPr>
          <p:cNvPr id="342" name="Google Shape;342;p2"/>
          <p:cNvSpPr txBox="1"/>
          <p:nvPr/>
        </p:nvSpPr>
        <p:spPr>
          <a:xfrm>
            <a:off x="384550" y="1001125"/>
            <a:ext cx="3904800" cy="27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Ensure the product is build correctly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Static (review, inspection)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Process-oriented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During the development phases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Intermediate products (requirements, design, code)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343" name="Google Shape;343;p2"/>
          <p:cNvSpPr txBox="1"/>
          <p:nvPr/>
        </p:nvSpPr>
        <p:spPr>
          <a:xfrm>
            <a:off x="4289250" y="230875"/>
            <a:ext cx="35916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200">
                <a:solidFill>
                  <a:srgbClr val="FFFFFF"/>
                </a:solidFill>
              </a:rPr>
              <a:t>Validation</a:t>
            </a:r>
            <a:endParaRPr sz="5200">
              <a:solidFill>
                <a:srgbClr val="FFFFFF"/>
              </a:solidFill>
            </a:endParaRPr>
          </a:p>
        </p:txBody>
      </p:sp>
      <p:cxnSp>
        <p:nvCxnSpPr>
          <p:cNvPr id="344" name="Google Shape;344;p2"/>
          <p:cNvCxnSpPr/>
          <p:nvPr/>
        </p:nvCxnSpPr>
        <p:spPr>
          <a:xfrm>
            <a:off x="4371175" y="1136025"/>
            <a:ext cx="0" cy="3185100"/>
          </a:xfrm>
          <a:prstGeom prst="straightConnector1">
            <a:avLst/>
          </a:prstGeom>
          <a:noFill/>
          <a:ln cap="flat" cmpd="sng" w="76200">
            <a:solidFill>
              <a:srgbClr val="ADADAD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5" name="Google Shape;345;p2"/>
          <p:cNvSpPr txBox="1"/>
          <p:nvPr/>
        </p:nvSpPr>
        <p:spPr>
          <a:xfrm>
            <a:off x="4512450" y="1001125"/>
            <a:ext cx="40950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Ensure the right product is built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Dynamic (testing the running product)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Product oriented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After product is developed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The final product (functional behavior)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346" name="Google Shape;346;p2"/>
          <p:cNvSpPr/>
          <p:nvPr/>
        </p:nvSpPr>
        <p:spPr>
          <a:xfrm>
            <a:off x="742250" y="3844450"/>
            <a:ext cx="2994000" cy="633600"/>
          </a:xfrm>
          <a:prstGeom prst="roundRect">
            <a:avLst>
              <a:gd fmla="val 16667" name="adj"/>
            </a:avLst>
          </a:prstGeom>
          <a:solidFill>
            <a:srgbClr val="ADADAD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"Are we building the product right?"</a:t>
            </a:r>
            <a:endParaRPr b="1"/>
          </a:p>
        </p:txBody>
      </p:sp>
      <p:sp>
        <p:nvSpPr>
          <p:cNvPr id="347" name="Google Shape;347;p2"/>
          <p:cNvSpPr/>
          <p:nvPr/>
        </p:nvSpPr>
        <p:spPr>
          <a:xfrm>
            <a:off x="5062950" y="3844450"/>
            <a:ext cx="2994000" cy="633600"/>
          </a:xfrm>
          <a:prstGeom prst="roundRect">
            <a:avLst>
              <a:gd fmla="val 16667" name="adj"/>
            </a:avLst>
          </a:prstGeom>
          <a:solidFill>
            <a:srgbClr val="ADADAD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"Are we building the right product?"</a:t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42d93776e7_0_195"/>
          <p:cNvSpPr txBox="1"/>
          <p:nvPr/>
        </p:nvSpPr>
        <p:spPr>
          <a:xfrm>
            <a:off x="208950" y="230875"/>
            <a:ext cx="80808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FFFFFF"/>
                </a:solidFill>
              </a:rPr>
              <a:t>Test Execution Overview</a:t>
            </a:r>
            <a:endParaRPr sz="4000">
              <a:solidFill>
                <a:srgbClr val="FFFFFF"/>
              </a:solidFill>
            </a:endParaRPr>
          </a:p>
        </p:txBody>
      </p:sp>
      <p:sp>
        <p:nvSpPr>
          <p:cNvPr id="353" name="Google Shape;353;g342d93776e7_0_195"/>
          <p:cNvSpPr txBox="1"/>
          <p:nvPr/>
        </p:nvSpPr>
        <p:spPr>
          <a:xfrm>
            <a:off x="155950" y="924925"/>
            <a:ext cx="8827800" cy="31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Prepare test environment</a:t>
            </a:r>
            <a:endParaRPr sz="1500">
              <a:solidFill>
                <a:srgbClr val="FFFFFF"/>
              </a:solidFill>
            </a:endParaRPr>
          </a:p>
          <a:p>
            <a:pPr indent="-32385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" sz="1500">
                <a:solidFill>
                  <a:schemeClr val="dk1"/>
                </a:solidFill>
              </a:rPr>
              <a:t>Set Environment according to the need (Ex: Test URL/Server)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" sz="1500">
                <a:solidFill>
                  <a:schemeClr val="dk1"/>
                </a:solidFill>
              </a:rPr>
              <a:t>Set dataset (Ex: Different size/format files for File Upload)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" sz="1500">
                <a:solidFill>
                  <a:schemeClr val="dk1"/>
                </a:solidFill>
              </a:rPr>
              <a:t>Set operating system, or device according to the testing configuration (Android/iOS version)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Execute test cases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Record results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Report any defects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42d93776e7_0_68"/>
          <p:cNvSpPr txBox="1"/>
          <p:nvPr/>
        </p:nvSpPr>
        <p:spPr>
          <a:xfrm>
            <a:off x="208950" y="230875"/>
            <a:ext cx="80808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FFFFFF"/>
                </a:solidFill>
              </a:rPr>
              <a:t>Type of execution</a:t>
            </a:r>
            <a:endParaRPr sz="4000">
              <a:solidFill>
                <a:srgbClr val="FFFFFF"/>
              </a:solidFill>
            </a:endParaRPr>
          </a:p>
        </p:txBody>
      </p:sp>
      <p:sp>
        <p:nvSpPr>
          <p:cNvPr id="359" name="Google Shape;359;g342d93776e7_0_68"/>
          <p:cNvSpPr txBox="1"/>
          <p:nvPr/>
        </p:nvSpPr>
        <p:spPr>
          <a:xfrm>
            <a:off x="155950" y="924925"/>
            <a:ext cx="8697900" cy="33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Positive and negative testing are two complementary software testing techniques</a:t>
            </a:r>
            <a:endParaRPr sz="1600">
              <a:solidFill>
                <a:srgbClr val="FFFFFF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b="1" lang="en" sz="1600">
                <a:solidFill>
                  <a:srgbClr val="FFFFFF"/>
                </a:solidFill>
              </a:rPr>
              <a:t>Positive case scenario:</a:t>
            </a:r>
            <a:r>
              <a:rPr lang="en" sz="1600">
                <a:solidFill>
                  <a:srgbClr val="FFFFFF"/>
                </a:solidFill>
              </a:rPr>
              <a:t> Positive testing verifies that the software behaves as expected under normal conditions with valid inputs</a:t>
            </a:r>
            <a:endParaRPr sz="1600">
              <a:solidFill>
                <a:srgbClr val="FFFFFF"/>
              </a:solidFill>
            </a:endParaRPr>
          </a:p>
          <a:p>
            <a:pPr indent="-3302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>
                <a:solidFill>
                  <a:srgbClr val="FFFFFF"/>
                </a:solidFill>
              </a:rPr>
              <a:t>Regular/Happy path scenario</a:t>
            </a:r>
            <a:endParaRPr sz="1600">
              <a:solidFill>
                <a:srgbClr val="FFFFFF"/>
              </a:solidFill>
            </a:endParaRPr>
          </a:p>
          <a:p>
            <a:pPr indent="-330200" lvl="1" marL="9144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>
                <a:solidFill>
                  <a:srgbClr val="FFFFFF"/>
                </a:solidFill>
              </a:rPr>
              <a:t>Edge case/Corner case scenario</a:t>
            </a:r>
            <a:endParaRPr sz="1600">
              <a:solidFill>
                <a:srgbClr val="FFFFFF"/>
              </a:solidFill>
            </a:endParaRPr>
          </a:p>
          <a:p>
            <a:pPr indent="-3302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b="1" lang="en" sz="1600">
                <a:solidFill>
                  <a:srgbClr val="FFFFFF"/>
                </a:solidFill>
              </a:rPr>
              <a:t>Negative case:</a:t>
            </a:r>
            <a:r>
              <a:rPr lang="en" sz="1600">
                <a:solidFill>
                  <a:srgbClr val="FFFFFF"/>
                </a:solidFill>
              </a:rPr>
              <a:t> </a:t>
            </a:r>
            <a:r>
              <a:rPr lang="en" sz="1600">
                <a:solidFill>
                  <a:srgbClr val="EEF0FF"/>
                </a:solidFill>
                <a:highlight>
                  <a:srgbClr val="101218"/>
                </a:highlight>
              </a:rPr>
              <a:t>Negative testing ensures that the software can handle invalid or unexpected inputs gracefully, potentially preventing crashes or security vulnerabilities</a:t>
            </a:r>
            <a:endParaRPr sz="1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"/>
          <p:cNvSpPr txBox="1"/>
          <p:nvPr/>
        </p:nvSpPr>
        <p:spPr>
          <a:xfrm>
            <a:off x="208950" y="230875"/>
            <a:ext cx="80808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FFFFFF"/>
                </a:solidFill>
              </a:rPr>
              <a:t>Positive Testing</a:t>
            </a:r>
            <a:endParaRPr sz="4000">
              <a:solidFill>
                <a:srgbClr val="FFFFFF"/>
              </a:solidFill>
            </a:endParaRPr>
          </a:p>
        </p:txBody>
      </p:sp>
      <p:sp>
        <p:nvSpPr>
          <p:cNvPr id="365" name="Google Shape;365;p3"/>
          <p:cNvSpPr txBox="1"/>
          <p:nvPr/>
        </p:nvSpPr>
        <p:spPr>
          <a:xfrm>
            <a:off x="155950" y="924925"/>
            <a:ext cx="6284400" cy="31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Function</a:t>
            </a:r>
            <a:r>
              <a:rPr lang="en" sz="1500">
                <a:solidFill>
                  <a:srgbClr val="FFFFFF"/>
                </a:solidFill>
              </a:rPr>
              <a:t>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Boundary value testing</a:t>
            </a:r>
            <a:r>
              <a:rPr lang="en" sz="1500">
                <a:solidFill>
                  <a:srgbClr val="FFFFFF"/>
                </a:solidFill>
              </a:rPr>
              <a:t> (Ex: Amount 100-100000) 1 &lt;= x &gt;1lc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Input validation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Data flow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User interface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Use case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Database testing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42d93776e7_0_157"/>
          <p:cNvSpPr txBox="1"/>
          <p:nvPr/>
        </p:nvSpPr>
        <p:spPr>
          <a:xfrm>
            <a:off x="208950" y="230875"/>
            <a:ext cx="80808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FFFFFF"/>
                </a:solidFill>
              </a:rPr>
              <a:t>Negative Testing</a:t>
            </a:r>
            <a:endParaRPr sz="4000">
              <a:solidFill>
                <a:srgbClr val="FFFFFF"/>
              </a:solidFill>
            </a:endParaRPr>
          </a:p>
        </p:txBody>
      </p:sp>
      <p:sp>
        <p:nvSpPr>
          <p:cNvPr id="371" name="Google Shape;371;g342d93776e7_0_157"/>
          <p:cNvSpPr txBox="1"/>
          <p:nvPr/>
        </p:nvSpPr>
        <p:spPr>
          <a:xfrm>
            <a:off x="155950" y="924925"/>
            <a:ext cx="7821300" cy="31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Out of boundary value testing </a:t>
            </a:r>
            <a:r>
              <a:rPr lang="en" sz="1500">
                <a:solidFill>
                  <a:schemeClr val="dk1"/>
                </a:solidFill>
              </a:rPr>
              <a:t>(Ex: Min Amount 100 - &gt; 99, 100, 101) 1 &lt;= x 1lc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Invalid data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Empty or Null input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Incorrect format testing (Ex: Username -&gt; . _1)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Data injection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Exceeding data limits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Unauthorized access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Invalid file upload testing</a:t>
            </a:r>
            <a:endParaRPr sz="1500">
              <a:solidFill>
                <a:srgbClr val="FFFFFF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Char char="●"/>
            </a:pPr>
            <a:r>
              <a:rPr lang="en" sz="1500">
                <a:solidFill>
                  <a:srgbClr val="FFFFFF"/>
                </a:solidFill>
              </a:rPr>
              <a:t>Stress testing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1"/>
          <p:cNvSpPr txBox="1"/>
          <p:nvPr>
            <p:ph type="title"/>
          </p:nvPr>
        </p:nvSpPr>
        <p:spPr>
          <a:xfrm>
            <a:off x="632850" y="400625"/>
            <a:ext cx="7878300" cy="17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5200">
                <a:latin typeface="Arial"/>
                <a:ea typeface="Arial"/>
                <a:cs typeface="Arial"/>
                <a:sym typeface="Arial"/>
              </a:rPr>
              <a:t>Any Questions?</a:t>
            </a:r>
            <a:endParaRPr/>
          </a:p>
        </p:txBody>
      </p:sp>
      <p:sp>
        <p:nvSpPr>
          <p:cNvPr id="377" name="Google Shape;377;p11"/>
          <p:cNvSpPr txBox="1"/>
          <p:nvPr>
            <p:ph idx="2" type="subTitle"/>
          </p:nvPr>
        </p:nvSpPr>
        <p:spPr>
          <a:xfrm>
            <a:off x="2068350" y="3665300"/>
            <a:ext cx="50073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Thank you!</a:t>
            </a:r>
            <a:endParaRPr/>
          </a:p>
        </p:txBody>
      </p:sp>
      <p:pic>
        <p:nvPicPr>
          <p:cNvPr id="378" name="Google Shape;37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18263" y="1671975"/>
            <a:ext cx="2879281" cy="179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ategy Plan">
  <a:themeElements>
    <a:clrScheme name="Simple Light">
      <a:dk1>
        <a:srgbClr val="FFFFFF"/>
      </a:dk1>
      <a:lt1>
        <a:srgbClr val="000000"/>
      </a:lt1>
      <a:dk2>
        <a:srgbClr val="999999"/>
      </a:dk2>
      <a:lt2>
        <a:srgbClr val="FFECD1"/>
      </a:lt2>
      <a:accent1>
        <a:srgbClr val="AC6600"/>
      </a:accent1>
      <a:accent2>
        <a:srgbClr val="5E7F00"/>
      </a:accent2>
      <a:accent3>
        <a:srgbClr val="2322EF"/>
      </a:accent3>
      <a:accent4>
        <a:srgbClr val="DDDDFF"/>
      </a:accent4>
      <a:accent5>
        <a:srgbClr val="EFEFEF"/>
      </a:accent5>
      <a:accent6>
        <a:srgbClr val="F7FEEB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