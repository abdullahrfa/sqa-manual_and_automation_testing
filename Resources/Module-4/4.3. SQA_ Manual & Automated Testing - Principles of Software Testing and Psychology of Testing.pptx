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42.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4.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y="5143500" cx="9144000"/>
  <p:notesSz cx="6858000" cy="9144000"/>
  <p:embeddedFontLst>
    <p:embeddedFont>
      <p:font typeface="Barlow ExtraLight"/>
      <p:regular r:id="rId26"/>
      <p:bold r:id="rId27"/>
      <p:italic r:id="rId28"/>
      <p:boldItalic r:id="rId29"/>
    </p:embeddedFont>
    <p:embeddedFont>
      <p:font typeface="Hepta Slab Medium"/>
      <p:regular r:id="rId30"/>
      <p:bold r:id="rId31"/>
    </p:embeddedFont>
    <p:embeddedFont>
      <p:font typeface="Hepta Slab Light"/>
      <p:regular r:id="rId32"/>
      <p:bold r:id="rId33"/>
    </p:embeddedFont>
    <p:embeddedFont>
      <p:font typeface="Hepta Slab"/>
      <p:regular r:id="rId34"/>
      <p:bold r:id="rId35"/>
    </p:embeddedFont>
    <p:embeddedFont>
      <p:font typeface="Barlow Medium"/>
      <p:regular r:id="rId36"/>
      <p:bold r:id="rId37"/>
      <p:italic r:id="rId38"/>
      <p:boldItalic r:id="rId39"/>
    </p:embeddedFont>
    <p:embeddedFont>
      <p:font typeface="Barlow Light"/>
      <p:regular r:id="rId40"/>
      <p:bold r:id="rId41"/>
      <p:italic r:id="rId42"/>
      <p:boldItalic r:id="rId43"/>
    </p:embeddedFont>
    <p:embeddedFont>
      <p:font typeface="Barlow"/>
      <p:regular r:id="rId44"/>
      <p:bold r:id="rId45"/>
      <p:italic r:id="rId46"/>
      <p:boldItalic r:id="rId4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48" roundtripDataSignature="AMtx7mhC+EQ0MjO2VbVpgSi0+O3yGqiVG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5C5691C-FE0A-4A92-9688-11ADB6E5AE1F}">
  <a:tblStyle styleId="{35C5691C-FE0A-4A92-9688-11ADB6E5AE1F}"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BarlowLight-regular.fntdata"/><Relationship Id="rId20" Type="http://schemas.openxmlformats.org/officeDocument/2006/relationships/slide" Target="slides/slide14.xml"/><Relationship Id="rId42" Type="http://schemas.openxmlformats.org/officeDocument/2006/relationships/font" Target="fonts/BarlowLight-italic.fntdata"/><Relationship Id="rId41" Type="http://schemas.openxmlformats.org/officeDocument/2006/relationships/font" Target="fonts/BarlowLight-bold.fntdata"/><Relationship Id="rId22" Type="http://schemas.openxmlformats.org/officeDocument/2006/relationships/slide" Target="slides/slide16.xml"/><Relationship Id="rId44" Type="http://schemas.openxmlformats.org/officeDocument/2006/relationships/font" Target="fonts/Barlow-regular.fntdata"/><Relationship Id="rId21" Type="http://schemas.openxmlformats.org/officeDocument/2006/relationships/slide" Target="slides/slide15.xml"/><Relationship Id="rId43" Type="http://schemas.openxmlformats.org/officeDocument/2006/relationships/font" Target="fonts/BarlowLight-boldItalic.fntdata"/><Relationship Id="rId24" Type="http://schemas.openxmlformats.org/officeDocument/2006/relationships/slide" Target="slides/slide18.xml"/><Relationship Id="rId46" Type="http://schemas.openxmlformats.org/officeDocument/2006/relationships/font" Target="fonts/Barlow-italic.fntdata"/><Relationship Id="rId23" Type="http://schemas.openxmlformats.org/officeDocument/2006/relationships/slide" Target="slides/slide17.xml"/><Relationship Id="rId45" Type="http://schemas.openxmlformats.org/officeDocument/2006/relationships/font" Target="fonts/Barlow-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font" Target="fonts/BarlowExtraLight-regular.fntdata"/><Relationship Id="rId48" Type="http://customschemas.google.com/relationships/presentationmetadata" Target="metadata"/><Relationship Id="rId25" Type="http://schemas.openxmlformats.org/officeDocument/2006/relationships/slide" Target="slides/slide19.xml"/><Relationship Id="rId47" Type="http://schemas.openxmlformats.org/officeDocument/2006/relationships/font" Target="fonts/Barlow-boldItalic.fntdata"/><Relationship Id="rId28" Type="http://schemas.openxmlformats.org/officeDocument/2006/relationships/font" Target="fonts/BarlowExtraLight-italic.fntdata"/><Relationship Id="rId27" Type="http://schemas.openxmlformats.org/officeDocument/2006/relationships/font" Target="fonts/BarlowExtraLight-bold.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font" Target="fonts/BarlowExtraLight-boldItalic.fntdata"/><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HeptaSlabMedium-bold.fntdata"/><Relationship Id="rId30" Type="http://schemas.openxmlformats.org/officeDocument/2006/relationships/font" Target="fonts/HeptaSlabMedium-regular.fntdata"/><Relationship Id="rId11" Type="http://schemas.openxmlformats.org/officeDocument/2006/relationships/slide" Target="slides/slide5.xml"/><Relationship Id="rId33" Type="http://schemas.openxmlformats.org/officeDocument/2006/relationships/font" Target="fonts/HeptaSlabLight-bold.fntdata"/><Relationship Id="rId10" Type="http://schemas.openxmlformats.org/officeDocument/2006/relationships/slide" Target="slides/slide4.xml"/><Relationship Id="rId32" Type="http://schemas.openxmlformats.org/officeDocument/2006/relationships/font" Target="fonts/HeptaSlabLight-regular.fntdata"/><Relationship Id="rId13" Type="http://schemas.openxmlformats.org/officeDocument/2006/relationships/slide" Target="slides/slide7.xml"/><Relationship Id="rId35" Type="http://schemas.openxmlformats.org/officeDocument/2006/relationships/font" Target="fonts/HeptaSlab-bold.fntdata"/><Relationship Id="rId12" Type="http://schemas.openxmlformats.org/officeDocument/2006/relationships/slide" Target="slides/slide6.xml"/><Relationship Id="rId34" Type="http://schemas.openxmlformats.org/officeDocument/2006/relationships/font" Target="fonts/HeptaSlab-regular.fntdata"/><Relationship Id="rId15" Type="http://schemas.openxmlformats.org/officeDocument/2006/relationships/slide" Target="slides/slide9.xml"/><Relationship Id="rId37" Type="http://schemas.openxmlformats.org/officeDocument/2006/relationships/font" Target="fonts/BarlowMedium-bold.fntdata"/><Relationship Id="rId14" Type="http://schemas.openxmlformats.org/officeDocument/2006/relationships/slide" Target="slides/slide8.xml"/><Relationship Id="rId36" Type="http://schemas.openxmlformats.org/officeDocument/2006/relationships/font" Target="fonts/BarlowMedium-regular.fntdata"/><Relationship Id="rId17" Type="http://schemas.openxmlformats.org/officeDocument/2006/relationships/slide" Target="slides/slide11.xml"/><Relationship Id="rId39" Type="http://schemas.openxmlformats.org/officeDocument/2006/relationships/font" Target="fonts/BarlowMedium-boldItalic.fntdata"/><Relationship Id="rId16" Type="http://schemas.openxmlformats.org/officeDocument/2006/relationships/slide" Target="slides/slide10.xml"/><Relationship Id="rId38" Type="http://schemas.openxmlformats.org/officeDocument/2006/relationships/font" Target="fonts/BarlowMedium-italic.fntdata"/><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3" name="Google Shape;333;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9" name="Google Shape;339;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82bac4281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5" name="Google Shape;345;g382bac4281b_0_7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382bac428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1" name="Google Shape;351;g382bac4281b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g382bac4281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7" name="Google Shape;357;g382bac4281b_0_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g382bac4281b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63" name="Google Shape;363;g382bac4281b_0_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g382bac4281b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69" name="Google Shape;369;g382bac4281b_0_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g382bac4281b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5" name="Google Shape;375;g382bac4281b_0_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382bac4281b_0_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1" name="Google Shape;381;g382bac4281b_0_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382bac4281b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382bac4281b_0_3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g382bac4281b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3" name="Google Shape;393;g382bac4281b_0_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g38a5f544626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9" name="Google Shape;399;g38a5f544626_0_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g38a5f544626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05" name="Google Shape;405;g38a5f544626_0_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8a5f544626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11" name="Google Shape;411;g38a5f544626_0_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g38a5f544626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17" name="Google Shape;417;g38a5f544626_0_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g38a5f544626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3" name="Google Shape;423;g38a5f544626_0_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g38a5f544626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8" name="Google Shape;428;g38a5f544626_0_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382bac4281b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4" name="Google Shape;434;g382bac4281b_0_6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8" name="Shape 438"/>
        <p:cNvGrpSpPr/>
        <p:nvPr/>
      </p:nvGrpSpPr>
      <p:grpSpPr>
        <a:xfrm>
          <a:off x="0" y="0"/>
          <a:ext cx="0" cy="0"/>
          <a:chOff x="0" y="0"/>
          <a:chExt cx="0" cy="0"/>
        </a:xfrm>
      </p:grpSpPr>
      <p:sp>
        <p:nvSpPr>
          <p:cNvPr id="439" name="Google Shape;439;p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0" name="Google Shape;440;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secHead">
  <p:cSld name="SECTION_HEADER">
    <p:spTree>
      <p:nvGrpSpPr>
        <p:cNvPr id="9" name="Shape 9"/>
        <p:cNvGrpSpPr/>
        <p:nvPr/>
      </p:nvGrpSpPr>
      <p:grpSpPr>
        <a:xfrm>
          <a:off x="0" y="0"/>
          <a:ext cx="0" cy="0"/>
          <a:chOff x="0" y="0"/>
          <a:chExt cx="0" cy="0"/>
        </a:xfrm>
      </p:grpSpPr>
      <p:sp>
        <p:nvSpPr>
          <p:cNvPr id="10" name="Google Shape;10;p13"/>
          <p:cNvSpPr txBox="1"/>
          <p:nvPr>
            <p:ph type="title"/>
          </p:nvPr>
        </p:nvSpPr>
        <p:spPr>
          <a:xfrm>
            <a:off x="632850" y="1124700"/>
            <a:ext cx="7878300" cy="17415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dk1"/>
              </a:buClr>
              <a:buSzPts val="5400"/>
              <a:buFont typeface="Hepta Slab"/>
              <a:buNone/>
              <a:defRPr sz="5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 name="Google Shape;11;p13"/>
          <p:cNvSpPr txBox="1"/>
          <p:nvPr>
            <p:ph idx="1" type="body"/>
          </p:nvPr>
        </p:nvSpPr>
        <p:spPr>
          <a:xfrm>
            <a:off x="4064100" y="4335200"/>
            <a:ext cx="1015800" cy="266100"/>
          </a:xfrm>
          <a:prstGeom prst="rect">
            <a:avLst/>
          </a:prstGeom>
          <a:noFill/>
          <a:ln cap="flat" cmpd="sng" w="9525">
            <a:solidFill>
              <a:schemeClr val="dk1"/>
            </a:solidFill>
            <a:prstDash val="solid"/>
            <a:round/>
            <a:headEnd len="sm" w="sm" type="none"/>
            <a:tailEnd len="sm" w="sm" type="none"/>
          </a:ln>
        </p:spPr>
        <p:txBody>
          <a:bodyPr anchorCtr="0" anchor="ctr" bIns="0" lIns="0" spcFirstLastPara="1" rIns="0" wrap="square" tIns="0">
            <a:noAutofit/>
          </a:bodyPr>
          <a:lstStyle>
            <a:lvl1pPr indent="-298450" lvl="0" marL="4572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1pPr>
            <a:lvl2pPr indent="-298450" lvl="1" marL="9144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2pPr>
            <a:lvl3pPr indent="-298450" lvl="2" marL="13716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3pPr>
            <a:lvl4pPr indent="-298450" lvl="3" marL="18288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4pPr>
            <a:lvl5pPr indent="-298450" lvl="4" marL="2286000" algn="l">
              <a:lnSpc>
                <a:spcPct val="100000"/>
              </a:lnSpc>
              <a:spcBef>
                <a:spcPts val="0"/>
              </a:spcBef>
              <a:spcAft>
                <a:spcPts val="0"/>
              </a:spcAft>
              <a:buSzPts val="1100"/>
              <a:buFont typeface="Barlow Medium"/>
              <a:buChar char="○"/>
              <a:defRPr>
                <a:latin typeface="Barlow Medium"/>
                <a:ea typeface="Barlow Medium"/>
                <a:cs typeface="Barlow Medium"/>
                <a:sym typeface="Barlow Medium"/>
              </a:defRPr>
            </a:lvl5pPr>
            <a:lvl6pPr indent="-298450" lvl="5" marL="27432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6pPr>
            <a:lvl7pPr indent="-298450" lvl="6" marL="32004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7pPr>
            <a:lvl8pPr indent="-298450" lvl="7" marL="36576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8pPr>
            <a:lvl9pPr indent="-298450" lvl="8" marL="41148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9pPr>
          </a:lstStyle>
          <a:p/>
        </p:txBody>
      </p:sp>
      <p:sp>
        <p:nvSpPr>
          <p:cNvPr id="12" name="Google Shape;12;p13"/>
          <p:cNvSpPr txBox="1"/>
          <p:nvPr>
            <p:ph idx="2" type="subTitle"/>
          </p:nvPr>
        </p:nvSpPr>
        <p:spPr>
          <a:xfrm>
            <a:off x="2857500" y="2902000"/>
            <a:ext cx="3765600" cy="9348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dk2"/>
              </a:buClr>
              <a:buSzPts val="2600"/>
              <a:buNone/>
              <a:defRPr sz="2600">
                <a:solidFill>
                  <a:schemeClr val="dk2"/>
                </a:solidFill>
              </a:defRPr>
            </a:lvl1pPr>
            <a:lvl2pPr lvl="1" algn="l">
              <a:lnSpc>
                <a:spcPct val="100000"/>
              </a:lnSpc>
              <a:spcBef>
                <a:spcPts val="0"/>
              </a:spcBef>
              <a:spcAft>
                <a:spcPts val="0"/>
              </a:spcAft>
              <a:buSzPts val="1400"/>
              <a:buNone/>
              <a:defRPr>
                <a:latin typeface="Barlow Light"/>
                <a:ea typeface="Barlow Light"/>
                <a:cs typeface="Barlow Light"/>
                <a:sym typeface="Barlow Light"/>
              </a:defRPr>
            </a:lvl2pPr>
            <a:lvl3pPr lvl="2" algn="l">
              <a:lnSpc>
                <a:spcPct val="100000"/>
              </a:lnSpc>
              <a:spcBef>
                <a:spcPts val="0"/>
              </a:spcBef>
              <a:spcAft>
                <a:spcPts val="0"/>
              </a:spcAft>
              <a:buSzPts val="1400"/>
              <a:buNone/>
              <a:defRPr>
                <a:latin typeface="Barlow Light"/>
                <a:ea typeface="Barlow Light"/>
                <a:cs typeface="Barlow Light"/>
                <a:sym typeface="Barlow Light"/>
              </a:defRPr>
            </a:lvl3pPr>
            <a:lvl4pPr lvl="3" algn="l">
              <a:lnSpc>
                <a:spcPct val="100000"/>
              </a:lnSpc>
              <a:spcBef>
                <a:spcPts val="0"/>
              </a:spcBef>
              <a:spcAft>
                <a:spcPts val="0"/>
              </a:spcAft>
              <a:buSzPts val="1400"/>
              <a:buNone/>
              <a:defRPr>
                <a:latin typeface="Barlow Light"/>
                <a:ea typeface="Barlow Light"/>
                <a:cs typeface="Barlow Light"/>
                <a:sym typeface="Barlow Light"/>
              </a:defRPr>
            </a:lvl4pPr>
            <a:lvl5pPr lvl="4" algn="l">
              <a:lnSpc>
                <a:spcPct val="100000"/>
              </a:lnSpc>
              <a:spcBef>
                <a:spcPts val="0"/>
              </a:spcBef>
              <a:spcAft>
                <a:spcPts val="0"/>
              </a:spcAft>
              <a:buSzPts val="1400"/>
              <a:buNone/>
              <a:defRPr>
                <a:latin typeface="Barlow Light"/>
                <a:ea typeface="Barlow Light"/>
                <a:cs typeface="Barlow Light"/>
                <a:sym typeface="Barlow Light"/>
              </a:defRPr>
            </a:lvl5pPr>
            <a:lvl6pPr lvl="5" algn="l">
              <a:lnSpc>
                <a:spcPct val="100000"/>
              </a:lnSpc>
              <a:spcBef>
                <a:spcPts val="0"/>
              </a:spcBef>
              <a:spcAft>
                <a:spcPts val="0"/>
              </a:spcAft>
              <a:buSzPts val="1400"/>
              <a:buNone/>
              <a:defRPr>
                <a:latin typeface="Barlow Light"/>
                <a:ea typeface="Barlow Light"/>
                <a:cs typeface="Barlow Light"/>
                <a:sym typeface="Barlow Light"/>
              </a:defRPr>
            </a:lvl6pPr>
            <a:lvl7pPr lvl="6" algn="l">
              <a:lnSpc>
                <a:spcPct val="100000"/>
              </a:lnSpc>
              <a:spcBef>
                <a:spcPts val="0"/>
              </a:spcBef>
              <a:spcAft>
                <a:spcPts val="0"/>
              </a:spcAft>
              <a:buSzPts val="1400"/>
              <a:buNone/>
              <a:defRPr>
                <a:latin typeface="Barlow Light"/>
                <a:ea typeface="Barlow Light"/>
                <a:cs typeface="Barlow Light"/>
                <a:sym typeface="Barlow Light"/>
              </a:defRPr>
            </a:lvl7pPr>
            <a:lvl8pPr lvl="7" algn="l">
              <a:lnSpc>
                <a:spcPct val="100000"/>
              </a:lnSpc>
              <a:spcBef>
                <a:spcPts val="0"/>
              </a:spcBef>
              <a:spcAft>
                <a:spcPts val="0"/>
              </a:spcAft>
              <a:buSzPts val="1400"/>
              <a:buNone/>
              <a:defRPr>
                <a:latin typeface="Barlow Light"/>
                <a:ea typeface="Barlow Light"/>
                <a:cs typeface="Barlow Light"/>
                <a:sym typeface="Barlow Light"/>
              </a:defRPr>
            </a:lvl8pPr>
            <a:lvl9pPr lvl="8" algn="l">
              <a:lnSpc>
                <a:spcPct val="100000"/>
              </a:lnSpc>
              <a:spcBef>
                <a:spcPts val="0"/>
              </a:spcBef>
              <a:spcAft>
                <a:spcPts val="0"/>
              </a:spcAft>
              <a:buSzPts val="1400"/>
              <a:buNone/>
              <a:defRPr>
                <a:latin typeface="Barlow Light"/>
                <a:ea typeface="Barlow Light"/>
                <a:cs typeface="Barlow Light"/>
                <a:sym typeface="Barlow Light"/>
              </a:defRPr>
            </a:lvl9pPr>
          </a:lstStyle>
          <a:p/>
        </p:txBody>
      </p:sp>
      <p:sp>
        <p:nvSpPr>
          <p:cNvPr id="13" name="Google Shape;13;p13"/>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9pPr>
          </a:lstStyle>
          <a:p>
            <a:pPr indent="0" lvl="0" marL="0" rtl="0" algn="r">
              <a:spcBef>
                <a:spcPts val="0"/>
              </a:spcBef>
              <a:spcAft>
                <a:spcPts val="0"/>
              </a:spcAft>
              <a:buNone/>
            </a:pPr>
            <a:fld id="{00000000-1234-1234-1234-123412341234}" type="slidenum">
              <a:rPr lang="en"/>
              <a:t>‹#›</a:t>
            </a:fld>
            <a:endParaRPr/>
          </a:p>
        </p:txBody>
      </p:sp>
      <p:sp>
        <p:nvSpPr>
          <p:cNvPr id="14" name="Google Shape;14;p13"/>
          <p:cNvSpPr txBox="1"/>
          <p:nvPr/>
        </p:nvSpPr>
        <p:spPr>
          <a:xfrm>
            <a:off x="6907975" y="4749850"/>
            <a:ext cx="2197500" cy="33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0" i="0" lang="en" sz="1500" u="none" cap="none" strike="noStrike">
                <a:solidFill>
                  <a:schemeClr val="dk1"/>
                </a:solidFill>
                <a:latin typeface="Barlow Light"/>
                <a:ea typeface="Barlow Light"/>
                <a:cs typeface="Barlow Light"/>
                <a:sym typeface="Barlow Light"/>
              </a:rPr>
              <a:t>Mishel Franklin Desilva</a:t>
            </a:r>
            <a:endParaRPr b="0" i="0" sz="1500" u="none" cap="none" strike="noStrike">
              <a:solidFill>
                <a:schemeClr val="dk1"/>
              </a:solidFill>
              <a:latin typeface="Barlow Light"/>
              <a:ea typeface="Barlow Light"/>
              <a:cs typeface="Barlow Light"/>
              <a:sym typeface="Barlow Light"/>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4">
    <p:spTree>
      <p:nvGrpSpPr>
        <p:cNvPr id="15" name="Shape 15"/>
        <p:cNvGrpSpPr/>
        <p:nvPr/>
      </p:nvGrpSpPr>
      <p:grpSpPr>
        <a:xfrm>
          <a:off x="0" y="0"/>
          <a:ext cx="0" cy="0"/>
          <a:chOff x="0" y="0"/>
          <a:chExt cx="0" cy="0"/>
        </a:xfrm>
      </p:grpSpPr>
      <p:sp>
        <p:nvSpPr>
          <p:cNvPr id="16" name="Google Shape;16;p1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7" name="Google Shape;17;p1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8" name="Google Shape;18;p14"/>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_HEADER_1">
    <p:spTree>
      <p:nvGrpSpPr>
        <p:cNvPr id="19" name="Shape 19"/>
        <p:cNvGrpSpPr/>
        <p:nvPr/>
      </p:nvGrpSpPr>
      <p:grpSpPr>
        <a:xfrm>
          <a:off x="0" y="0"/>
          <a:ext cx="0" cy="0"/>
          <a:chOff x="0" y="0"/>
          <a:chExt cx="0" cy="0"/>
        </a:xfrm>
      </p:grpSpPr>
      <p:sp>
        <p:nvSpPr>
          <p:cNvPr id="20" name="Google Shape;20;p15"/>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21" name="Google Shape;21;p15"/>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_AND_BODY_1">
    <p:spTree>
      <p:nvGrpSpPr>
        <p:cNvPr id="22" name="Shape 22"/>
        <p:cNvGrpSpPr/>
        <p:nvPr/>
      </p:nvGrpSpPr>
      <p:grpSpPr>
        <a:xfrm>
          <a:off x="0" y="0"/>
          <a:ext cx="0" cy="0"/>
          <a:chOff x="0" y="0"/>
          <a:chExt cx="0" cy="0"/>
        </a:xfrm>
      </p:grpSpPr>
      <p:sp>
        <p:nvSpPr>
          <p:cNvPr id="23" name="Google Shape;23;p1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1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23850" lvl="0" marL="457200" algn="l">
              <a:lnSpc>
                <a:spcPct val="100000"/>
              </a:lnSpc>
              <a:spcBef>
                <a:spcPts val="0"/>
              </a:spcBef>
              <a:spcAft>
                <a:spcPts val="0"/>
              </a:spcAft>
              <a:buSzPts val="1500"/>
              <a:buChar char="●"/>
              <a:defRPr/>
            </a:lvl1pPr>
            <a:lvl2pPr indent="-317500" lvl="1" marL="914400" algn="l">
              <a:lnSpc>
                <a:spcPct val="100000"/>
              </a:lnSpc>
              <a:spcBef>
                <a:spcPts val="0"/>
              </a:spcBef>
              <a:spcAft>
                <a:spcPts val="0"/>
              </a:spcAft>
              <a:buSzPts val="1400"/>
              <a:buChar char="○"/>
              <a:defRPr/>
            </a:lvl2pPr>
            <a:lvl3pPr indent="-311150" lvl="2" marL="1371600" algn="l">
              <a:lnSpc>
                <a:spcPct val="100000"/>
              </a:lnSpc>
              <a:spcBef>
                <a:spcPts val="0"/>
              </a:spcBef>
              <a:spcAft>
                <a:spcPts val="0"/>
              </a:spcAft>
              <a:buSzPts val="1300"/>
              <a:buChar char="■"/>
              <a:defRPr/>
            </a:lvl3pPr>
            <a:lvl4pPr indent="-304800" lvl="3" marL="1828800" algn="l">
              <a:lnSpc>
                <a:spcPct val="100000"/>
              </a:lnSpc>
              <a:spcBef>
                <a:spcPts val="0"/>
              </a:spcBef>
              <a:spcAft>
                <a:spcPts val="0"/>
              </a:spcAft>
              <a:buSzPts val="1200"/>
              <a:buChar char="●"/>
              <a:defRPr/>
            </a:lvl4pPr>
            <a:lvl5pPr indent="-298450" lvl="4" marL="2286000" algn="l">
              <a:lnSpc>
                <a:spcPct val="100000"/>
              </a:lnSpc>
              <a:spcBef>
                <a:spcPts val="0"/>
              </a:spcBef>
              <a:spcAft>
                <a:spcPts val="0"/>
              </a:spcAft>
              <a:buSzPts val="1100"/>
              <a:buChar char="○"/>
              <a:defRPr/>
            </a:lvl5pPr>
            <a:lvl6pPr indent="-292100" lvl="5" marL="2743200" algn="l">
              <a:lnSpc>
                <a:spcPct val="100000"/>
              </a:lnSpc>
              <a:spcBef>
                <a:spcPts val="0"/>
              </a:spcBef>
              <a:spcAft>
                <a:spcPts val="0"/>
              </a:spcAft>
              <a:buSzPts val="1000"/>
              <a:buChar char="■"/>
              <a:defRPr/>
            </a:lvl6pPr>
            <a:lvl7pPr indent="-285750" lvl="6" marL="3200400" algn="l">
              <a:lnSpc>
                <a:spcPct val="100000"/>
              </a:lnSpc>
              <a:spcBef>
                <a:spcPts val="0"/>
              </a:spcBef>
              <a:spcAft>
                <a:spcPts val="0"/>
              </a:spcAft>
              <a:buSzPts val="900"/>
              <a:buChar char="●"/>
              <a:defRPr/>
            </a:lvl7pPr>
            <a:lvl8pPr indent="-279400" lvl="7" marL="3657600" algn="l">
              <a:lnSpc>
                <a:spcPct val="100000"/>
              </a:lnSpc>
              <a:spcBef>
                <a:spcPts val="0"/>
              </a:spcBef>
              <a:spcAft>
                <a:spcPts val="0"/>
              </a:spcAft>
              <a:buSzPts val="800"/>
              <a:buChar char="○"/>
              <a:defRPr/>
            </a:lvl8pPr>
            <a:lvl9pPr indent="-273050" lvl="8" marL="4114800" algn="l">
              <a:lnSpc>
                <a:spcPct val="100000"/>
              </a:lnSpc>
              <a:spcBef>
                <a:spcPts val="0"/>
              </a:spcBef>
              <a:spcAft>
                <a:spcPts val="0"/>
              </a:spcAft>
              <a:buSzPts val="700"/>
              <a:buChar char="■"/>
              <a:defRPr/>
            </a:lvl9pPr>
          </a:lstStyle>
          <a:p/>
        </p:txBody>
      </p:sp>
      <p:sp>
        <p:nvSpPr>
          <p:cNvPr id="25" name="Google Shape;25;p16"/>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_AND_TWO_COLUMNS_1_1">
    <p:spTree>
      <p:nvGrpSpPr>
        <p:cNvPr id="26" name="Shape 26"/>
        <p:cNvGrpSpPr/>
        <p:nvPr/>
      </p:nvGrpSpPr>
      <p:grpSpPr>
        <a:xfrm>
          <a:off x="0" y="0"/>
          <a:ext cx="0" cy="0"/>
          <a:chOff x="0" y="0"/>
          <a:chExt cx="0" cy="0"/>
        </a:xfrm>
      </p:grpSpPr>
      <p:sp>
        <p:nvSpPr>
          <p:cNvPr id="27" name="Google Shape;27;p1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 name="Google Shape;28;p17"/>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SzPts val="1400"/>
              <a:buChar char="●"/>
              <a:defRPr sz="1400"/>
            </a:lvl1pPr>
            <a:lvl2pPr indent="-304800" lvl="1" marL="914400" algn="l">
              <a:lnSpc>
                <a:spcPct val="100000"/>
              </a:lnSpc>
              <a:spcBef>
                <a:spcPts val="0"/>
              </a:spcBef>
              <a:spcAft>
                <a:spcPts val="0"/>
              </a:spcAft>
              <a:buSzPts val="1200"/>
              <a:buChar char="○"/>
              <a:defRPr sz="1200"/>
            </a:lvl2pPr>
            <a:lvl3pPr indent="-304800" lvl="2" marL="1371600" algn="l">
              <a:lnSpc>
                <a:spcPct val="100000"/>
              </a:lnSpc>
              <a:spcBef>
                <a:spcPts val="0"/>
              </a:spcBef>
              <a:spcAft>
                <a:spcPts val="0"/>
              </a:spcAft>
              <a:buSzPts val="1200"/>
              <a:buChar char="■"/>
              <a:defRPr sz="1200"/>
            </a:lvl3pPr>
            <a:lvl4pPr indent="-304800" lvl="3" marL="1828800" algn="l">
              <a:lnSpc>
                <a:spcPct val="100000"/>
              </a:lnSpc>
              <a:spcBef>
                <a:spcPts val="0"/>
              </a:spcBef>
              <a:spcAft>
                <a:spcPts val="0"/>
              </a:spcAft>
              <a:buSzPts val="1200"/>
              <a:buChar char="●"/>
              <a:defRPr/>
            </a:lvl4pPr>
            <a:lvl5pPr indent="-304800" lvl="4" marL="2286000" algn="l">
              <a:lnSpc>
                <a:spcPct val="100000"/>
              </a:lnSpc>
              <a:spcBef>
                <a:spcPts val="0"/>
              </a:spcBef>
              <a:spcAft>
                <a:spcPts val="0"/>
              </a:spcAft>
              <a:buSzPts val="1200"/>
              <a:buChar char="○"/>
              <a:defRPr sz="1200"/>
            </a:lvl5pPr>
            <a:lvl6pPr indent="-304800" lvl="5" marL="2743200" algn="l">
              <a:lnSpc>
                <a:spcPct val="100000"/>
              </a:lnSpc>
              <a:spcBef>
                <a:spcPts val="0"/>
              </a:spcBef>
              <a:spcAft>
                <a:spcPts val="0"/>
              </a:spcAft>
              <a:buSzPts val="1200"/>
              <a:buChar char="■"/>
              <a:defRPr sz="1200"/>
            </a:lvl6pPr>
            <a:lvl7pPr indent="-304800" lvl="6" marL="3200400" algn="l">
              <a:lnSpc>
                <a:spcPct val="100000"/>
              </a:lnSpc>
              <a:spcBef>
                <a:spcPts val="0"/>
              </a:spcBef>
              <a:spcAft>
                <a:spcPts val="0"/>
              </a:spcAft>
              <a:buSzPts val="1200"/>
              <a:buChar char="●"/>
              <a:defRPr sz="1200"/>
            </a:lvl7pPr>
            <a:lvl8pPr indent="-304800" lvl="7" marL="3657600" algn="l">
              <a:lnSpc>
                <a:spcPct val="100000"/>
              </a:lnSpc>
              <a:spcBef>
                <a:spcPts val="0"/>
              </a:spcBef>
              <a:spcAft>
                <a:spcPts val="0"/>
              </a:spcAft>
              <a:buSzPts val="1200"/>
              <a:buChar char="○"/>
              <a:defRPr sz="1200"/>
            </a:lvl8pPr>
            <a:lvl9pPr indent="-304800" lvl="8" marL="4114800" algn="l">
              <a:lnSpc>
                <a:spcPct val="100000"/>
              </a:lnSpc>
              <a:spcBef>
                <a:spcPts val="0"/>
              </a:spcBef>
              <a:spcAft>
                <a:spcPts val="0"/>
              </a:spcAft>
              <a:buSzPts val="1200"/>
              <a:buChar char="■"/>
              <a:defRPr sz="1200"/>
            </a:lvl9pPr>
          </a:lstStyle>
          <a:p/>
        </p:txBody>
      </p:sp>
      <p:sp>
        <p:nvSpPr>
          <p:cNvPr id="29" name="Google Shape;29;p17"/>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SzPts val="1400"/>
              <a:buChar char="●"/>
              <a:defRPr sz="1400"/>
            </a:lvl1pPr>
            <a:lvl2pPr indent="-304800" lvl="1" marL="914400" algn="l">
              <a:lnSpc>
                <a:spcPct val="100000"/>
              </a:lnSpc>
              <a:spcBef>
                <a:spcPts val="0"/>
              </a:spcBef>
              <a:spcAft>
                <a:spcPts val="0"/>
              </a:spcAft>
              <a:buSzPts val="1200"/>
              <a:buChar char="○"/>
              <a:defRPr sz="1200"/>
            </a:lvl2pPr>
            <a:lvl3pPr indent="-304800" lvl="2" marL="1371600" algn="l">
              <a:lnSpc>
                <a:spcPct val="100000"/>
              </a:lnSpc>
              <a:spcBef>
                <a:spcPts val="0"/>
              </a:spcBef>
              <a:spcAft>
                <a:spcPts val="0"/>
              </a:spcAft>
              <a:buSzPts val="1200"/>
              <a:buChar char="■"/>
              <a:defRPr sz="1200"/>
            </a:lvl3pPr>
            <a:lvl4pPr indent="-304800" lvl="3" marL="1828800" algn="l">
              <a:lnSpc>
                <a:spcPct val="100000"/>
              </a:lnSpc>
              <a:spcBef>
                <a:spcPts val="0"/>
              </a:spcBef>
              <a:spcAft>
                <a:spcPts val="0"/>
              </a:spcAft>
              <a:buSzPts val="1200"/>
              <a:buChar char="●"/>
              <a:defRPr/>
            </a:lvl4pPr>
            <a:lvl5pPr indent="-304800" lvl="4" marL="2286000" algn="l">
              <a:lnSpc>
                <a:spcPct val="100000"/>
              </a:lnSpc>
              <a:spcBef>
                <a:spcPts val="0"/>
              </a:spcBef>
              <a:spcAft>
                <a:spcPts val="0"/>
              </a:spcAft>
              <a:buSzPts val="1200"/>
              <a:buChar char="○"/>
              <a:defRPr sz="1200"/>
            </a:lvl5pPr>
            <a:lvl6pPr indent="-304800" lvl="5" marL="2743200" algn="l">
              <a:lnSpc>
                <a:spcPct val="100000"/>
              </a:lnSpc>
              <a:spcBef>
                <a:spcPts val="0"/>
              </a:spcBef>
              <a:spcAft>
                <a:spcPts val="0"/>
              </a:spcAft>
              <a:buSzPts val="1200"/>
              <a:buChar char="■"/>
              <a:defRPr sz="1200"/>
            </a:lvl6pPr>
            <a:lvl7pPr indent="-304800" lvl="6" marL="3200400" algn="l">
              <a:lnSpc>
                <a:spcPct val="100000"/>
              </a:lnSpc>
              <a:spcBef>
                <a:spcPts val="0"/>
              </a:spcBef>
              <a:spcAft>
                <a:spcPts val="0"/>
              </a:spcAft>
              <a:buSzPts val="1200"/>
              <a:buChar char="●"/>
              <a:defRPr sz="1200"/>
            </a:lvl7pPr>
            <a:lvl8pPr indent="-304800" lvl="7" marL="3657600" algn="l">
              <a:lnSpc>
                <a:spcPct val="100000"/>
              </a:lnSpc>
              <a:spcBef>
                <a:spcPts val="0"/>
              </a:spcBef>
              <a:spcAft>
                <a:spcPts val="0"/>
              </a:spcAft>
              <a:buSzPts val="1200"/>
              <a:buChar char="○"/>
              <a:defRPr sz="1200"/>
            </a:lvl8pPr>
            <a:lvl9pPr indent="-304800" lvl="8" marL="4114800" algn="l">
              <a:lnSpc>
                <a:spcPct val="100000"/>
              </a:lnSpc>
              <a:spcBef>
                <a:spcPts val="0"/>
              </a:spcBef>
              <a:spcAft>
                <a:spcPts val="0"/>
              </a:spcAft>
              <a:buSzPts val="1200"/>
              <a:buChar char="■"/>
              <a:defRPr sz="1200"/>
            </a:lvl9pPr>
          </a:lstStyle>
          <a:p/>
        </p:txBody>
      </p:sp>
      <p:sp>
        <p:nvSpPr>
          <p:cNvPr id="30" name="Google Shape;30;p17"/>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_ONLY_1">
    <p:spTree>
      <p:nvGrpSpPr>
        <p:cNvPr id="31" name="Shape 31"/>
        <p:cNvGrpSpPr/>
        <p:nvPr/>
      </p:nvGrpSpPr>
      <p:grpSpPr>
        <a:xfrm>
          <a:off x="0" y="0"/>
          <a:ext cx="0" cy="0"/>
          <a:chOff x="0" y="0"/>
          <a:chExt cx="0" cy="0"/>
        </a:xfrm>
      </p:grpSpPr>
      <p:sp>
        <p:nvSpPr>
          <p:cNvPr id="32" name="Google Shape;32;p1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18"/>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_1">
    <p:spTree>
      <p:nvGrpSpPr>
        <p:cNvPr id="34" name="Shape 34"/>
        <p:cNvGrpSpPr/>
        <p:nvPr/>
      </p:nvGrpSpPr>
      <p:grpSpPr>
        <a:xfrm>
          <a:off x="0" y="0"/>
          <a:ext cx="0" cy="0"/>
          <a:chOff x="0" y="0"/>
          <a:chExt cx="0" cy="0"/>
        </a:xfrm>
      </p:grpSpPr>
      <p:sp>
        <p:nvSpPr>
          <p:cNvPr id="35" name="Google Shape;35;p19"/>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6" name="Google Shape;36;p19"/>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Autofit/>
          </a:bodyPr>
          <a:lstStyle>
            <a:lvl1pPr indent="-304800" lvl="0" marL="457200" algn="l">
              <a:lnSpc>
                <a:spcPct val="100000"/>
              </a:lnSpc>
              <a:spcBef>
                <a:spcPts val="0"/>
              </a:spcBef>
              <a:spcAft>
                <a:spcPts val="0"/>
              </a:spcAft>
              <a:buSzPts val="1200"/>
              <a:buChar char="●"/>
              <a:defRPr sz="1200"/>
            </a:lvl1pPr>
            <a:lvl2pPr indent="-304800" lvl="1" marL="914400" algn="l">
              <a:lnSpc>
                <a:spcPct val="100000"/>
              </a:lnSpc>
              <a:spcBef>
                <a:spcPts val="0"/>
              </a:spcBef>
              <a:spcAft>
                <a:spcPts val="0"/>
              </a:spcAft>
              <a:buSzPts val="1200"/>
              <a:buChar char="○"/>
              <a:defRPr sz="1200"/>
            </a:lvl2pPr>
            <a:lvl3pPr indent="-304800" lvl="2" marL="1371600" algn="l">
              <a:lnSpc>
                <a:spcPct val="100000"/>
              </a:lnSpc>
              <a:spcBef>
                <a:spcPts val="0"/>
              </a:spcBef>
              <a:spcAft>
                <a:spcPts val="0"/>
              </a:spcAft>
              <a:buSzPts val="1200"/>
              <a:buChar char="■"/>
              <a:defRPr sz="1200"/>
            </a:lvl3pPr>
            <a:lvl4pPr indent="-304800" lvl="3" marL="1828800" algn="l">
              <a:lnSpc>
                <a:spcPct val="100000"/>
              </a:lnSpc>
              <a:spcBef>
                <a:spcPts val="0"/>
              </a:spcBef>
              <a:spcAft>
                <a:spcPts val="0"/>
              </a:spcAft>
              <a:buSzPts val="1200"/>
              <a:buChar char="●"/>
              <a:defRPr/>
            </a:lvl4pPr>
            <a:lvl5pPr indent="-304800" lvl="4" marL="2286000" algn="l">
              <a:lnSpc>
                <a:spcPct val="100000"/>
              </a:lnSpc>
              <a:spcBef>
                <a:spcPts val="0"/>
              </a:spcBef>
              <a:spcAft>
                <a:spcPts val="0"/>
              </a:spcAft>
              <a:buSzPts val="1200"/>
              <a:buChar char="○"/>
              <a:defRPr sz="1200"/>
            </a:lvl5pPr>
            <a:lvl6pPr indent="-304800" lvl="5" marL="2743200" algn="l">
              <a:lnSpc>
                <a:spcPct val="100000"/>
              </a:lnSpc>
              <a:spcBef>
                <a:spcPts val="0"/>
              </a:spcBef>
              <a:spcAft>
                <a:spcPts val="0"/>
              </a:spcAft>
              <a:buSzPts val="1200"/>
              <a:buChar char="■"/>
              <a:defRPr sz="1200"/>
            </a:lvl6pPr>
            <a:lvl7pPr indent="-304800" lvl="6" marL="3200400" algn="l">
              <a:lnSpc>
                <a:spcPct val="100000"/>
              </a:lnSpc>
              <a:spcBef>
                <a:spcPts val="0"/>
              </a:spcBef>
              <a:spcAft>
                <a:spcPts val="0"/>
              </a:spcAft>
              <a:buSzPts val="1200"/>
              <a:buChar char="●"/>
              <a:defRPr sz="1200"/>
            </a:lvl7pPr>
            <a:lvl8pPr indent="-304800" lvl="7" marL="3657600" algn="l">
              <a:lnSpc>
                <a:spcPct val="100000"/>
              </a:lnSpc>
              <a:spcBef>
                <a:spcPts val="0"/>
              </a:spcBef>
              <a:spcAft>
                <a:spcPts val="0"/>
              </a:spcAft>
              <a:buSzPts val="1200"/>
              <a:buChar char="○"/>
              <a:defRPr sz="1200"/>
            </a:lvl8pPr>
            <a:lvl9pPr indent="-304800" lvl="8" marL="4114800" algn="l">
              <a:lnSpc>
                <a:spcPct val="100000"/>
              </a:lnSpc>
              <a:spcBef>
                <a:spcPts val="0"/>
              </a:spcBef>
              <a:spcAft>
                <a:spcPts val="0"/>
              </a:spcAft>
              <a:buSzPts val="1200"/>
              <a:buChar char="■"/>
              <a:defRPr sz="1200"/>
            </a:lvl9pPr>
          </a:lstStyle>
          <a:p/>
        </p:txBody>
      </p:sp>
      <p:sp>
        <p:nvSpPr>
          <p:cNvPr id="37" name="Google Shape;37;p19"/>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_1">
    <p:spTree>
      <p:nvGrpSpPr>
        <p:cNvPr id="38" name="Shape 38"/>
        <p:cNvGrpSpPr/>
        <p:nvPr/>
      </p:nvGrpSpPr>
      <p:grpSpPr>
        <a:xfrm>
          <a:off x="0" y="0"/>
          <a:ext cx="0" cy="0"/>
          <a:chOff x="0" y="0"/>
          <a:chExt cx="0" cy="0"/>
        </a:xfrm>
      </p:grpSpPr>
      <p:sp>
        <p:nvSpPr>
          <p:cNvPr id="39" name="Google Shape;39;p20"/>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40" name="Google Shape;40;p20"/>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_1">
    <p:spTree>
      <p:nvGrpSpPr>
        <p:cNvPr id="41" name="Shape 41"/>
        <p:cNvGrpSpPr/>
        <p:nvPr/>
      </p:nvGrpSpPr>
      <p:grpSpPr>
        <a:xfrm>
          <a:off x="0" y="0"/>
          <a:ext cx="0" cy="0"/>
          <a:chOff x="0" y="0"/>
          <a:chExt cx="0" cy="0"/>
        </a:xfrm>
      </p:grpSpPr>
      <p:sp>
        <p:nvSpPr>
          <p:cNvPr id="42" name="Google Shape;42;p21"/>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 name="Google Shape;43;p21"/>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4" name="Google Shape;44;p21"/>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5" name="Google Shape;45;p21"/>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23850" lvl="0" marL="457200" algn="l">
              <a:lnSpc>
                <a:spcPct val="100000"/>
              </a:lnSpc>
              <a:spcBef>
                <a:spcPts val="0"/>
              </a:spcBef>
              <a:spcAft>
                <a:spcPts val="0"/>
              </a:spcAft>
              <a:buClr>
                <a:schemeClr val="lt1"/>
              </a:buClr>
              <a:buSzPts val="1500"/>
              <a:buChar char="●"/>
              <a:defRPr>
                <a:solidFill>
                  <a:schemeClr val="lt1"/>
                </a:solidFill>
              </a:defRPr>
            </a:lvl1pPr>
            <a:lvl2pPr indent="-317500" lvl="1" marL="914400" algn="l">
              <a:lnSpc>
                <a:spcPct val="100000"/>
              </a:lnSpc>
              <a:spcBef>
                <a:spcPts val="0"/>
              </a:spcBef>
              <a:spcAft>
                <a:spcPts val="0"/>
              </a:spcAft>
              <a:buClr>
                <a:schemeClr val="lt1"/>
              </a:buClr>
              <a:buSzPts val="1400"/>
              <a:buChar char="○"/>
              <a:defRPr>
                <a:solidFill>
                  <a:schemeClr val="lt1"/>
                </a:solidFill>
              </a:defRPr>
            </a:lvl2pPr>
            <a:lvl3pPr indent="-311150" lvl="2" marL="1371600" algn="l">
              <a:lnSpc>
                <a:spcPct val="100000"/>
              </a:lnSpc>
              <a:spcBef>
                <a:spcPts val="0"/>
              </a:spcBef>
              <a:spcAft>
                <a:spcPts val="0"/>
              </a:spcAft>
              <a:buClr>
                <a:schemeClr val="lt1"/>
              </a:buClr>
              <a:buSzPts val="1300"/>
              <a:buChar char="■"/>
              <a:defRPr>
                <a:solidFill>
                  <a:schemeClr val="lt1"/>
                </a:solidFill>
              </a:defRPr>
            </a:lvl3pPr>
            <a:lvl4pPr indent="-304800" lvl="3" marL="1828800" algn="l">
              <a:lnSpc>
                <a:spcPct val="100000"/>
              </a:lnSpc>
              <a:spcBef>
                <a:spcPts val="0"/>
              </a:spcBef>
              <a:spcAft>
                <a:spcPts val="0"/>
              </a:spcAft>
              <a:buClr>
                <a:schemeClr val="lt1"/>
              </a:buClr>
              <a:buSzPts val="1200"/>
              <a:buChar char="●"/>
              <a:defRPr>
                <a:solidFill>
                  <a:schemeClr val="lt1"/>
                </a:solidFill>
              </a:defRPr>
            </a:lvl4pPr>
            <a:lvl5pPr indent="-298450" lvl="4" marL="2286000" algn="l">
              <a:lnSpc>
                <a:spcPct val="100000"/>
              </a:lnSpc>
              <a:spcBef>
                <a:spcPts val="0"/>
              </a:spcBef>
              <a:spcAft>
                <a:spcPts val="0"/>
              </a:spcAft>
              <a:buClr>
                <a:schemeClr val="lt1"/>
              </a:buClr>
              <a:buSzPts val="1100"/>
              <a:buChar char="○"/>
              <a:defRPr>
                <a:solidFill>
                  <a:schemeClr val="lt1"/>
                </a:solidFill>
              </a:defRPr>
            </a:lvl5pPr>
            <a:lvl6pPr indent="-292100" lvl="5" marL="2743200" algn="l">
              <a:lnSpc>
                <a:spcPct val="100000"/>
              </a:lnSpc>
              <a:spcBef>
                <a:spcPts val="0"/>
              </a:spcBef>
              <a:spcAft>
                <a:spcPts val="0"/>
              </a:spcAft>
              <a:buClr>
                <a:schemeClr val="lt1"/>
              </a:buClr>
              <a:buSzPts val="1000"/>
              <a:buChar char="■"/>
              <a:defRPr>
                <a:solidFill>
                  <a:schemeClr val="lt1"/>
                </a:solidFill>
              </a:defRPr>
            </a:lvl6pPr>
            <a:lvl7pPr indent="-285750" lvl="6" marL="3200400" algn="l">
              <a:lnSpc>
                <a:spcPct val="100000"/>
              </a:lnSpc>
              <a:spcBef>
                <a:spcPts val="0"/>
              </a:spcBef>
              <a:spcAft>
                <a:spcPts val="0"/>
              </a:spcAft>
              <a:buClr>
                <a:schemeClr val="lt1"/>
              </a:buClr>
              <a:buSzPts val="900"/>
              <a:buChar char="●"/>
              <a:defRPr>
                <a:solidFill>
                  <a:schemeClr val="lt1"/>
                </a:solidFill>
              </a:defRPr>
            </a:lvl7pPr>
            <a:lvl8pPr indent="-279400" lvl="7" marL="3657600" algn="l">
              <a:lnSpc>
                <a:spcPct val="100000"/>
              </a:lnSpc>
              <a:spcBef>
                <a:spcPts val="0"/>
              </a:spcBef>
              <a:spcAft>
                <a:spcPts val="0"/>
              </a:spcAft>
              <a:buClr>
                <a:schemeClr val="lt1"/>
              </a:buClr>
              <a:buSzPts val="800"/>
              <a:buChar char="○"/>
              <a:defRPr>
                <a:solidFill>
                  <a:schemeClr val="lt1"/>
                </a:solidFill>
              </a:defRPr>
            </a:lvl8pPr>
            <a:lvl9pPr indent="-273050" lvl="8" marL="4114800" algn="l">
              <a:lnSpc>
                <a:spcPct val="100000"/>
              </a:lnSpc>
              <a:spcBef>
                <a:spcPts val="0"/>
              </a:spcBef>
              <a:spcAft>
                <a:spcPts val="0"/>
              </a:spcAft>
              <a:buClr>
                <a:schemeClr val="lt1"/>
              </a:buClr>
              <a:buSzPts val="700"/>
              <a:buChar char="■"/>
              <a:defRPr>
                <a:solidFill>
                  <a:schemeClr val="lt1"/>
                </a:solidFill>
              </a:defRPr>
            </a:lvl9pPr>
          </a:lstStyle>
          <a:p/>
        </p:txBody>
      </p:sp>
      <p:sp>
        <p:nvSpPr>
          <p:cNvPr id="46" name="Google Shape;46;p21"/>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_1">
    <p:spTree>
      <p:nvGrpSpPr>
        <p:cNvPr id="47" name="Shape 47"/>
        <p:cNvGrpSpPr/>
        <p:nvPr/>
      </p:nvGrpSpPr>
      <p:grpSpPr>
        <a:xfrm>
          <a:off x="0" y="0"/>
          <a:ext cx="0" cy="0"/>
          <a:chOff x="0" y="0"/>
          <a:chExt cx="0" cy="0"/>
        </a:xfrm>
      </p:grpSpPr>
      <p:sp>
        <p:nvSpPr>
          <p:cNvPr id="48" name="Google Shape;48;p22"/>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Autofit/>
          </a:bodyPr>
          <a:lstStyle>
            <a:lvl1pPr indent="-228600" lvl="0" marL="457200" algn="l">
              <a:lnSpc>
                <a:spcPct val="100000"/>
              </a:lnSpc>
              <a:spcBef>
                <a:spcPts val="0"/>
              </a:spcBef>
              <a:spcAft>
                <a:spcPts val="0"/>
              </a:spcAft>
              <a:buSzPts val="1500"/>
              <a:buNone/>
              <a:defRPr/>
            </a:lvl1pPr>
            <a:lvl2pPr indent="-317500" lvl="1" marL="914400" algn="l">
              <a:lnSpc>
                <a:spcPct val="100000"/>
              </a:lnSpc>
              <a:spcBef>
                <a:spcPts val="0"/>
              </a:spcBef>
              <a:spcAft>
                <a:spcPts val="0"/>
              </a:spcAft>
              <a:buSzPts val="1400"/>
              <a:buChar char="○"/>
              <a:defRPr/>
            </a:lvl2pPr>
            <a:lvl3pPr indent="-311150" lvl="2" marL="1371600" algn="l">
              <a:lnSpc>
                <a:spcPct val="100000"/>
              </a:lnSpc>
              <a:spcBef>
                <a:spcPts val="0"/>
              </a:spcBef>
              <a:spcAft>
                <a:spcPts val="0"/>
              </a:spcAft>
              <a:buSzPts val="1300"/>
              <a:buChar char="■"/>
              <a:defRPr/>
            </a:lvl3pPr>
            <a:lvl4pPr indent="-304800" lvl="3" marL="1828800" algn="l">
              <a:lnSpc>
                <a:spcPct val="100000"/>
              </a:lnSpc>
              <a:spcBef>
                <a:spcPts val="0"/>
              </a:spcBef>
              <a:spcAft>
                <a:spcPts val="0"/>
              </a:spcAft>
              <a:buSzPts val="1200"/>
              <a:buChar char="●"/>
              <a:defRPr/>
            </a:lvl4pPr>
            <a:lvl5pPr indent="-298450" lvl="4" marL="2286000" algn="l">
              <a:lnSpc>
                <a:spcPct val="100000"/>
              </a:lnSpc>
              <a:spcBef>
                <a:spcPts val="0"/>
              </a:spcBef>
              <a:spcAft>
                <a:spcPts val="0"/>
              </a:spcAft>
              <a:buSzPts val="1100"/>
              <a:buChar char="○"/>
              <a:defRPr/>
            </a:lvl5pPr>
            <a:lvl6pPr indent="-292100" lvl="5" marL="2743200" algn="l">
              <a:lnSpc>
                <a:spcPct val="100000"/>
              </a:lnSpc>
              <a:spcBef>
                <a:spcPts val="0"/>
              </a:spcBef>
              <a:spcAft>
                <a:spcPts val="0"/>
              </a:spcAft>
              <a:buSzPts val="1000"/>
              <a:buChar char="■"/>
              <a:defRPr/>
            </a:lvl6pPr>
            <a:lvl7pPr indent="-285750" lvl="6" marL="3200400" algn="l">
              <a:lnSpc>
                <a:spcPct val="100000"/>
              </a:lnSpc>
              <a:spcBef>
                <a:spcPts val="0"/>
              </a:spcBef>
              <a:spcAft>
                <a:spcPts val="0"/>
              </a:spcAft>
              <a:buSzPts val="900"/>
              <a:buChar char="●"/>
              <a:defRPr/>
            </a:lvl7pPr>
            <a:lvl8pPr indent="-279400" lvl="7" marL="3657600" algn="l">
              <a:lnSpc>
                <a:spcPct val="100000"/>
              </a:lnSpc>
              <a:spcBef>
                <a:spcPts val="0"/>
              </a:spcBef>
              <a:spcAft>
                <a:spcPts val="0"/>
              </a:spcAft>
              <a:buSzPts val="800"/>
              <a:buChar char="○"/>
              <a:defRPr/>
            </a:lvl8pPr>
            <a:lvl9pPr indent="-273050" lvl="8" marL="4114800" algn="l">
              <a:lnSpc>
                <a:spcPct val="100000"/>
              </a:lnSpc>
              <a:spcBef>
                <a:spcPts val="0"/>
              </a:spcBef>
              <a:spcAft>
                <a:spcPts val="0"/>
              </a:spcAft>
              <a:buSzPts val="700"/>
              <a:buChar char="■"/>
              <a:defRPr/>
            </a:lvl9pPr>
          </a:lstStyle>
          <a:p/>
        </p:txBody>
      </p:sp>
      <p:sp>
        <p:nvSpPr>
          <p:cNvPr id="49" name="Google Shape;49;p22"/>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_1">
    <p:spTree>
      <p:nvGrpSpPr>
        <p:cNvPr id="50" name="Shape 50"/>
        <p:cNvGrpSpPr/>
        <p:nvPr/>
      </p:nvGrpSpPr>
      <p:grpSpPr>
        <a:xfrm>
          <a:off x="0" y="0"/>
          <a:ext cx="0" cy="0"/>
          <a:chOff x="0" y="0"/>
          <a:chExt cx="0" cy="0"/>
        </a:xfrm>
      </p:grpSpPr>
      <p:sp>
        <p:nvSpPr>
          <p:cNvPr id="51" name="Google Shape;51;p23"/>
          <p:cNvSpPr txBox="1"/>
          <p:nvPr>
            <p:ph type="title"/>
          </p:nvPr>
        </p:nvSpPr>
        <p:spPr>
          <a:xfrm>
            <a:off x="311700" y="1106125"/>
            <a:ext cx="8520600" cy="19635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p:txBody>
      </p:sp>
      <p:sp>
        <p:nvSpPr>
          <p:cNvPr id="52" name="Google Shape;52;p23"/>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Autofit/>
          </a:bodyPr>
          <a:lstStyle>
            <a:lvl1pPr indent="-323850" lvl="0" marL="457200" algn="ctr">
              <a:lnSpc>
                <a:spcPct val="100000"/>
              </a:lnSpc>
              <a:spcBef>
                <a:spcPts val="0"/>
              </a:spcBef>
              <a:spcAft>
                <a:spcPts val="0"/>
              </a:spcAft>
              <a:buSzPts val="1500"/>
              <a:buChar char="●"/>
              <a:defRPr/>
            </a:lvl1pPr>
            <a:lvl2pPr indent="-317500" lvl="1" marL="914400" algn="ctr">
              <a:lnSpc>
                <a:spcPct val="100000"/>
              </a:lnSpc>
              <a:spcBef>
                <a:spcPts val="0"/>
              </a:spcBef>
              <a:spcAft>
                <a:spcPts val="0"/>
              </a:spcAft>
              <a:buSzPts val="1400"/>
              <a:buChar char="○"/>
              <a:defRPr/>
            </a:lvl2pPr>
            <a:lvl3pPr indent="-311150" lvl="2" marL="1371600" algn="ctr">
              <a:lnSpc>
                <a:spcPct val="100000"/>
              </a:lnSpc>
              <a:spcBef>
                <a:spcPts val="0"/>
              </a:spcBef>
              <a:spcAft>
                <a:spcPts val="0"/>
              </a:spcAft>
              <a:buSzPts val="1300"/>
              <a:buChar char="■"/>
              <a:defRPr/>
            </a:lvl3pPr>
            <a:lvl4pPr indent="-304800" lvl="3" marL="1828800" algn="ctr">
              <a:lnSpc>
                <a:spcPct val="100000"/>
              </a:lnSpc>
              <a:spcBef>
                <a:spcPts val="0"/>
              </a:spcBef>
              <a:spcAft>
                <a:spcPts val="0"/>
              </a:spcAft>
              <a:buSzPts val="1200"/>
              <a:buChar char="●"/>
              <a:defRPr/>
            </a:lvl4pPr>
            <a:lvl5pPr indent="-298450" lvl="4" marL="2286000" algn="ctr">
              <a:lnSpc>
                <a:spcPct val="100000"/>
              </a:lnSpc>
              <a:spcBef>
                <a:spcPts val="0"/>
              </a:spcBef>
              <a:spcAft>
                <a:spcPts val="0"/>
              </a:spcAft>
              <a:buSzPts val="1100"/>
              <a:buChar char="○"/>
              <a:defRPr/>
            </a:lvl5pPr>
            <a:lvl6pPr indent="-292100" lvl="5" marL="2743200" algn="ctr">
              <a:lnSpc>
                <a:spcPct val="100000"/>
              </a:lnSpc>
              <a:spcBef>
                <a:spcPts val="0"/>
              </a:spcBef>
              <a:spcAft>
                <a:spcPts val="0"/>
              </a:spcAft>
              <a:buSzPts val="1000"/>
              <a:buChar char="■"/>
              <a:defRPr/>
            </a:lvl6pPr>
            <a:lvl7pPr indent="-285750" lvl="6" marL="3200400" algn="ctr">
              <a:lnSpc>
                <a:spcPct val="100000"/>
              </a:lnSpc>
              <a:spcBef>
                <a:spcPts val="0"/>
              </a:spcBef>
              <a:spcAft>
                <a:spcPts val="0"/>
              </a:spcAft>
              <a:buSzPts val="900"/>
              <a:buChar char="●"/>
              <a:defRPr/>
            </a:lvl7pPr>
            <a:lvl8pPr indent="-279400" lvl="7" marL="3657600" algn="ctr">
              <a:lnSpc>
                <a:spcPct val="100000"/>
              </a:lnSpc>
              <a:spcBef>
                <a:spcPts val="0"/>
              </a:spcBef>
              <a:spcAft>
                <a:spcPts val="0"/>
              </a:spcAft>
              <a:buSzPts val="800"/>
              <a:buChar char="○"/>
              <a:defRPr/>
            </a:lvl8pPr>
            <a:lvl9pPr indent="-273050" lvl="8" marL="4114800" algn="ctr">
              <a:lnSpc>
                <a:spcPct val="100000"/>
              </a:lnSpc>
              <a:spcBef>
                <a:spcPts val="0"/>
              </a:spcBef>
              <a:spcAft>
                <a:spcPts val="0"/>
              </a:spcAft>
              <a:buSzPts val="700"/>
              <a:buChar char="■"/>
              <a:defRPr/>
            </a:lvl9pPr>
          </a:lstStyle>
          <a:p/>
        </p:txBody>
      </p:sp>
      <p:sp>
        <p:nvSpPr>
          <p:cNvPr id="53" name="Google Shape;53;p23"/>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2">
    <p:spTree>
      <p:nvGrpSpPr>
        <p:cNvPr id="54" name="Shape 54"/>
        <p:cNvGrpSpPr/>
        <p:nvPr/>
      </p:nvGrpSpPr>
      <p:grpSpPr>
        <a:xfrm>
          <a:off x="0" y="0"/>
          <a:ext cx="0" cy="0"/>
          <a:chOff x="0" y="0"/>
          <a:chExt cx="0" cy="0"/>
        </a:xfrm>
      </p:grpSpPr>
      <p:sp>
        <p:nvSpPr>
          <p:cNvPr id="55" name="Google Shape;55;p24"/>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CUSTOM_7_1">
    <p:spTree>
      <p:nvGrpSpPr>
        <p:cNvPr id="56" name="Shape 56"/>
        <p:cNvGrpSpPr/>
        <p:nvPr/>
      </p:nvGrpSpPr>
      <p:grpSpPr>
        <a:xfrm>
          <a:off x="0" y="0"/>
          <a:ext cx="0" cy="0"/>
          <a:chOff x="0" y="0"/>
          <a:chExt cx="0" cy="0"/>
        </a:xfrm>
      </p:grpSpPr>
      <p:sp>
        <p:nvSpPr>
          <p:cNvPr id="57" name="Google Shape;57;p25"/>
          <p:cNvSpPr txBox="1"/>
          <p:nvPr>
            <p:ph type="title"/>
          </p:nvPr>
        </p:nvSpPr>
        <p:spPr>
          <a:xfrm>
            <a:off x="677325" y="1832775"/>
            <a:ext cx="3217200" cy="14841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25"/>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
        <p:nvSpPr>
          <p:cNvPr id="59" name="Google Shape;59;p25"/>
          <p:cNvSpPr txBox="1"/>
          <p:nvPr>
            <p:ph idx="1" type="subTitle"/>
          </p:nvPr>
        </p:nvSpPr>
        <p:spPr>
          <a:xfrm>
            <a:off x="4406650" y="393750"/>
            <a:ext cx="4409700" cy="54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p:txBody>
      </p:sp>
      <p:sp>
        <p:nvSpPr>
          <p:cNvPr id="60" name="Google Shape;60;p25"/>
          <p:cNvSpPr txBox="1"/>
          <p:nvPr>
            <p:ph idx="2" type="subTitle"/>
          </p:nvPr>
        </p:nvSpPr>
        <p:spPr>
          <a:xfrm>
            <a:off x="4406650" y="1151705"/>
            <a:ext cx="4409700" cy="54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p:txBody>
      </p:sp>
      <p:sp>
        <p:nvSpPr>
          <p:cNvPr id="61" name="Google Shape;61;p25"/>
          <p:cNvSpPr txBox="1"/>
          <p:nvPr>
            <p:ph idx="3" type="subTitle"/>
          </p:nvPr>
        </p:nvSpPr>
        <p:spPr>
          <a:xfrm>
            <a:off x="4406650" y="3425570"/>
            <a:ext cx="4409700" cy="54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p:txBody>
      </p:sp>
      <p:sp>
        <p:nvSpPr>
          <p:cNvPr id="62" name="Google Shape;62;p25"/>
          <p:cNvSpPr txBox="1"/>
          <p:nvPr>
            <p:ph idx="4" type="subTitle"/>
          </p:nvPr>
        </p:nvSpPr>
        <p:spPr>
          <a:xfrm>
            <a:off x="4406650" y="1909660"/>
            <a:ext cx="4409700" cy="54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p:txBody>
      </p:sp>
      <p:sp>
        <p:nvSpPr>
          <p:cNvPr id="63" name="Google Shape;63;p25"/>
          <p:cNvSpPr txBox="1"/>
          <p:nvPr>
            <p:ph idx="5" type="subTitle"/>
          </p:nvPr>
        </p:nvSpPr>
        <p:spPr>
          <a:xfrm>
            <a:off x="4406650" y="4183525"/>
            <a:ext cx="4409700" cy="54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p:txBody>
      </p:sp>
      <p:sp>
        <p:nvSpPr>
          <p:cNvPr id="64" name="Google Shape;64;p25"/>
          <p:cNvSpPr txBox="1"/>
          <p:nvPr>
            <p:ph idx="6" type="subTitle"/>
          </p:nvPr>
        </p:nvSpPr>
        <p:spPr>
          <a:xfrm>
            <a:off x="4406650" y="2667615"/>
            <a:ext cx="4409700" cy="54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CUSTOM_8_1">
    <p:spTree>
      <p:nvGrpSpPr>
        <p:cNvPr id="65" name="Shape 65"/>
        <p:cNvGrpSpPr/>
        <p:nvPr/>
      </p:nvGrpSpPr>
      <p:grpSpPr>
        <a:xfrm>
          <a:off x="0" y="0"/>
          <a:ext cx="0" cy="0"/>
          <a:chOff x="0" y="0"/>
          <a:chExt cx="0" cy="0"/>
        </a:xfrm>
      </p:grpSpPr>
      <p:sp>
        <p:nvSpPr>
          <p:cNvPr id="66" name="Google Shape;66;p2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26"/>
          <p:cNvSpPr txBox="1"/>
          <p:nvPr>
            <p:ph idx="1" type="body"/>
          </p:nvPr>
        </p:nvSpPr>
        <p:spPr>
          <a:xfrm>
            <a:off x="311700" y="1152475"/>
            <a:ext cx="4473900" cy="3416400"/>
          </a:xfrm>
          <a:prstGeom prst="rect">
            <a:avLst/>
          </a:prstGeom>
          <a:noFill/>
          <a:ln>
            <a:noFill/>
          </a:ln>
        </p:spPr>
        <p:txBody>
          <a:bodyPr anchorCtr="0" anchor="t" bIns="91425" lIns="91425" spcFirstLastPara="1" rIns="91425" wrap="square" tIns="91425">
            <a:noAutofit/>
          </a:bodyPr>
          <a:lstStyle>
            <a:lvl1pPr indent="-323850" lvl="0" marL="457200" algn="l">
              <a:lnSpc>
                <a:spcPct val="100000"/>
              </a:lnSpc>
              <a:spcBef>
                <a:spcPts val="0"/>
              </a:spcBef>
              <a:spcAft>
                <a:spcPts val="0"/>
              </a:spcAft>
              <a:buSzPts val="1500"/>
              <a:buChar char="●"/>
              <a:defRPr/>
            </a:lvl1pPr>
            <a:lvl2pPr indent="-317500" lvl="1" marL="914400" algn="l">
              <a:lnSpc>
                <a:spcPct val="100000"/>
              </a:lnSpc>
              <a:spcBef>
                <a:spcPts val="0"/>
              </a:spcBef>
              <a:spcAft>
                <a:spcPts val="0"/>
              </a:spcAft>
              <a:buSzPts val="1400"/>
              <a:buChar char="○"/>
              <a:defRPr/>
            </a:lvl2pPr>
            <a:lvl3pPr indent="-311150" lvl="2" marL="1371600" algn="l">
              <a:lnSpc>
                <a:spcPct val="100000"/>
              </a:lnSpc>
              <a:spcBef>
                <a:spcPts val="0"/>
              </a:spcBef>
              <a:spcAft>
                <a:spcPts val="0"/>
              </a:spcAft>
              <a:buSzPts val="1300"/>
              <a:buChar char="■"/>
              <a:defRPr/>
            </a:lvl3pPr>
            <a:lvl4pPr indent="-304800" lvl="3" marL="1828800" algn="l">
              <a:lnSpc>
                <a:spcPct val="100000"/>
              </a:lnSpc>
              <a:spcBef>
                <a:spcPts val="0"/>
              </a:spcBef>
              <a:spcAft>
                <a:spcPts val="0"/>
              </a:spcAft>
              <a:buSzPts val="1200"/>
              <a:buChar char="●"/>
              <a:defRPr/>
            </a:lvl4pPr>
            <a:lvl5pPr indent="-298450" lvl="4" marL="2286000" algn="l">
              <a:lnSpc>
                <a:spcPct val="100000"/>
              </a:lnSpc>
              <a:spcBef>
                <a:spcPts val="0"/>
              </a:spcBef>
              <a:spcAft>
                <a:spcPts val="0"/>
              </a:spcAft>
              <a:buSzPts val="1100"/>
              <a:buChar char="○"/>
              <a:defRPr/>
            </a:lvl5pPr>
            <a:lvl6pPr indent="-292100" lvl="5" marL="2743200" algn="l">
              <a:lnSpc>
                <a:spcPct val="100000"/>
              </a:lnSpc>
              <a:spcBef>
                <a:spcPts val="0"/>
              </a:spcBef>
              <a:spcAft>
                <a:spcPts val="0"/>
              </a:spcAft>
              <a:buSzPts val="1000"/>
              <a:buChar char="■"/>
              <a:defRPr/>
            </a:lvl6pPr>
            <a:lvl7pPr indent="-285750" lvl="6" marL="3200400" algn="l">
              <a:lnSpc>
                <a:spcPct val="100000"/>
              </a:lnSpc>
              <a:spcBef>
                <a:spcPts val="0"/>
              </a:spcBef>
              <a:spcAft>
                <a:spcPts val="0"/>
              </a:spcAft>
              <a:buSzPts val="900"/>
              <a:buChar char="●"/>
              <a:defRPr/>
            </a:lvl7pPr>
            <a:lvl8pPr indent="-279400" lvl="7" marL="3657600" algn="l">
              <a:lnSpc>
                <a:spcPct val="100000"/>
              </a:lnSpc>
              <a:spcBef>
                <a:spcPts val="0"/>
              </a:spcBef>
              <a:spcAft>
                <a:spcPts val="0"/>
              </a:spcAft>
              <a:buSzPts val="800"/>
              <a:buChar char="○"/>
              <a:defRPr/>
            </a:lvl8pPr>
            <a:lvl9pPr indent="-273050" lvl="8" marL="4114800" algn="l">
              <a:lnSpc>
                <a:spcPct val="100000"/>
              </a:lnSpc>
              <a:spcBef>
                <a:spcPts val="0"/>
              </a:spcBef>
              <a:spcAft>
                <a:spcPts val="0"/>
              </a:spcAft>
              <a:buSzPts val="700"/>
              <a:buChar char="■"/>
              <a:defRPr/>
            </a:lvl9pPr>
          </a:lstStyle>
          <a:p/>
        </p:txBody>
      </p:sp>
      <p:sp>
        <p:nvSpPr>
          <p:cNvPr id="68" name="Google Shape;68;p26"/>
          <p:cNvSpPr/>
          <p:nvPr>
            <p:ph idx="2" type="pic"/>
          </p:nvPr>
        </p:nvSpPr>
        <p:spPr>
          <a:xfrm>
            <a:off x="4992024" y="1152775"/>
            <a:ext cx="3840300" cy="3416400"/>
          </a:xfrm>
          <a:prstGeom prst="rect">
            <a:avLst/>
          </a:prstGeom>
          <a:noFill/>
          <a:ln>
            <a:noFill/>
          </a:ln>
        </p:spPr>
      </p:sp>
      <p:sp>
        <p:nvSpPr>
          <p:cNvPr id="69" name="Google Shape;69;p26"/>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CUSTOM_1_1">
    <p:spTree>
      <p:nvGrpSpPr>
        <p:cNvPr id="70" name="Shape 70"/>
        <p:cNvGrpSpPr/>
        <p:nvPr/>
      </p:nvGrpSpPr>
      <p:grpSpPr>
        <a:xfrm>
          <a:off x="0" y="0"/>
          <a:ext cx="0" cy="0"/>
          <a:chOff x="0" y="0"/>
          <a:chExt cx="0" cy="0"/>
        </a:xfrm>
      </p:grpSpPr>
      <p:sp>
        <p:nvSpPr>
          <p:cNvPr id="71" name="Google Shape;71;p27"/>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
        <p:nvSpPr>
          <p:cNvPr id="72" name="Google Shape;72;p27"/>
          <p:cNvSpPr txBox="1"/>
          <p:nvPr>
            <p:ph type="title"/>
          </p:nvPr>
        </p:nvSpPr>
        <p:spPr>
          <a:xfrm>
            <a:off x="483175" y="450025"/>
            <a:ext cx="8184600" cy="7581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73" name="Google Shape;73;p27"/>
          <p:cNvSpPr txBox="1"/>
          <p:nvPr>
            <p:ph idx="1" type="body"/>
          </p:nvPr>
        </p:nvSpPr>
        <p:spPr>
          <a:xfrm>
            <a:off x="483150" y="2237788"/>
            <a:ext cx="3619800" cy="2373600"/>
          </a:xfrm>
          <a:prstGeom prst="rect">
            <a:avLst/>
          </a:prstGeom>
          <a:noFill/>
          <a:ln>
            <a:noFill/>
          </a:ln>
        </p:spPr>
        <p:txBody>
          <a:bodyPr anchorCtr="0" anchor="t" bIns="91425" lIns="91425" spcFirstLastPara="1" rIns="91425" wrap="square" tIns="91425">
            <a:noAutofit/>
          </a:bodyPr>
          <a:lstStyle>
            <a:lvl1pPr indent="-323850" lvl="0" marL="457200" algn="l">
              <a:lnSpc>
                <a:spcPct val="100000"/>
              </a:lnSpc>
              <a:spcBef>
                <a:spcPts val="0"/>
              </a:spcBef>
              <a:spcAft>
                <a:spcPts val="0"/>
              </a:spcAft>
              <a:buSzPts val="1500"/>
              <a:buChar char="●"/>
              <a:defRPr/>
            </a:lvl1pPr>
            <a:lvl2pPr indent="-317500" lvl="1" marL="914400" algn="l">
              <a:lnSpc>
                <a:spcPct val="100000"/>
              </a:lnSpc>
              <a:spcBef>
                <a:spcPts val="0"/>
              </a:spcBef>
              <a:spcAft>
                <a:spcPts val="0"/>
              </a:spcAft>
              <a:buSzPts val="1400"/>
              <a:buChar char="○"/>
              <a:defRPr/>
            </a:lvl2pPr>
            <a:lvl3pPr indent="-311150" lvl="2" marL="1371600" algn="l">
              <a:lnSpc>
                <a:spcPct val="100000"/>
              </a:lnSpc>
              <a:spcBef>
                <a:spcPts val="0"/>
              </a:spcBef>
              <a:spcAft>
                <a:spcPts val="0"/>
              </a:spcAft>
              <a:buSzPts val="1300"/>
              <a:buChar char="■"/>
              <a:defRPr/>
            </a:lvl3pPr>
            <a:lvl4pPr indent="-304800" lvl="3" marL="1828800" algn="l">
              <a:lnSpc>
                <a:spcPct val="100000"/>
              </a:lnSpc>
              <a:spcBef>
                <a:spcPts val="0"/>
              </a:spcBef>
              <a:spcAft>
                <a:spcPts val="0"/>
              </a:spcAft>
              <a:buSzPts val="1200"/>
              <a:buChar char="●"/>
              <a:defRPr/>
            </a:lvl4pPr>
            <a:lvl5pPr indent="-298450" lvl="4" marL="2286000" algn="l">
              <a:lnSpc>
                <a:spcPct val="100000"/>
              </a:lnSpc>
              <a:spcBef>
                <a:spcPts val="0"/>
              </a:spcBef>
              <a:spcAft>
                <a:spcPts val="0"/>
              </a:spcAft>
              <a:buSzPts val="1100"/>
              <a:buChar char="○"/>
              <a:defRPr/>
            </a:lvl5pPr>
            <a:lvl6pPr indent="-292100" lvl="5" marL="2743200" algn="l">
              <a:lnSpc>
                <a:spcPct val="100000"/>
              </a:lnSpc>
              <a:spcBef>
                <a:spcPts val="0"/>
              </a:spcBef>
              <a:spcAft>
                <a:spcPts val="0"/>
              </a:spcAft>
              <a:buSzPts val="1000"/>
              <a:buChar char="■"/>
              <a:defRPr/>
            </a:lvl6pPr>
            <a:lvl7pPr indent="-285750" lvl="6" marL="3200400" algn="l">
              <a:lnSpc>
                <a:spcPct val="100000"/>
              </a:lnSpc>
              <a:spcBef>
                <a:spcPts val="0"/>
              </a:spcBef>
              <a:spcAft>
                <a:spcPts val="0"/>
              </a:spcAft>
              <a:buSzPts val="900"/>
              <a:buChar char="●"/>
              <a:defRPr/>
            </a:lvl7pPr>
            <a:lvl8pPr indent="-279400" lvl="7" marL="3657600" algn="l">
              <a:lnSpc>
                <a:spcPct val="100000"/>
              </a:lnSpc>
              <a:spcBef>
                <a:spcPts val="0"/>
              </a:spcBef>
              <a:spcAft>
                <a:spcPts val="0"/>
              </a:spcAft>
              <a:buSzPts val="800"/>
              <a:buChar char="○"/>
              <a:defRPr/>
            </a:lvl8pPr>
            <a:lvl9pPr indent="-273050" lvl="8" marL="4114800" algn="l">
              <a:lnSpc>
                <a:spcPct val="100000"/>
              </a:lnSpc>
              <a:spcBef>
                <a:spcPts val="0"/>
              </a:spcBef>
              <a:spcAft>
                <a:spcPts val="0"/>
              </a:spcAft>
              <a:buSzPts val="700"/>
              <a:buChar char="■"/>
              <a:defRPr/>
            </a:lvl9pPr>
          </a:lstStyle>
          <a:p/>
        </p:txBody>
      </p:sp>
      <p:sp>
        <p:nvSpPr>
          <p:cNvPr id="74" name="Google Shape;74;p27"/>
          <p:cNvSpPr txBox="1"/>
          <p:nvPr>
            <p:ph idx="2" type="body"/>
          </p:nvPr>
        </p:nvSpPr>
        <p:spPr>
          <a:xfrm>
            <a:off x="5048000" y="2237788"/>
            <a:ext cx="3619800" cy="2373600"/>
          </a:xfrm>
          <a:prstGeom prst="rect">
            <a:avLst/>
          </a:prstGeom>
          <a:noFill/>
          <a:ln>
            <a:noFill/>
          </a:ln>
        </p:spPr>
        <p:txBody>
          <a:bodyPr anchorCtr="0" anchor="t" bIns="91425" lIns="91425" spcFirstLastPara="1" rIns="91425" wrap="square" tIns="91425">
            <a:noAutofit/>
          </a:bodyPr>
          <a:lstStyle>
            <a:lvl1pPr indent="-323850" lvl="0" marL="457200" algn="l">
              <a:lnSpc>
                <a:spcPct val="100000"/>
              </a:lnSpc>
              <a:spcBef>
                <a:spcPts val="0"/>
              </a:spcBef>
              <a:spcAft>
                <a:spcPts val="0"/>
              </a:spcAft>
              <a:buSzPts val="1500"/>
              <a:buChar char="●"/>
              <a:defRPr/>
            </a:lvl1pPr>
            <a:lvl2pPr indent="-317500" lvl="1" marL="914400" algn="l">
              <a:lnSpc>
                <a:spcPct val="100000"/>
              </a:lnSpc>
              <a:spcBef>
                <a:spcPts val="0"/>
              </a:spcBef>
              <a:spcAft>
                <a:spcPts val="0"/>
              </a:spcAft>
              <a:buSzPts val="1400"/>
              <a:buChar char="○"/>
              <a:defRPr/>
            </a:lvl2pPr>
            <a:lvl3pPr indent="-311150" lvl="2" marL="1371600" algn="l">
              <a:lnSpc>
                <a:spcPct val="100000"/>
              </a:lnSpc>
              <a:spcBef>
                <a:spcPts val="0"/>
              </a:spcBef>
              <a:spcAft>
                <a:spcPts val="0"/>
              </a:spcAft>
              <a:buSzPts val="1300"/>
              <a:buChar char="■"/>
              <a:defRPr/>
            </a:lvl3pPr>
            <a:lvl4pPr indent="-304800" lvl="3" marL="1828800" algn="l">
              <a:lnSpc>
                <a:spcPct val="100000"/>
              </a:lnSpc>
              <a:spcBef>
                <a:spcPts val="0"/>
              </a:spcBef>
              <a:spcAft>
                <a:spcPts val="0"/>
              </a:spcAft>
              <a:buSzPts val="1200"/>
              <a:buChar char="●"/>
              <a:defRPr/>
            </a:lvl4pPr>
            <a:lvl5pPr indent="-298450" lvl="4" marL="2286000" algn="l">
              <a:lnSpc>
                <a:spcPct val="100000"/>
              </a:lnSpc>
              <a:spcBef>
                <a:spcPts val="0"/>
              </a:spcBef>
              <a:spcAft>
                <a:spcPts val="0"/>
              </a:spcAft>
              <a:buSzPts val="1100"/>
              <a:buChar char="○"/>
              <a:defRPr/>
            </a:lvl5pPr>
            <a:lvl6pPr indent="-292100" lvl="5" marL="2743200" algn="l">
              <a:lnSpc>
                <a:spcPct val="100000"/>
              </a:lnSpc>
              <a:spcBef>
                <a:spcPts val="0"/>
              </a:spcBef>
              <a:spcAft>
                <a:spcPts val="0"/>
              </a:spcAft>
              <a:buSzPts val="1000"/>
              <a:buChar char="■"/>
              <a:defRPr/>
            </a:lvl6pPr>
            <a:lvl7pPr indent="-285750" lvl="6" marL="3200400" algn="l">
              <a:lnSpc>
                <a:spcPct val="100000"/>
              </a:lnSpc>
              <a:spcBef>
                <a:spcPts val="0"/>
              </a:spcBef>
              <a:spcAft>
                <a:spcPts val="0"/>
              </a:spcAft>
              <a:buSzPts val="900"/>
              <a:buChar char="●"/>
              <a:defRPr/>
            </a:lvl7pPr>
            <a:lvl8pPr indent="-279400" lvl="7" marL="3657600" algn="l">
              <a:lnSpc>
                <a:spcPct val="100000"/>
              </a:lnSpc>
              <a:spcBef>
                <a:spcPts val="0"/>
              </a:spcBef>
              <a:spcAft>
                <a:spcPts val="0"/>
              </a:spcAft>
              <a:buSzPts val="800"/>
              <a:buChar char="○"/>
              <a:defRPr/>
            </a:lvl8pPr>
            <a:lvl9pPr indent="-273050" lvl="8" marL="4114800" algn="l">
              <a:lnSpc>
                <a:spcPct val="100000"/>
              </a:lnSpc>
              <a:spcBef>
                <a:spcPts val="0"/>
              </a:spcBef>
              <a:spcAft>
                <a:spcPts val="0"/>
              </a:spcAft>
              <a:buSzPts val="700"/>
              <a:buChar char="■"/>
              <a:defRPr/>
            </a:lvl9pPr>
          </a:lstStyle>
          <a:p/>
        </p:txBody>
      </p:sp>
      <p:sp>
        <p:nvSpPr>
          <p:cNvPr id="75" name="Google Shape;75;p27"/>
          <p:cNvSpPr txBox="1"/>
          <p:nvPr>
            <p:ph idx="3" type="subTitle"/>
          </p:nvPr>
        </p:nvSpPr>
        <p:spPr>
          <a:xfrm>
            <a:off x="483150" y="1336161"/>
            <a:ext cx="3619800" cy="54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p:txBody>
      </p:sp>
      <p:sp>
        <p:nvSpPr>
          <p:cNvPr id="76" name="Google Shape;76;p27"/>
          <p:cNvSpPr txBox="1"/>
          <p:nvPr>
            <p:ph idx="4" type="subTitle"/>
          </p:nvPr>
        </p:nvSpPr>
        <p:spPr>
          <a:xfrm>
            <a:off x="5048000" y="1336161"/>
            <a:ext cx="3619800" cy="54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CUSTOM_2_2">
    <p:spTree>
      <p:nvGrpSpPr>
        <p:cNvPr id="77" name="Shape 77"/>
        <p:cNvGrpSpPr/>
        <p:nvPr/>
      </p:nvGrpSpPr>
      <p:grpSpPr>
        <a:xfrm>
          <a:off x="0" y="0"/>
          <a:ext cx="0" cy="0"/>
          <a:chOff x="0" y="0"/>
          <a:chExt cx="0" cy="0"/>
        </a:xfrm>
      </p:grpSpPr>
      <p:sp>
        <p:nvSpPr>
          <p:cNvPr id="78" name="Google Shape;78;p28"/>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
        <p:nvSpPr>
          <p:cNvPr id="79" name="Google Shape;79;p28"/>
          <p:cNvSpPr txBox="1"/>
          <p:nvPr>
            <p:ph idx="1" type="body"/>
          </p:nvPr>
        </p:nvSpPr>
        <p:spPr>
          <a:xfrm>
            <a:off x="483175" y="2417500"/>
            <a:ext cx="2455500" cy="2373600"/>
          </a:xfrm>
          <a:prstGeom prst="rect">
            <a:avLst/>
          </a:prstGeom>
          <a:noFill/>
          <a:ln>
            <a:noFill/>
          </a:ln>
        </p:spPr>
        <p:txBody>
          <a:bodyPr anchorCtr="0" anchor="t" bIns="91425" lIns="91425" spcFirstLastPara="1" rIns="91425" wrap="square" tIns="91425">
            <a:noAutofit/>
          </a:bodyPr>
          <a:lstStyle>
            <a:lvl1pPr indent="-323850" lvl="0" marL="457200" algn="l">
              <a:lnSpc>
                <a:spcPct val="100000"/>
              </a:lnSpc>
              <a:spcBef>
                <a:spcPts val="0"/>
              </a:spcBef>
              <a:spcAft>
                <a:spcPts val="0"/>
              </a:spcAft>
              <a:buSzPts val="1500"/>
              <a:buChar char="●"/>
              <a:defRPr/>
            </a:lvl1pPr>
            <a:lvl2pPr indent="-317500" lvl="1" marL="914400" algn="l">
              <a:lnSpc>
                <a:spcPct val="100000"/>
              </a:lnSpc>
              <a:spcBef>
                <a:spcPts val="0"/>
              </a:spcBef>
              <a:spcAft>
                <a:spcPts val="0"/>
              </a:spcAft>
              <a:buSzPts val="1400"/>
              <a:buChar char="○"/>
              <a:defRPr/>
            </a:lvl2pPr>
            <a:lvl3pPr indent="-311150" lvl="2" marL="1371600" algn="l">
              <a:lnSpc>
                <a:spcPct val="100000"/>
              </a:lnSpc>
              <a:spcBef>
                <a:spcPts val="0"/>
              </a:spcBef>
              <a:spcAft>
                <a:spcPts val="0"/>
              </a:spcAft>
              <a:buSzPts val="1300"/>
              <a:buChar char="■"/>
              <a:defRPr/>
            </a:lvl3pPr>
            <a:lvl4pPr indent="-304800" lvl="3" marL="1828800" algn="l">
              <a:lnSpc>
                <a:spcPct val="100000"/>
              </a:lnSpc>
              <a:spcBef>
                <a:spcPts val="0"/>
              </a:spcBef>
              <a:spcAft>
                <a:spcPts val="0"/>
              </a:spcAft>
              <a:buSzPts val="1200"/>
              <a:buChar char="●"/>
              <a:defRPr/>
            </a:lvl4pPr>
            <a:lvl5pPr indent="-298450" lvl="4" marL="2286000" algn="l">
              <a:lnSpc>
                <a:spcPct val="100000"/>
              </a:lnSpc>
              <a:spcBef>
                <a:spcPts val="0"/>
              </a:spcBef>
              <a:spcAft>
                <a:spcPts val="0"/>
              </a:spcAft>
              <a:buSzPts val="1100"/>
              <a:buChar char="○"/>
              <a:defRPr/>
            </a:lvl5pPr>
            <a:lvl6pPr indent="-292100" lvl="5" marL="2743200" algn="l">
              <a:lnSpc>
                <a:spcPct val="100000"/>
              </a:lnSpc>
              <a:spcBef>
                <a:spcPts val="0"/>
              </a:spcBef>
              <a:spcAft>
                <a:spcPts val="0"/>
              </a:spcAft>
              <a:buSzPts val="1000"/>
              <a:buChar char="■"/>
              <a:defRPr/>
            </a:lvl6pPr>
            <a:lvl7pPr indent="-285750" lvl="6" marL="3200400" algn="l">
              <a:lnSpc>
                <a:spcPct val="100000"/>
              </a:lnSpc>
              <a:spcBef>
                <a:spcPts val="0"/>
              </a:spcBef>
              <a:spcAft>
                <a:spcPts val="0"/>
              </a:spcAft>
              <a:buSzPts val="900"/>
              <a:buChar char="●"/>
              <a:defRPr/>
            </a:lvl7pPr>
            <a:lvl8pPr indent="-279400" lvl="7" marL="3657600" algn="l">
              <a:lnSpc>
                <a:spcPct val="100000"/>
              </a:lnSpc>
              <a:spcBef>
                <a:spcPts val="0"/>
              </a:spcBef>
              <a:spcAft>
                <a:spcPts val="0"/>
              </a:spcAft>
              <a:buSzPts val="800"/>
              <a:buChar char="○"/>
              <a:defRPr/>
            </a:lvl8pPr>
            <a:lvl9pPr indent="-273050" lvl="8" marL="4114800" algn="l">
              <a:lnSpc>
                <a:spcPct val="100000"/>
              </a:lnSpc>
              <a:spcBef>
                <a:spcPts val="0"/>
              </a:spcBef>
              <a:spcAft>
                <a:spcPts val="0"/>
              </a:spcAft>
              <a:buSzPts val="700"/>
              <a:buChar char="■"/>
              <a:defRPr/>
            </a:lvl9pPr>
          </a:lstStyle>
          <a:p/>
        </p:txBody>
      </p:sp>
      <p:sp>
        <p:nvSpPr>
          <p:cNvPr id="80" name="Google Shape;80;p28"/>
          <p:cNvSpPr txBox="1"/>
          <p:nvPr>
            <p:ph idx="2" type="body"/>
          </p:nvPr>
        </p:nvSpPr>
        <p:spPr>
          <a:xfrm>
            <a:off x="3347725" y="2417500"/>
            <a:ext cx="2455500" cy="2373600"/>
          </a:xfrm>
          <a:prstGeom prst="rect">
            <a:avLst/>
          </a:prstGeom>
          <a:noFill/>
          <a:ln>
            <a:noFill/>
          </a:ln>
        </p:spPr>
        <p:txBody>
          <a:bodyPr anchorCtr="0" anchor="t" bIns="91425" lIns="91425" spcFirstLastPara="1" rIns="91425" wrap="square" tIns="91425">
            <a:noAutofit/>
          </a:bodyPr>
          <a:lstStyle>
            <a:lvl1pPr indent="-323850" lvl="0" marL="457200" algn="l">
              <a:lnSpc>
                <a:spcPct val="100000"/>
              </a:lnSpc>
              <a:spcBef>
                <a:spcPts val="0"/>
              </a:spcBef>
              <a:spcAft>
                <a:spcPts val="0"/>
              </a:spcAft>
              <a:buSzPts val="1500"/>
              <a:buChar char="●"/>
              <a:defRPr/>
            </a:lvl1pPr>
            <a:lvl2pPr indent="-317500" lvl="1" marL="914400" algn="l">
              <a:lnSpc>
                <a:spcPct val="100000"/>
              </a:lnSpc>
              <a:spcBef>
                <a:spcPts val="0"/>
              </a:spcBef>
              <a:spcAft>
                <a:spcPts val="0"/>
              </a:spcAft>
              <a:buSzPts val="1400"/>
              <a:buChar char="○"/>
              <a:defRPr/>
            </a:lvl2pPr>
            <a:lvl3pPr indent="-311150" lvl="2" marL="1371600" algn="l">
              <a:lnSpc>
                <a:spcPct val="100000"/>
              </a:lnSpc>
              <a:spcBef>
                <a:spcPts val="0"/>
              </a:spcBef>
              <a:spcAft>
                <a:spcPts val="0"/>
              </a:spcAft>
              <a:buSzPts val="1300"/>
              <a:buChar char="■"/>
              <a:defRPr/>
            </a:lvl3pPr>
            <a:lvl4pPr indent="-304800" lvl="3" marL="1828800" algn="l">
              <a:lnSpc>
                <a:spcPct val="100000"/>
              </a:lnSpc>
              <a:spcBef>
                <a:spcPts val="0"/>
              </a:spcBef>
              <a:spcAft>
                <a:spcPts val="0"/>
              </a:spcAft>
              <a:buSzPts val="1200"/>
              <a:buChar char="●"/>
              <a:defRPr/>
            </a:lvl4pPr>
            <a:lvl5pPr indent="-298450" lvl="4" marL="2286000" algn="l">
              <a:lnSpc>
                <a:spcPct val="100000"/>
              </a:lnSpc>
              <a:spcBef>
                <a:spcPts val="0"/>
              </a:spcBef>
              <a:spcAft>
                <a:spcPts val="0"/>
              </a:spcAft>
              <a:buSzPts val="1100"/>
              <a:buChar char="○"/>
              <a:defRPr/>
            </a:lvl5pPr>
            <a:lvl6pPr indent="-292100" lvl="5" marL="2743200" algn="l">
              <a:lnSpc>
                <a:spcPct val="100000"/>
              </a:lnSpc>
              <a:spcBef>
                <a:spcPts val="0"/>
              </a:spcBef>
              <a:spcAft>
                <a:spcPts val="0"/>
              </a:spcAft>
              <a:buSzPts val="1000"/>
              <a:buChar char="■"/>
              <a:defRPr/>
            </a:lvl6pPr>
            <a:lvl7pPr indent="-285750" lvl="6" marL="3200400" algn="l">
              <a:lnSpc>
                <a:spcPct val="100000"/>
              </a:lnSpc>
              <a:spcBef>
                <a:spcPts val="0"/>
              </a:spcBef>
              <a:spcAft>
                <a:spcPts val="0"/>
              </a:spcAft>
              <a:buSzPts val="900"/>
              <a:buChar char="●"/>
              <a:defRPr/>
            </a:lvl7pPr>
            <a:lvl8pPr indent="-279400" lvl="7" marL="3657600" algn="l">
              <a:lnSpc>
                <a:spcPct val="100000"/>
              </a:lnSpc>
              <a:spcBef>
                <a:spcPts val="0"/>
              </a:spcBef>
              <a:spcAft>
                <a:spcPts val="0"/>
              </a:spcAft>
              <a:buSzPts val="800"/>
              <a:buChar char="○"/>
              <a:defRPr/>
            </a:lvl8pPr>
            <a:lvl9pPr indent="-273050" lvl="8" marL="4114800" algn="l">
              <a:lnSpc>
                <a:spcPct val="100000"/>
              </a:lnSpc>
              <a:spcBef>
                <a:spcPts val="0"/>
              </a:spcBef>
              <a:spcAft>
                <a:spcPts val="0"/>
              </a:spcAft>
              <a:buSzPts val="700"/>
              <a:buChar char="■"/>
              <a:defRPr/>
            </a:lvl9pPr>
          </a:lstStyle>
          <a:p/>
        </p:txBody>
      </p:sp>
      <p:sp>
        <p:nvSpPr>
          <p:cNvPr id="81" name="Google Shape;81;p28"/>
          <p:cNvSpPr txBox="1"/>
          <p:nvPr>
            <p:ph idx="3" type="body"/>
          </p:nvPr>
        </p:nvSpPr>
        <p:spPr>
          <a:xfrm>
            <a:off x="6212275" y="2417500"/>
            <a:ext cx="2455500" cy="2373600"/>
          </a:xfrm>
          <a:prstGeom prst="rect">
            <a:avLst/>
          </a:prstGeom>
          <a:noFill/>
          <a:ln>
            <a:noFill/>
          </a:ln>
        </p:spPr>
        <p:txBody>
          <a:bodyPr anchorCtr="0" anchor="t" bIns="91425" lIns="91425" spcFirstLastPara="1" rIns="91425" wrap="square" tIns="91425">
            <a:noAutofit/>
          </a:bodyPr>
          <a:lstStyle>
            <a:lvl1pPr indent="-323850" lvl="0" marL="457200" algn="l">
              <a:lnSpc>
                <a:spcPct val="100000"/>
              </a:lnSpc>
              <a:spcBef>
                <a:spcPts val="0"/>
              </a:spcBef>
              <a:spcAft>
                <a:spcPts val="0"/>
              </a:spcAft>
              <a:buSzPts val="1500"/>
              <a:buChar char="●"/>
              <a:defRPr/>
            </a:lvl1pPr>
            <a:lvl2pPr indent="-317500" lvl="1" marL="914400" algn="l">
              <a:lnSpc>
                <a:spcPct val="100000"/>
              </a:lnSpc>
              <a:spcBef>
                <a:spcPts val="0"/>
              </a:spcBef>
              <a:spcAft>
                <a:spcPts val="0"/>
              </a:spcAft>
              <a:buSzPts val="1400"/>
              <a:buChar char="○"/>
              <a:defRPr/>
            </a:lvl2pPr>
            <a:lvl3pPr indent="-311150" lvl="2" marL="1371600" algn="l">
              <a:lnSpc>
                <a:spcPct val="100000"/>
              </a:lnSpc>
              <a:spcBef>
                <a:spcPts val="0"/>
              </a:spcBef>
              <a:spcAft>
                <a:spcPts val="0"/>
              </a:spcAft>
              <a:buSzPts val="1300"/>
              <a:buChar char="■"/>
              <a:defRPr/>
            </a:lvl3pPr>
            <a:lvl4pPr indent="-304800" lvl="3" marL="1828800" algn="l">
              <a:lnSpc>
                <a:spcPct val="100000"/>
              </a:lnSpc>
              <a:spcBef>
                <a:spcPts val="0"/>
              </a:spcBef>
              <a:spcAft>
                <a:spcPts val="0"/>
              </a:spcAft>
              <a:buSzPts val="1200"/>
              <a:buChar char="●"/>
              <a:defRPr/>
            </a:lvl4pPr>
            <a:lvl5pPr indent="-298450" lvl="4" marL="2286000" algn="l">
              <a:lnSpc>
                <a:spcPct val="100000"/>
              </a:lnSpc>
              <a:spcBef>
                <a:spcPts val="0"/>
              </a:spcBef>
              <a:spcAft>
                <a:spcPts val="0"/>
              </a:spcAft>
              <a:buSzPts val="1100"/>
              <a:buChar char="○"/>
              <a:defRPr/>
            </a:lvl5pPr>
            <a:lvl6pPr indent="-292100" lvl="5" marL="2743200" algn="l">
              <a:lnSpc>
                <a:spcPct val="100000"/>
              </a:lnSpc>
              <a:spcBef>
                <a:spcPts val="0"/>
              </a:spcBef>
              <a:spcAft>
                <a:spcPts val="0"/>
              </a:spcAft>
              <a:buSzPts val="1000"/>
              <a:buChar char="■"/>
              <a:defRPr/>
            </a:lvl6pPr>
            <a:lvl7pPr indent="-285750" lvl="6" marL="3200400" algn="l">
              <a:lnSpc>
                <a:spcPct val="100000"/>
              </a:lnSpc>
              <a:spcBef>
                <a:spcPts val="0"/>
              </a:spcBef>
              <a:spcAft>
                <a:spcPts val="0"/>
              </a:spcAft>
              <a:buSzPts val="900"/>
              <a:buChar char="●"/>
              <a:defRPr/>
            </a:lvl7pPr>
            <a:lvl8pPr indent="-279400" lvl="7" marL="3657600" algn="l">
              <a:lnSpc>
                <a:spcPct val="100000"/>
              </a:lnSpc>
              <a:spcBef>
                <a:spcPts val="0"/>
              </a:spcBef>
              <a:spcAft>
                <a:spcPts val="0"/>
              </a:spcAft>
              <a:buSzPts val="800"/>
              <a:buChar char="○"/>
              <a:defRPr/>
            </a:lvl8pPr>
            <a:lvl9pPr indent="-273050" lvl="8" marL="4114800" algn="l">
              <a:lnSpc>
                <a:spcPct val="100000"/>
              </a:lnSpc>
              <a:spcBef>
                <a:spcPts val="0"/>
              </a:spcBef>
              <a:spcAft>
                <a:spcPts val="0"/>
              </a:spcAft>
              <a:buSzPts val="700"/>
              <a:buChar char="■"/>
              <a:defRPr/>
            </a:lvl9pPr>
          </a:lstStyle>
          <a:p/>
        </p:txBody>
      </p:sp>
      <p:sp>
        <p:nvSpPr>
          <p:cNvPr id="82" name="Google Shape;82;p28"/>
          <p:cNvSpPr txBox="1"/>
          <p:nvPr>
            <p:ph type="title"/>
          </p:nvPr>
        </p:nvSpPr>
        <p:spPr>
          <a:xfrm>
            <a:off x="483175" y="450025"/>
            <a:ext cx="8184600" cy="7581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83" name="Google Shape;83;p28"/>
          <p:cNvSpPr txBox="1"/>
          <p:nvPr>
            <p:ph idx="4" type="subTitle"/>
          </p:nvPr>
        </p:nvSpPr>
        <p:spPr>
          <a:xfrm>
            <a:off x="483175" y="1336150"/>
            <a:ext cx="2455500" cy="778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p:txBody>
      </p:sp>
      <p:sp>
        <p:nvSpPr>
          <p:cNvPr id="84" name="Google Shape;84;p28"/>
          <p:cNvSpPr txBox="1"/>
          <p:nvPr>
            <p:ph idx="5" type="subTitle"/>
          </p:nvPr>
        </p:nvSpPr>
        <p:spPr>
          <a:xfrm>
            <a:off x="3347725" y="1336150"/>
            <a:ext cx="2455500" cy="778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p:txBody>
      </p:sp>
      <p:sp>
        <p:nvSpPr>
          <p:cNvPr id="85" name="Google Shape;85;p28"/>
          <p:cNvSpPr txBox="1"/>
          <p:nvPr>
            <p:ph idx="6" type="subTitle"/>
          </p:nvPr>
        </p:nvSpPr>
        <p:spPr>
          <a:xfrm>
            <a:off x="6212275" y="1336150"/>
            <a:ext cx="2455500" cy="778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CUSTOM_3_1">
    <p:spTree>
      <p:nvGrpSpPr>
        <p:cNvPr id="86" name="Shape 86"/>
        <p:cNvGrpSpPr/>
        <p:nvPr/>
      </p:nvGrpSpPr>
      <p:grpSpPr>
        <a:xfrm>
          <a:off x="0" y="0"/>
          <a:ext cx="0" cy="0"/>
          <a:chOff x="0" y="0"/>
          <a:chExt cx="0" cy="0"/>
        </a:xfrm>
      </p:grpSpPr>
      <p:sp>
        <p:nvSpPr>
          <p:cNvPr id="87" name="Google Shape;87;p29"/>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
        <p:nvSpPr>
          <p:cNvPr id="88" name="Google Shape;88;p29"/>
          <p:cNvSpPr txBox="1"/>
          <p:nvPr>
            <p:ph idx="1" type="body"/>
          </p:nvPr>
        </p:nvSpPr>
        <p:spPr>
          <a:xfrm>
            <a:off x="366725" y="1759093"/>
            <a:ext cx="3838500" cy="11385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SzPts val="1400"/>
              <a:buChar char="●"/>
              <a:defRPr sz="1400"/>
            </a:lvl1pPr>
            <a:lvl2pPr indent="-317500" lvl="1" marL="914400" algn="l">
              <a:lnSpc>
                <a:spcPct val="100000"/>
              </a:lnSpc>
              <a:spcBef>
                <a:spcPts val="0"/>
              </a:spcBef>
              <a:spcAft>
                <a:spcPts val="0"/>
              </a:spcAft>
              <a:buSzPts val="1400"/>
              <a:buChar char="○"/>
              <a:defRPr/>
            </a:lvl2pPr>
            <a:lvl3pPr indent="-311150" lvl="2" marL="1371600" algn="l">
              <a:lnSpc>
                <a:spcPct val="100000"/>
              </a:lnSpc>
              <a:spcBef>
                <a:spcPts val="0"/>
              </a:spcBef>
              <a:spcAft>
                <a:spcPts val="0"/>
              </a:spcAft>
              <a:buSzPts val="1300"/>
              <a:buChar char="■"/>
              <a:defRPr/>
            </a:lvl3pPr>
            <a:lvl4pPr indent="-304800" lvl="3" marL="1828800" algn="l">
              <a:lnSpc>
                <a:spcPct val="100000"/>
              </a:lnSpc>
              <a:spcBef>
                <a:spcPts val="0"/>
              </a:spcBef>
              <a:spcAft>
                <a:spcPts val="0"/>
              </a:spcAft>
              <a:buSzPts val="1200"/>
              <a:buChar char="●"/>
              <a:defRPr/>
            </a:lvl4pPr>
            <a:lvl5pPr indent="-298450" lvl="4" marL="2286000" algn="l">
              <a:lnSpc>
                <a:spcPct val="100000"/>
              </a:lnSpc>
              <a:spcBef>
                <a:spcPts val="0"/>
              </a:spcBef>
              <a:spcAft>
                <a:spcPts val="0"/>
              </a:spcAft>
              <a:buSzPts val="1100"/>
              <a:buChar char="○"/>
              <a:defRPr/>
            </a:lvl5pPr>
            <a:lvl6pPr indent="-292100" lvl="5" marL="2743200" algn="l">
              <a:lnSpc>
                <a:spcPct val="100000"/>
              </a:lnSpc>
              <a:spcBef>
                <a:spcPts val="0"/>
              </a:spcBef>
              <a:spcAft>
                <a:spcPts val="0"/>
              </a:spcAft>
              <a:buSzPts val="1000"/>
              <a:buChar char="■"/>
              <a:defRPr/>
            </a:lvl6pPr>
            <a:lvl7pPr indent="-285750" lvl="6" marL="3200400" algn="l">
              <a:lnSpc>
                <a:spcPct val="100000"/>
              </a:lnSpc>
              <a:spcBef>
                <a:spcPts val="0"/>
              </a:spcBef>
              <a:spcAft>
                <a:spcPts val="0"/>
              </a:spcAft>
              <a:buSzPts val="900"/>
              <a:buChar char="●"/>
              <a:defRPr/>
            </a:lvl7pPr>
            <a:lvl8pPr indent="-279400" lvl="7" marL="3657600" algn="l">
              <a:lnSpc>
                <a:spcPct val="100000"/>
              </a:lnSpc>
              <a:spcBef>
                <a:spcPts val="0"/>
              </a:spcBef>
              <a:spcAft>
                <a:spcPts val="0"/>
              </a:spcAft>
              <a:buSzPts val="800"/>
              <a:buChar char="○"/>
              <a:defRPr/>
            </a:lvl8pPr>
            <a:lvl9pPr indent="-273050" lvl="8" marL="4114800" algn="l">
              <a:lnSpc>
                <a:spcPct val="100000"/>
              </a:lnSpc>
              <a:spcBef>
                <a:spcPts val="0"/>
              </a:spcBef>
              <a:spcAft>
                <a:spcPts val="0"/>
              </a:spcAft>
              <a:buSzPts val="700"/>
              <a:buChar char="■"/>
              <a:defRPr/>
            </a:lvl9pPr>
          </a:lstStyle>
          <a:p/>
        </p:txBody>
      </p:sp>
      <p:sp>
        <p:nvSpPr>
          <p:cNvPr id="89" name="Google Shape;89;p29"/>
          <p:cNvSpPr txBox="1"/>
          <p:nvPr>
            <p:ph idx="2" type="body"/>
          </p:nvPr>
        </p:nvSpPr>
        <p:spPr>
          <a:xfrm>
            <a:off x="4938725" y="1759093"/>
            <a:ext cx="3838500" cy="11385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SzPts val="1400"/>
              <a:buChar char="●"/>
              <a:defRPr sz="1400"/>
            </a:lvl1pPr>
            <a:lvl2pPr indent="-317500" lvl="1" marL="914400" algn="l">
              <a:lnSpc>
                <a:spcPct val="100000"/>
              </a:lnSpc>
              <a:spcBef>
                <a:spcPts val="0"/>
              </a:spcBef>
              <a:spcAft>
                <a:spcPts val="0"/>
              </a:spcAft>
              <a:buSzPts val="1400"/>
              <a:buChar char="○"/>
              <a:defRPr/>
            </a:lvl2pPr>
            <a:lvl3pPr indent="-311150" lvl="2" marL="1371600" algn="l">
              <a:lnSpc>
                <a:spcPct val="100000"/>
              </a:lnSpc>
              <a:spcBef>
                <a:spcPts val="0"/>
              </a:spcBef>
              <a:spcAft>
                <a:spcPts val="0"/>
              </a:spcAft>
              <a:buSzPts val="1300"/>
              <a:buChar char="■"/>
              <a:defRPr/>
            </a:lvl3pPr>
            <a:lvl4pPr indent="-304800" lvl="3" marL="1828800" algn="l">
              <a:lnSpc>
                <a:spcPct val="100000"/>
              </a:lnSpc>
              <a:spcBef>
                <a:spcPts val="0"/>
              </a:spcBef>
              <a:spcAft>
                <a:spcPts val="0"/>
              </a:spcAft>
              <a:buSzPts val="1200"/>
              <a:buChar char="●"/>
              <a:defRPr/>
            </a:lvl4pPr>
            <a:lvl5pPr indent="-298450" lvl="4" marL="2286000" algn="l">
              <a:lnSpc>
                <a:spcPct val="100000"/>
              </a:lnSpc>
              <a:spcBef>
                <a:spcPts val="0"/>
              </a:spcBef>
              <a:spcAft>
                <a:spcPts val="0"/>
              </a:spcAft>
              <a:buSzPts val="1100"/>
              <a:buChar char="○"/>
              <a:defRPr/>
            </a:lvl5pPr>
            <a:lvl6pPr indent="-292100" lvl="5" marL="2743200" algn="l">
              <a:lnSpc>
                <a:spcPct val="100000"/>
              </a:lnSpc>
              <a:spcBef>
                <a:spcPts val="0"/>
              </a:spcBef>
              <a:spcAft>
                <a:spcPts val="0"/>
              </a:spcAft>
              <a:buSzPts val="1000"/>
              <a:buChar char="■"/>
              <a:defRPr/>
            </a:lvl6pPr>
            <a:lvl7pPr indent="-285750" lvl="6" marL="3200400" algn="l">
              <a:lnSpc>
                <a:spcPct val="100000"/>
              </a:lnSpc>
              <a:spcBef>
                <a:spcPts val="0"/>
              </a:spcBef>
              <a:spcAft>
                <a:spcPts val="0"/>
              </a:spcAft>
              <a:buSzPts val="900"/>
              <a:buChar char="●"/>
              <a:defRPr/>
            </a:lvl7pPr>
            <a:lvl8pPr indent="-279400" lvl="7" marL="3657600" algn="l">
              <a:lnSpc>
                <a:spcPct val="100000"/>
              </a:lnSpc>
              <a:spcBef>
                <a:spcPts val="0"/>
              </a:spcBef>
              <a:spcAft>
                <a:spcPts val="0"/>
              </a:spcAft>
              <a:buSzPts val="800"/>
              <a:buChar char="○"/>
              <a:defRPr/>
            </a:lvl8pPr>
            <a:lvl9pPr indent="-273050" lvl="8" marL="4114800" algn="l">
              <a:lnSpc>
                <a:spcPct val="100000"/>
              </a:lnSpc>
              <a:spcBef>
                <a:spcPts val="0"/>
              </a:spcBef>
              <a:spcAft>
                <a:spcPts val="0"/>
              </a:spcAft>
              <a:buSzPts val="700"/>
              <a:buChar char="■"/>
              <a:defRPr/>
            </a:lvl9pPr>
          </a:lstStyle>
          <a:p/>
        </p:txBody>
      </p:sp>
      <p:sp>
        <p:nvSpPr>
          <p:cNvPr id="90" name="Google Shape;90;p29"/>
          <p:cNvSpPr txBox="1"/>
          <p:nvPr>
            <p:ph idx="3" type="body"/>
          </p:nvPr>
        </p:nvSpPr>
        <p:spPr>
          <a:xfrm>
            <a:off x="366750" y="3648575"/>
            <a:ext cx="3838500" cy="11385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SzPts val="1400"/>
              <a:buChar char="●"/>
              <a:defRPr sz="1400"/>
            </a:lvl1pPr>
            <a:lvl2pPr indent="-317500" lvl="1" marL="914400" algn="l">
              <a:lnSpc>
                <a:spcPct val="100000"/>
              </a:lnSpc>
              <a:spcBef>
                <a:spcPts val="0"/>
              </a:spcBef>
              <a:spcAft>
                <a:spcPts val="0"/>
              </a:spcAft>
              <a:buSzPts val="1400"/>
              <a:buChar char="○"/>
              <a:defRPr/>
            </a:lvl2pPr>
            <a:lvl3pPr indent="-311150" lvl="2" marL="1371600" algn="l">
              <a:lnSpc>
                <a:spcPct val="100000"/>
              </a:lnSpc>
              <a:spcBef>
                <a:spcPts val="0"/>
              </a:spcBef>
              <a:spcAft>
                <a:spcPts val="0"/>
              </a:spcAft>
              <a:buSzPts val="1300"/>
              <a:buChar char="■"/>
              <a:defRPr/>
            </a:lvl3pPr>
            <a:lvl4pPr indent="-304800" lvl="3" marL="1828800" algn="l">
              <a:lnSpc>
                <a:spcPct val="100000"/>
              </a:lnSpc>
              <a:spcBef>
                <a:spcPts val="0"/>
              </a:spcBef>
              <a:spcAft>
                <a:spcPts val="0"/>
              </a:spcAft>
              <a:buSzPts val="1200"/>
              <a:buChar char="●"/>
              <a:defRPr/>
            </a:lvl4pPr>
            <a:lvl5pPr indent="-298450" lvl="4" marL="2286000" algn="l">
              <a:lnSpc>
                <a:spcPct val="100000"/>
              </a:lnSpc>
              <a:spcBef>
                <a:spcPts val="0"/>
              </a:spcBef>
              <a:spcAft>
                <a:spcPts val="0"/>
              </a:spcAft>
              <a:buSzPts val="1100"/>
              <a:buChar char="○"/>
              <a:defRPr/>
            </a:lvl5pPr>
            <a:lvl6pPr indent="-292100" lvl="5" marL="2743200" algn="l">
              <a:lnSpc>
                <a:spcPct val="100000"/>
              </a:lnSpc>
              <a:spcBef>
                <a:spcPts val="0"/>
              </a:spcBef>
              <a:spcAft>
                <a:spcPts val="0"/>
              </a:spcAft>
              <a:buSzPts val="1000"/>
              <a:buChar char="■"/>
              <a:defRPr/>
            </a:lvl6pPr>
            <a:lvl7pPr indent="-285750" lvl="6" marL="3200400" algn="l">
              <a:lnSpc>
                <a:spcPct val="100000"/>
              </a:lnSpc>
              <a:spcBef>
                <a:spcPts val="0"/>
              </a:spcBef>
              <a:spcAft>
                <a:spcPts val="0"/>
              </a:spcAft>
              <a:buSzPts val="900"/>
              <a:buChar char="●"/>
              <a:defRPr/>
            </a:lvl7pPr>
            <a:lvl8pPr indent="-279400" lvl="7" marL="3657600" algn="l">
              <a:lnSpc>
                <a:spcPct val="100000"/>
              </a:lnSpc>
              <a:spcBef>
                <a:spcPts val="0"/>
              </a:spcBef>
              <a:spcAft>
                <a:spcPts val="0"/>
              </a:spcAft>
              <a:buSzPts val="800"/>
              <a:buChar char="○"/>
              <a:defRPr/>
            </a:lvl8pPr>
            <a:lvl9pPr indent="-273050" lvl="8" marL="4114800" algn="l">
              <a:lnSpc>
                <a:spcPct val="100000"/>
              </a:lnSpc>
              <a:spcBef>
                <a:spcPts val="0"/>
              </a:spcBef>
              <a:spcAft>
                <a:spcPts val="0"/>
              </a:spcAft>
              <a:buSzPts val="700"/>
              <a:buChar char="■"/>
              <a:defRPr/>
            </a:lvl9pPr>
          </a:lstStyle>
          <a:p/>
        </p:txBody>
      </p:sp>
      <p:sp>
        <p:nvSpPr>
          <p:cNvPr id="91" name="Google Shape;91;p29"/>
          <p:cNvSpPr txBox="1"/>
          <p:nvPr>
            <p:ph idx="4" type="body"/>
          </p:nvPr>
        </p:nvSpPr>
        <p:spPr>
          <a:xfrm>
            <a:off x="4938750" y="3648575"/>
            <a:ext cx="3838500" cy="1138500"/>
          </a:xfrm>
          <a:prstGeom prst="rect">
            <a:avLst/>
          </a:prstGeom>
          <a:noFill/>
          <a:ln>
            <a:noFill/>
          </a:ln>
        </p:spPr>
        <p:txBody>
          <a:bodyPr anchorCtr="0" anchor="t" bIns="91425" lIns="91425" spcFirstLastPara="1" rIns="91425" wrap="square" tIns="91425">
            <a:noAutofit/>
          </a:bodyPr>
          <a:lstStyle>
            <a:lvl1pPr indent="-317500" lvl="0" marL="457200" algn="l">
              <a:lnSpc>
                <a:spcPct val="100000"/>
              </a:lnSpc>
              <a:spcBef>
                <a:spcPts val="0"/>
              </a:spcBef>
              <a:spcAft>
                <a:spcPts val="0"/>
              </a:spcAft>
              <a:buSzPts val="1400"/>
              <a:buChar char="●"/>
              <a:defRPr sz="1400"/>
            </a:lvl1pPr>
            <a:lvl2pPr indent="-317500" lvl="1" marL="914400" algn="l">
              <a:lnSpc>
                <a:spcPct val="100000"/>
              </a:lnSpc>
              <a:spcBef>
                <a:spcPts val="0"/>
              </a:spcBef>
              <a:spcAft>
                <a:spcPts val="0"/>
              </a:spcAft>
              <a:buSzPts val="1400"/>
              <a:buChar char="○"/>
              <a:defRPr/>
            </a:lvl2pPr>
            <a:lvl3pPr indent="-311150" lvl="2" marL="1371600" algn="l">
              <a:lnSpc>
                <a:spcPct val="100000"/>
              </a:lnSpc>
              <a:spcBef>
                <a:spcPts val="0"/>
              </a:spcBef>
              <a:spcAft>
                <a:spcPts val="0"/>
              </a:spcAft>
              <a:buSzPts val="1300"/>
              <a:buChar char="■"/>
              <a:defRPr/>
            </a:lvl3pPr>
            <a:lvl4pPr indent="-304800" lvl="3" marL="1828800" algn="l">
              <a:lnSpc>
                <a:spcPct val="100000"/>
              </a:lnSpc>
              <a:spcBef>
                <a:spcPts val="0"/>
              </a:spcBef>
              <a:spcAft>
                <a:spcPts val="0"/>
              </a:spcAft>
              <a:buSzPts val="1200"/>
              <a:buChar char="●"/>
              <a:defRPr/>
            </a:lvl4pPr>
            <a:lvl5pPr indent="-298450" lvl="4" marL="2286000" algn="l">
              <a:lnSpc>
                <a:spcPct val="100000"/>
              </a:lnSpc>
              <a:spcBef>
                <a:spcPts val="0"/>
              </a:spcBef>
              <a:spcAft>
                <a:spcPts val="0"/>
              </a:spcAft>
              <a:buSzPts val="1100"/>
              <a:buChar char="○"/>
              <a:defRPr/>
            </a:lvl5pPr>
            <a:lvl6pPr indent="-292100" lvl="5" marL="2743200" algn="l">
              <a:lnSpc>
                <a:spcPct val="100000"/>
              </a:lnSpc>
              <a:spcBef>
                <a:spcPts val="0"/>
              </a:spcBef>
              <a:spcAft>
                <a:spcPts val="0"/>
              </a:spcAft>
              <a:buSzPts val="1000"/>
              <a:buChar char="■"/>
              <a:defRPr/>
            </a:lvl6pPr>
            <a:lvl7pPr indent="-285750" lvl="6" marL="3200400" algn="l">
              <a:lnSpc>
                <a:spcPct val="100000"/>
              </a:lnSpc>
              <a:spcBef>
                <a:spcPts val="0"/>
              </a:spcBef>
              <a:spcAft>
                <a:spcPts val="0"/>
              </a:spcAft>
              <a:buSzPts val="900"/>
              <a:buChar char="●"/>
              <a:defRPr/>
            </a:lvl7pPr>
            <a:lvl8pPr indent="-279400" lvl="7" marL="3657600" algn="l">
              <a:lnSpc>
                <a:spcPct val="100000"/>
              </a:lnSpc>
              <a:spcBef>
                <a:spcPts val="0"/>
              </a:spcBef>
              <a:spcAft>
                <a:spcPts val="0"/>
              </a:spcAft>
              <a:buSzPts val="800"/>
              <a:buChar char="○"/>
              <a:defRPr/>
            </a:lvl8pPr>
            <a:lvl9pPr indent="-273050" lvl="8" marL="4114800" algn="l">
              <a:lnSpc>
                <a:spcPct val="100000"/>
              </a:lnSpc>
              <a:spcBef>
                <a:spcPts val="0"/>
              </a:spcBef>
              <a:spcAft>
                <a:spcPts val="0"/>
              </a:spcAft>
              <a:buSzPts val="700"/>
              <a:buChar char="■"/>
              <a:defRPr/>
            </a:lvl9pPr>
          </a:lstStyle>
          <a:p/>
        </p:txBody>
      </p:sp>
      <p:sp>
        <p:nvSpPr>
          <p:cNvPr id="92" name="Google Shape;92;p29"/>
          <p:cNvSpPr txBox="1"/>
          <p:nvPr>
            <p:ph type="title"/>
          </p:nvPr>
        </p:nvSpPr>
        <p:spPr>
          <a:xfrm>
            <a:off x="366750" y="450025"/>
            <a:ext cx="8184600" cy="7581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p:txBody>
      </p:sp>
      <p:sp>
        <p:nvSpPr>
          <p:cNvPr id="93" name="Google Shape;93;p29"/>
          <p:cNvSpPr txBox="1"/>
          <p:nvPr>
            <p:ph idx="5" type="subTitle"/>
          </p:nvPr>
        </p:nvSpPr>
        <p:spPr>
          <a:xfrm>
            <a:off x="366763" y="1277907"/>
            <a:ext cx="3838500" cy="481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p:txBody>
      </p:sp>
      <p:sp>
        <p:nvSpPr>
          <p:cNvPr id="94" name="Google Shape;94;p29"/>
          <p:cNvSpPr txBox="1"/>
          <p:nvPr>
            <p:ph idx="6" type="subTitle"/>
          </p:nvPr>
        </p:nvSpPr>
        <p:spPr>
          <a:xfrm>
            <a:off x="4938738" y="1277907"/>
            <a:ext cx="3838500" cy="481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p:txBody>
      </p:sp>
      <p:sp>
        <p:nvSpPr>
          <p:cNvPr id="95" name="Google Shape;95;p29"/>
          <p:cNvSpPr txBox="1"/>
          <p:nvPr>
            <p:ph idx="7" type="subTitle"/>
          </p:nvPr>
        </p:nvSpPr>
        <p:spPr>
          <a:xfrm>
            <a:off x="4938761" y="3167363"/>
            <a:ext cx="3838500" cy="481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p:txBody>
      </p:sp>
      <p:sp>
        <p:nvSpPr>
          <p:cNvPr id="96" name="Google Shape;96;p29"/>
          <p:cNvSpPr txBox="1"/>
          <p:nvPr>
            <p:ph idx="8" type="subTitle"/>
          </p:nvPr>
        </p:nvSpPr>
        <p:spPr>
          <a:xfrm>
            <a:off x="366750" y="3167363"/>
            <a:ext cx="3838500" cy="481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000"/>
              <a:buNone/>
              <a:defRPr sz="2000"/>
            </a:lvl1pPr>
            <a:lvl2pPr lvl="1" algn="l">
              <a:lnSpc>
                <a:spcPct val="100000"/>
              </a:lnSpc>
              <a:spcBef>
                <a:spcPts val="0"/>
              </a:spcBef>
              <a:spcAft>
                <a:spcPts val="0"/>
              </a:spcAft>
              <a:buSzPts val="2000"/>
              <a:buNone/>
              <a:defRPr sz="2000"/>
            </a:lvl2pPr>
            <a:lvl3pPr lvl="2" algn="l">
              <a:lnSpc>
                <a:spcPct val="100000"/>
              </a:lnSpc>
              <a:spcBef>
                <a:spcPts val="0"/>
              </a:spcBef>
              <a:spcAft>
                <a:spcPts val="0"/>
              </a:spcAft>
              <a:buSzPts val="2000"/>
              <a:buNone/>
              <a:defRPr sz="2000"/>
            </a:lvl3pPr>
            <a:lvl4pPr lvl="3" algn="l">
              <a:lnSpc>
                <a:spcPct val="100000"/>
              </a:lnSpc>
              <a:spcBef>
                <a:spcPts val="0"/>
              </a:spcBef>
              <a:spcAft>
                <a:spcPts val="0"/>
              </a:spcAft>
              <a:buSzPts val="2000"/>
              <a:buNone/>
              <a:defRPr sz="2000"/>
            </a:lvl4pPr>
            <a:lvl5pPr lvl="4" algn="l">
              <a:lnSpc>
                <a:spcPct val="100000"/>
              </a:lnSpc>
              <a:spcBef>
                <a:spcPts val="0"/>
              </a:spcBef>
              <a:spcAft>
                <a:spcPts val="0"/>
              </a:spcAft>
              <a:buSzPts val="2000"/>
              <a:buNone/>
              <a:defRPr sz="2000"/>
            </a:lvl5pPr>
            <a:lvl6pPr lvl="5" algn="l">
              <a:lnSpc>
                <a:spcPct val="100000"/>
              </a:lnSpc>
              <a:spcBef>
                <a:spcPts val="0"/>
              </a:spcBef>
              <a:spcAft>
                <a:spcPts val="0"/>
              </a:spcAft>
              <a:buSzPts val="2000"/>
              <a:buNone/>
              <a:defRPr sz="2000"/>
            </a:lvl6pPr>
            <a:lvl7pPr lvl="6" algn="l">
              <a:lnSpc>
                <a:spcPct val="100000"/>
              </a:lnSpc>
              <a:spcBef>
                <a:spcPts val="0"/>
              </a:spcBef>
              <a:spcAft>
                <a:spcPts val="0"/>
              </a:spcAft>
              <a:buSzPts val="2000"/>
              <a:buNone/>
              <a:defRPr sz="2000"/>
            </a:lvl7pPr>
            <a:lvl8pPr lvl="7" algn="l">
              <a:lnSpc>
                <a:spcPct val="100000"/>
              </a:lnSpc>
              <a:spcBef>
                <a:spcPts val="0"/>
              </a:spcBef>
              <a:spcAft>
                <a:spcPts val="0"/>
              </a:spcAft>
              <a:buSzPts val="2000"/>
              <a:buNone/>
              <a:defRPr sz="2000"/>
            </a:lvl8pPr>
            <a:lvl9pPr lvl="8" algn="l">
              <a:lnSpc>
                <a:spcPct val="100000"/>
              </a:lnSpc>
              <a:spcBef>
                <a:spcPts val="0"/>
              </a:spcBef>
              <a:spcAft>
                <a:spcPts val="0"/>
              </a:spcAft>
              <a:buSzPts val="2000"/>
              <a:buNone/>
              <a:defRPr sz="2000"/>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_ONLY_1_1">
    <p:spTree>
      <p:nvGrpSpPr>
        <p:cNvPr id="97" name="Shape 97"/>
        <p:cNvGrpSpPr/>
        <p:nvPr/>
      </p:nvGrpSpPr>
      <p:grpSpPr>
        <a:xfrm>
          <a:off x="0" y="0"/>
          <a:ext cx="0" cy="0"/>
          <a:chOff x="0" y="0"/>
          <a:chExt cx="0" cy="0"/>
        </a:xfrm>
      </p:grpSpPr>
      <p:sp>
        <p:nvSpPr>
          <p:cNvPr id="98" name="Google Shape;98;p3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9" name="Google Shape;99;p30"/>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
        <p:nvSpPr>
          <p:cNvPr id="100" name="Google Shape;100;p30"/>
          <p:cNvSpPr/>
          <p:nvPr>
            <p:ph idx="2" type="pic"/>
          </p:nvPr>
        </p:nvSpPr>
        <p:spPr>
          <a:xfrm>
            <a:off x="311700" y="1170425"/>
            <a:ext cx="8520600" cy="3492900"/>
          </a:xfrm>
          <a:prstGeom prst="rect">
            <a:avLst/>
          </a:prstGeom>
          <a:no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CUSTOM_4_1">
    <p:spTree>
      <p:nvGrpSpPr>
        <p:cNvPr id="101" name="Shape 101"/>
        <p:cNvGrpSpPr/>
        <p:nvPr/>
      </p:nvGrpSpPr>
      <p:grpSpPr>
        <a:xfrm>
          <a:off x="0" y="0"/>
          <a:ext cx="0" cy="0"/>
          <a:chOff x="0" y="0"/>
          <a:chExt cx="0" cy="0"/>
        </a:xfrm>
      </p:grpSpPr>
      <p:sp>
        <p:nvSpPr>
          <p:cNvPr id="102" name="Google Shape;102;p31"/>
          <p:cNvSpPr txBox="1"/>
          <p:nvPr>
            <p:ph idx="1" type="body"/>
          </p:nvPr>
        </p:nvSpPr>
        <p:spPr>
          <a:xfrm>
            <a:off x="311700" y="4080225"/>
            <a:ext cx="4027500" cy="926100"/>
          </a:xfrm>
          <a:prstGeom prst="rect">
            <a:avLst/>
          </a:prstGeom>
          <a:noFill/>
          <a:ln>
            <a:noFill/>
          </a:ln>
        </p:spPr>
        <p:txBody>
          <a:bodyPr anchorCtr="0" anchor="t" bIns="91425" lIns="91425" spcFirstLastPara="1" rIns="91425" wrap="square" tIns="91425">
            <a:noAutofit/>
          </a:bodyPr>
          <a:lstStyle>
            <a:lvl1pPr indent="-304800" lvl="0" marL="457200" algn="l">
              <a:lnSpc>
                <a:spcPct val="100000"/>
              </a:lnSpc>
              <a:spcBef>
                <a:spcPts val="0"/>
              </a:spcBef>
              <a:spcAft>
                <a:spcPts val="0"/>
              </a:spcAft>
              <a:buSzPts val="1200"/>
              <a:buChar char="●"/>
              <a:defRPr sz="1200"/>
            </a:lvl1pPr>
            <a:lvl2pPr indent="-304800" lvl="1" marL="914400" algn="l">
              <a:lnSpc>
                <a:spcPct val="100000"/>
              </a:lnSpc>
              <a:spcBef>
                <a:spcPts val="0"/>
              </a:spcBef>
              <a:spcAft>
                <a:spcPts val="0"/>
              </a:spcAft>
              <a:buSzPts val="1200"/>
              <a:buChar char="○"/>
              <a:defRPr sz="1200"/>
            </a:lvl2pPr>
            <a:lvl3pPr indent="-304800" lvl="2" marL="1371600" algn="l">
              <a:lnSpc>
                <a:spcPct val="100000"/>
              </a:lnSpc>
              <a:spcBef>
                <a:spcPts val="0"/>
              </a:spcBef>
              <a:spcAft>
                <a:spcPts val="0"/>
              </a:spcAft>
              <a:buSzPts val="1200"/>
              <a:buChar char="■"/>
              <a:defRPr sz="1200"/>
            </a:lvl3pPr>
            <a:lvl4pPr indent="-304800" lvl="3" marL="1828800" algn="l">
              <a:lnSpc>
                <a:spcPct val="100000"/>
              </a:lnSpc>
              <a:spcBef>
                <a:spcPts val="0"/>
              </a:spcBef>
              <a:spcAft>
                <a:spcPts val="0"/>
              </a:spcAft>
              <a:buSzPts val="1200"/>
              <a:buChar char="●"/>
              <a:defRPr/>
            </a:lvl4pPr>
            <a:lvl5pPr indent="-304800" lvl="4" marL="2286000" algn="l">
              <a:lnSpc>
                <a:spcPct val="100000"/>
              </a:lnSpc>
              <a:spcBef>
                <a:spcPts val="0"/>
              </a:spcBef>
              <a:spcAft>
                <a:spcPts val="0"/>
              </a:spcAft>
              <a:buSzPts val="1200"/>
              <a:buChar char="○"/>
              <a:defRPr sz="1200"/>
            </a:lvl5pPr>
            <a:lvl6pPr indent="-304800" lvl="5" marL="2743200" algn="l">
              <a:lnSpc>
                <a:spcPct val="100000"/>
              </a:lnSpc>
              <a:spcBef>
                <a:spcPts val="0"/>
              </a:spcBef>
              <a:spcAft>
                <a:spcPts val="0"/>
              </a:spcAft>
              <a:buSzPts val="1200"/>
              <a:buChar char="■"/>
              <a:defRPr sz="1200"/>
            </a:lvl6pPr>
            <a:lvl7pPr indent="-304800" lvl="6" marL="3200400" algn="l">
              <a:lnSpc>
                <a:spcPct val="100000"/>
              </a:lnSpc>
              <a:spcBef>
                <a:spcPts val="0"/>
              </a:spcBef>
              <a:spcAft>
                <a:spcPts val="0"/>
              </a:spcAft>
              <a:buSzPts val="1200"/>
              <a:buChar char="●"/>
              <a:defRPr sz="1200"/>
            </a:lvl7pPr>
            <a:lvl8pPr indent="-304800" lvl="7" marL="3657600" algn="l">
              <a:lnSpc>
                <a:spcPct val="100000"/>
              </a:lnSpc>
              <a:spcBef>
                <a:spcPts val="0"/>
              </a:spcBef>
              <a:spcAft>
                <a:spcPts val="0"/>
              </a:spcAft>
              <a:buSzPts val="1200"/>
              <a:buChar char="○"/>
              <a:defRPr sz="1200"/>
            </a:lvl8pPr>
            <a:lvl9pPr indent="-304800" lvl="8" marL="4114800" algn="l">
              <a:lnSpc>
                <a:spcPct val="100000"/>
              </a:lnSpc>
              <a:spcBef>
                <a:spcPts val="0"/>
              </a:spcBef>
              <a:spcAft>
                <a:spcPts val="0"/>
              </a:spcAft>
              <a:buSzPts val="1200"/>
              <a:buChar char="■"/>
              <a:defRPr sz="1200"/>
            </a:lvl9pPr>
          </a:lstStyle>
          <a:p/>
        </p:txBody>
      </p:sp>
      <p:sp>
        <p:nvSpPr>
          <p:cNvPr id="103" name="Google Shape;103;p31"/>
          <p:cNvSpPr/>
          <p:nvPr>
            <p:ph idx="2" type="pic"/>
          </p:nvPr>
        </p:nvSpPr>
        <p:spPr>
          <a:xfrm>
            <a:off x="4804825" y="1133300"/>
            <a:ext cx="4027500" cy="2392800"/>
          </a:xfrm>
          <a:prstGeom prst="rect">
            <a:avLst/>
          </a:prstGeom>
          <a:noFill/>
          <a:ln>
            <a:noFill/>
          </a:ln>
        </p:spPr>
      </p:sp>
      <p:sp>
        <p:nvSpPr>
          <p:cNvPr id="104" name="Google Shape;104;p31"/>
          <p:cNvSpPr/>
          <p:nvPr>
            <p:ph idx="3" type="pic"/>
          </p:nvPr>
        </p:nvSpPr>
        <p:spPr>
          <a:xfrm>
            <a:off x="311725" y="1133300"/>
            <a:ext cx="4027500" cy="2392800"/>
          </a:xfrm>
          <a:prstGeom prst="rect">
            <a:avLst/>
          </a:prstGeom>
          <a:noFill/>
          <a:ln>
            <a:noFill/>
          </a:ln>
        </p:spPr>
      </p:sp>
      <p:sp>
        <p:nvSpPr>
          <p:cNvPr id="105" name="Google Shape;105;p31"/>
          <p:cNvSpPr txBox="1"/>
          <p:nvPr>
            <p:ph idx="4" type="body"/>
          </p:nvPr>
        </p:nvSpPr>
        <p:spPr>
          <a:xfrm>
            <a:off x="4804825" y="4080225"/>
            <a:ext cx="4027500" cy="926100"/>
          </a:xfrm>
          <a:prstGeom prst="rect">
            <a:avLst/>
          </a:prstGeom>
          <a:noFill/>
          <a:ln>
            <a:noFill/>
          </a:ln>
        </p:spPr>
        <p:txBody>
          <a:bodyPr anchorCtr="0" anchor="t" bIns="91425" lIns="91425" spcFirstLastPara="1" rIns="91425" wrap="square" tIns="91425">
            <a:noAutofit/>
          </a:bodyPr>
          <a:lstStyle>
            <a:lvl1pPr indent="-304800" lvl="0" marL="457200" algn="l">
              <a:lnSpc>
                <a:spcPct val="100000"/>
              </a:lnSpc>
              <a:spcBef>
                <a:spcPts val="0"/>
              </a:spcBef>
              <a:spcAft>
                <a:spcPts val="0"/>
              </a:spcAft>
              <a:buSzPts val="1200"/>
              <a:buChar char="●"/>
              <a:defRPr sz="1200"/>
            </a:lvl1pPr>
            <a:lvl2pPr indent="-304800" lvl="1" marL="914400" algn="l">
              <a:lnSpc>
                <a:spcPct val="100000"/>
              </a:lnSpc>
              <a:spcBef>
                <a:spcPts val="0"/>
              </a:spcBef>
              <a:spcAft>
                <a:spcPts val="0"/>
              </a:spcAft>
              <a:buSzPts val="1200"/>
              <a:buChar char="○"/>
              <a:defRPr sz="1200"/>
            </a:lvl2pPr>
            <a:lvl3pPr indent="-304800" lvl="2" marL="1371600" algn="l">
              <a:lnSpc>
                <a:spcPct val="100000"/>
              </a:lnSpc>
              <a:spcBef>
                <a:spcPts val="0"/>
              </a:spcBef>
              <a:spcAft>
                <a:spcPts val="0"/>
              </a:spcAft>
              <a:buSzPts val="1200"/>
              <a:buChar char="■"/>
              <a:defRPr sz="1200"/>
            </a:lvl3pPr>
            <a:lvl4pPr indent="-304800" lvl="3" marL="1828800" algn="l">
              <a:lnSpc>
                <a:spcPct val="100000"/>
              </a:lnSpc>
              <a:spcBef>
                <a:spcPts val="0"/>
              </a:spcBef>
              <a:spcAft>
                <a:spcPts val="0"/>
              </a:spcAft>
              <a:buSzPts val="1200"/>
              <a:buChar char="●"/>
              <a:defRPr/>
            </a:lvl4pPr>
            <a:lvl5pPr indent="-304800" lvl="4" marL="2286000" algn="l">
              <a:lnSpc>
                <a:spcPct val="100000"/>
              </a:lnSpc>
              <a:spcBef>
                <a:spcPts val="0"/>
              </a:spcBef>
              <a:spcAft>
                <a:spcPts val="0"/>
              </a:spcAft>
              <a:buSzPts val="1200"/>
              <a:buChar char="○"/>
              <a:defRPr sz="1200"/>
            </a:lvl5pPr>
            <a:lvl6pPr indent="-304800" lvl="5" marL="2743200" algn="l">
              <a:lnSpc>
                <a:spcPct val="100000"/>
              </a:lnSpc>
              <a:spcBef>
                <a:spcPts val="0"/>
              </a:spcBef>
              <a:spcAft>
                <a:spcPts val="0"/>
              </a:spcAft>
              <a:buSzPts val="1200"/>
              <a:buChar char="■"/>
              <a:defRPr sz="1200"/>
            </a:lvl6pPr>
            <a:lvl7pPr indent="-304800" lvl="6" marL="3200400" algn="l">
              <a:lnSpc>
                <a:spcPct val="100000"/>
              </a:lnSpc>
              <a:spcBef>
                <a:spcPts val="0"/>
              </a:spcBef>
              <a:spcAft>
                <a:spcPts val="0"/>
              </a:spcAft>
              <a:buSzPts val="1200"/>
              <a:buChar char="●"/>
              <a:defRPr sz="1200"/>
            </a:lvl7pPr>
            <a:lvl8pPr indent="-304800" lvl="7" marL="3657600" algn="l">
              <a:lnSpc>
                <a:spcPct val="100000"/>
              </a:lnSpc>
              <a:spcBef>
                <a:spcPts val="0"/>
              </a:spcBef>
              <a:spcAft>
                <a:spcPts val="0"/>
              </a:spcAft>
              <a:buSzPts val="1200"/>
              <a:buChar char="○"/>
              <a:defRPr sz="1200"/>
            </a:lvl8pPr>
            <a:lvl9pPr indent="-304800" lvl="8" marL="4114800" algn="l">
              <a:lnSpc>
                <a:spcPct val="100000"/>
              </a:lnSpc>
              <a:spcBef>
                <a:spcPts val="0"/>
              </a:spcBef>
              <a:spcAft>
                <a:spcPts val="0"/>
              </a:spcAft>
              <a:buSzPts val="1200"/>
              <a:buChar char="■"/>
              <a:defRPr sz="1200"/>
            </a:lvl9pPr>
          </a:lstStyle>
          <a:p/>
        </p:txBody>
      </p:sp>
      <p:sp>
        <p:nvSpPr>
          <p:cNvPr id="106" name="Google Shape;106;p31"/>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
        <p:nvSpPr>
          <p:cNvPr id="107" name="Google Shape;107;p3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8" name="Google Shape;108;p31"/>
          <p:cNvSpPr txBox="1"/>
          <p:nvPr>
            <p:ph idx="5" type="subTitle"/>
          </p:nvPr>
        </p:nvSpPr>
        <p:spPr>
          <a:xfrm>
            <a:off x="311725" y="3582900"/>
            <a:ext cx="4027500" cy="481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800"/>
              <a:buNone/>
              <a:defRPr sz="1800"/>
            </a:lvl2pPr>
            <a:lvl3pPr lvl="2" algn="l">
              <a:lnSpc>
                <a:spcPct val="100000"/>
              </a:lnSpc>
              <a:spcBef>
                <a:spcPts val="0"/>
              </a:spcBef>
              <a:spcAft>
                <a:spcPts val="0"/>
              </a:spcAft>
              <a:buSzPts val="1800"/>
              <a:buNone/>
              <a:defRPr sz="1800"/>
            </a:lvl3pPr>
            <a:lvl4pPr lvl="3" algn="l">
              <a:lnSpc>
                <a:spcPct val="100000"/>
              </a:lnSpc>
              <a:spcBef>
                <a:spcPts val="0"/>
              </a:spcBef>
              <a:spcAft>
                <a:spcPts val="0"/>
              </a:spcAft>
              <a:buSzPts val="1800"/>
              <a:buNone/>
              <a:defRPr sz="1800"/>
            </a:lvl4pPr>
            <a:lvl5pPr lvl="4" algn="l">
              <a:lnSpc>
                <a:spcPct val="100000"/>
              </a:lnSpc>
              <a:spcBef>
                <a:spcPts val="0"/>
              </a:spcBef>
              <a:spcAft>
                <a:spcPts val="0"/>
              </a:spcAft>
              <a:buSzPts val="1800"/>
              <a:buNone/>
              <a:defRPr sz="1800"/>
            </a:lvl5pPr>
            <a:lvl6pPr lvl="5" algn="l">
              <a:lnSpc>
                <a:spcPct val="100000"/>
              </a:lnSpc>
              <a:spcBef>
                <a:spcPts val="0"/>
              </a:spcBef>
              <a:spcAft>
                <a:spcPts val="0"/>
              </a:spcAft>
              <a:buSzPts val="1800"/>
              <a:buNone/>
              <a:defRPr sz="1800"/>
            </a:lvl6pPr>
            <a:lvl7pPr lvl="6" algn="l">
              <a:lnSpc>
                <a:spcPct val="100000"/>
              </a:lnSpc>
              <a:spcBef>
                <a:spcPts val="0"/>
              </a:spcBef>
              <a:spcAft>
                <a:spcPts val="0"/>
              </a:spcAft>
              <a:buSzPts val="1800"/>
              <a:buNone/>
              <a:defRPr sz="1800"/>
            </a:lvl7pPr>
            <a:lvl8pPr lvl="7" algn="l">
              <a:lnSpc>
                <a:spcPct val="100000"/>
              </a:lnSpc>
              <a:spcBef>
                <a:spcPts val="0"/>
              </a:spcBef>
              <a:spcAft>
                <a:spcPts val="0"/>
              </a:spcAft>
              <a:buSzPts val="1800"/>
              <a:buNone/>
              <a:defRPr sz="1800"/>
            </a:lvl8pPr>
            <a:lvl9pPr lvl="8" algn="l">
              <a:lnSpc>
                <a:spcPct val="100000"/>
              </a:lnSpc>
              <a:spcBef>
                <a:spcPts val="0"/>
              </a:spcBef>
              <a:spcAft>
                <a:spcPts val="0"/>
              </a:spcAft>
              <a:buSzPts val="1800"/>
              <a:buNone/>
              <a:defRPr sz="1800"/>
            </a:lvl9pPr>
          </a:lstStyle>
          <a:p/>
        </p:txBody>
      </p:sp>
      <p:sp>
        <p:nvSpPr>
          <p:cNvPr id="109" name="Google Shape;109;p31"/>
          <p:cNvSpPr txBox="1"/>
          <p:nvPr>
            <p:ph idx="6" type="subTitle"/>
          </p:nvPr>
        </p:nvSpPr>
        <p:spPr>
          <a:xfrm>
            <a:off x="4804825" y="3582900"/>
            <a:ext cx="4027500" cy="481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800"/>
              <a:buNone/>
              <a:defRPr sz="1800"/>
            </a:lvl2pPr>
            <a:lvl3pPr lvl="2" algn="l">
              <a:lnSpc>
                <a:spcPct val="100000"/>
              </a:lnSpc>
              <a:spcBef>
                <a:spcPts val="0"/>
              </a:spcBef>
              <a:spcAft>
                <a:spcPts val="0"/>
              </a:spcAft>
              <a:buSzPts val="1800"/>
              <a:buNone/>
              <a:defRPr sz="1800"/>
            </a:lvl3pPr>
            <a:lvl4pPr lvl="3" algn="l">
              <a:lnSpc>
                <a:spcPct val="100000"/>
              </a:lnSpc>
              <a:spcBef>
                <a:spcPts val="0"/>
              </a:spcBef>
              <a:spcAft>
                <a:spcPts val="0"/>
              </a:spcAft>
              <a:buSzPts val="1800"/>
              <a:buNone/>
              <a:defRPr sz="1800"/>
            </a:lvl4pPr>
            <a:lvl5pPr lvl="4" algn="l">
              <a:lnSpc>
                <a:spcPct val="100000"/>
              </a:lnSpc>
              <a:spcBef>
                <a:spcPts val="0"/>
              </a:spcBef>
              <a:spcAft>
                <a:spcPts val="0"/>
              </a:spcAft>
              <a:buSzPts val="1800"/>
              <a:buNone/>
              <a:defRPr sz="1800"/>
            </a:lvl5pPr>
            <a:lvl6pPr lvl="5" algn="l">
              <a:lnSpc>
                <a:spcPct val="100000"/>
              </a:lnSpc>
              <a:spcBef>
                <a:spcPts val="0"/>
              </a:spcBef>
              <a:spcAft>
                <a:spcPts val="0"/>
              </a:spcAft>
              <a:buSzPts val="1800"/>
              <a:buNone/>
              <a:defRPr sz="1800"/>
            </a:lvl6pPr>
            <a:lvl7pPr lvl="6" algn="l">
              <a:lnSpc>
                <a:spcPct val="100000"/>
              </a:lnSpc>
              <a:spcBef>
                <a:spcPts val="0"/>
              </a:spcBef>
              <a:spcAft>
                <a:spcPts val="0"/>
              </a:spcAft>
              <a:buSzPts val="1800"/>
              <a:buNone/>
              <a:defRPr sz="1800"/>
            </a:lvl7pPr>
            <a:lvl8pPr lvl="7" algn="l">
              <a:lnSpc>
                <a:spcPct val="100000"/>
              </a:lnSpc>
              <a:spcBef>
                <a:spcPts val="0"/>
              </a:spcBef>
              <a:spcAft>
                <a:spcPts val="0"/>
              </a:spcAft>
              <a:buSzPts val="1800"/>
              <a:buNone/>
              <a:defRPr sz="1800"/>
            </a:lvl8pPr>
            <a:lvl9pPr lvl="8" algn="l">
              <a:lnSpc>
                <a:spcPct val="100000"/>
              </a:lnSpc>
              <a:spcBef>
                <a:spcPts val="0"/>
              </a:spcBef>
              <a:spcAft>
                <a:spcPts val="0"/>
              </a:spcAft>
              <a:buSzPts val="1800"/>
              <a:buNone/>
              <a:defRPr sz="1800"/>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CUSTOM_4_1_1">
    <p:spTree>
      <p:nvGrpSpPr>
        <p:cNvPr id="110" name="Shape 110"/>
        <p:cNvGrpSpPr/>
        <p:nvPr/>
      </p:nvGrpSpPr>
      <p:grpSpPr>
        <a:xfrm>
          <a:off x="0" y="0"/>
          <a:ext cx="0" cy="0"/>
          <a:chOff x="0" y="0"/>
          <a:chExt cx="0" cy="0"/>
        </a:xfrm>
      </p:grpSpPr>
      <p:sp>
        <p:nvSpPr>
          <p:cNvPr id="111" name="Google Shape;111;p32"/>
          <p:cNvSpPr txBox="1"/>
          <p:nvPr>
            <p:ph idx="1" type="body"/>
          </p:nvPr>
        </p:nvSpPr>
        <p:spPr>
          <a:xfrm>
            <a:off x="311700" y="3911700"/>
            <a:ext cx="2627100" cy="1018500"/>
          </a:xfrm>
          <a:prstGeom prst="rect">
            <a:avLst/>
          </a:prstGeom>
          <a:noFill/>
          <a:ln>
            <a:noFill/>
          </a:ln>
        </p:spPr>
        <p:txBody>
          <a:bodyPr anchorCtr="0" anchor="t" bIns="91425" lIns="91425" spcFirstLastPara="1" rIns="91425" wrap="square" tIns="91425">
            <a:noAutofit/>
          </a:bodyPr>
          <a:lstStyle>
            <a:lvl1pPr indent="-304800" lvl="0" marL="457200" algn="l">
              <a:lnSpc>
                <a:spcPct val="100000"/>
              </a:lnSpc>
              <a:spcBef>
                <a:spcPts val="0"/>
              </a:spcBef>
              <a:spcAft>
                <a:spcPts val="0"/>
              </a:spcAft>
              <a:buSzPts val="1200"/>
              <a:buChar char="●"/>
              <a:defRPr sz="1200"/>
            </a:lvl1pPr>
            <a:lvl2pPr indent="-304800" lvl="1" marL="914400" algn="l">
              <a:lnSpc>
                <a:spcPct val="100000"/>
              </a:lnSpc>
              <a:spcBef>
                <a:spcPts val="0"/>
              </a:spcBef>
              <a:spcAft>
                <a:spcPts val="0"/>
              </a:spcAft>
              <a:buSzPts val="1200"/>
              <a:buChar char="○"/>
              <a:defRPr sz="1200"/>
            </a:lvl2pPr>
            <a:lvl3pPr indent="-304800" lvl="2" marL="1371600" algn="l">
              <a:lnSpc>
                <a:spcPct val="100000"/>
              </a:lnSpc>
              <a:spcBef>
                <a:spcPts val="0"/>
              </a:spcBef>
              <a:spcAft>
                <a:spcPts val="0"/>
              </a:spcAft>
              <a:buSzPts val="1200"/>
              <a:buChar char="■"/>
              <a:defRPr sz="1200"/>
            </a:lvl3pPr>
            <a:lvl4pPr indent="-304800" lvl="3" marL="1828800" algn="l">
              <a:lnSpc>
                <a:spcPct val="100000"/>
              </a:lnSpc>
              <a:spcBef>
                <a:spcPts val="0"/>
              </a:spcBef>
              <a:spcAft>
                <a:spcPts val="0"/>
              </a:spcAft>
              <a:buSzPts val="1200"/>
              <a:buChar char="●"/>
              <a:defRPr/>
            </a:lvl4pPr>
            <a:lvl5pPr indent="-304800" lvl="4" marL="2286000" algn="l">
              <a:lnSpc>
                <a:spcPct val="100000"/>
              </a:lnSpc>
              <a:spcBef>
                <a:spcPts val="0"/>
              </a:spcBef>
              <a:spcAft>
                <a:spcPts val="0"/>
              </a:spcAft>
              <a:buSzPts val="1200"/>
              <a:buChar char="○"/>
              <a:defRPr sz="1200"/>
            </a:lvl5pPr>
            <a:lvl6pPr indent="-304800" lvl="5" marL="2743200" algn="l">
              <a:lnSpc>
                <a:spcPct val="100000"/>
              </a:lnSpc>
              <a:spcBef>
                <a:spcPts val="0"/>
              </a:spcBef>
              <a:spcAft>
                <a:spcPts val="0"/>
              </a:spcAft>
              <a:buSzPts val="1200"/>
              <a:buChar char="■"/>
              <a:defRPr sz="1200"/>
            </a:lvl6pPr>
            <a:lvl7pPr indent="-304800" lvl="6" marL="3200400" algn="l">
              <a:lnSpc>
                <a:spcPct val="100000"/>
              </a:lnSpc>
              <a:spcBef>
                <a:spcPts val="0"/>
              </a:spcBef>
              <a:spcAft>
                <a:spcPts val="0"/>
              </a:spcAft>
              <a:buSzPts val="1200"/>
              <a:buChar char="●"/>
              <a:defRPr sz="1200"/>
            </a:lvl7pPr>
            <a:lvl8pPr indent="-304800" lvl="7" marL="3657600" algn="l">
              <a:lnSpc>
                <a:spcPct val="100000"/>
              </a:lnSpc>
              <a:spcBef>
                <a:spcPts val="0"/>
              </a:spcBef>
              <a:spcAft>
                <a:spcPts val="0"/>
              </a:spcAft>
              <a:buSzPts val="1200"/>
              <a:buChar char="○"/>
              <a:defRPr sz="1200"/>
            </a:lvl8pPr>
            <a:lvl9pPr indent="-304800" lvl="8" marL="4114800" algn="l">
              <a:lnSpc>
                <a:spcPct val="100000"/>
              </a:lnSpc>
              <a:spcBef>
                <a:spcPts val="0"/>
              </a:spcBef>
              <a:spcAft>
                <a:spcPts val="0"/>
              </a:spcAft>
              <a:buSzPts val="1200"/>
              <a:buChar char="■"/>
              <a:defRPr sz="1200"/>
            </a:lvl9pPr>
          </a:lstStyle>
          <a:p/>
        </p:txBody>
      </p:sp>
      <p:sp>
        <p:nvSpPr>
          <p:cNvPr id="112" name="Google Shape;112;p32"/>
          <p:cNvSpPr/>
          <p:nvPr>
            <p:ph idx="2" type="pic"/>
          </p:nvPr>
        </p:nvSpPr>
        <p:spPr>
          <a:xfrm>
            <a:off x="6205225" y="1128325"/>
            <a:ext cx="2627100" cy="2273100"/>
          </a:xfrm>
          <a:prstGeom prst="rect">
            <a:avLst/>
          </a:prstGeom>
          <a:noFill/>
          <a:ln>
            <a:noFill/>
          </a:ln>
        </p:spPr>
      </p:sp>
      <p:sp>
        <p:nvSpPr>
          <p:cNvPr id="113" name="Google Shape;113;p32"/>
          <p:cNvSpPr/>
          <p:nvPr>
            <p:ph idx="3" type="pic"/>
          </p:nvPr>
        </p:nvSpPr>
        <p:spPr>
          <a:xfrm>
            <a:off x="311725" y="1128325"/>
            <a:ext cx="2627100" cy="2273100"/>
          </a:xfrm>
          <a:prstGeom prst="rect">
            <a:avLst/>
          </a:prstGeom>
          <a:noFill/>
          <a:ln>
            <a:noFill/>
          </a:ln>
        </p:spPr>
      </p:sp>
      <p:sp>
        <p:nvSpPr>
          <p:cNvPr id="114" name="Google Shape;114;p32"/>
          <p:cNvSpPr txBox="1"/>
          <p:nvPr>
            <p:ph idx="4" type="body"/>
          </p:nvPr>
        </p:nvSpPr>
        <p:spPr>
          <a:xfrm>
            <a:off x="6205225" y="3911700"/>
            <a:ext cx="2627100" cy="1018500"/>
          </a:xfrm>
          <a:prstGeom prst="rect">
            <a:avLst/>
          </a:prstGeom>
          <a:noFill/>
          <a:ln>
            <a:noFill/>
          </a:ln>
        </p:spPr>
        <p:txBody>
          <a:bodyPr anchorCtr="0" anchor="t" bIns="91425" lIns="91425" spcFirstLastPara="1" rIns="91425" wrap="square" tIns="91425">
            <a:noAutofit/>
          </a:bodyPr>
          <a:lstStyle>
            <a:lvl1pPr indent="-304800" lvl="0" marL="457200" algn="l">
              <a:lnSpc>
                <a:spcPct val="100000"/>
              </a:lnSpc>
              <a:spcBef>
                <a:spcPts val="0"/>
              </a:spcBef>
              <a:spcAft>
                <a:spcPts val="0"/>
              </a:spcAft>
              <a:buSzPts val="1200"/>
              <a:buChar char="●"/>
              <a:defRPr sz="1200"/>
            </a:lvl1pPr>
            <a:lvl2pPr indent="-304800" lvl="1" marL="914400" algn="l">
              <a:lnSpc>
                <a:spcPct val="100000"/>
              </a:lnSpc>
              <a:spcBef>
                <a:spcPts val="0"/>
              </a:spcBef>
              <a:spcAft>
                <a:spcPts val="0"/>
              </a:spcAft>
              <a:buSzPts val="1200"/>
              <a:buChar char="○"/>
              <a:defRPr sz="1200"/>
            </a:lvl2pPr>
            <a:lvl3pPr indent="-304800" lvl="2" marL="1371600" algn="l">
              <a:lnSpc>
                <a:spcPct val="100000"/>
              </a:lnSpc>
              <a:spcBef>
                <a:spcPts val="0"/>
              </a:spcBef>
              <a:spcAft>
                <a:spcPts val="0"/>
              </a:spcAft>
              <a:buSzPts val="1200"/>
              <a:buChar char="■"/>
              <a:defRPr sz="1200"/>
            </a:lvl3pPr>
            <a:lvl4pPr indent="-304800" lvl="3" marL="1828800" algn="l">
              <a:lnSpc>
                <a:spcPct val="100000"/>
              </a:lnSpc>
              <a:spcBef>
                <a:spcPts val="0"/>
              </a:spcBef>
              <a:spcAft>
                <a:spcPts val="0"/>
              </a:spcAft>
              <a:buSzPts val="1200"/>
              <a:buChar char="●"/>
              <a:defRPr/>
            </a:lvl4pPr>
            <a:lvl5pPr indent="-304800" lvl="4" marL="2286000" algn="l">
              <a:lnSpc>
                <a:spcPct val="100000"/>
              </a:lnSpc>
              <a:spcBef>
                <a:spcPts val="0"/>
              </a:spcBef>
              <a:spcAft>
                <a:spcPts val="0"/>
              </a:spcAft>
              <a:buSzPts val="1200"/>
              <a:buChar char="○"/>
              <a:defRPr sz="1200"/>
            </a:lvl5pPr>
            <a:lvl6pPr indent="-304800" lvl="5" marL="2743200" algn="l">
              <a:lnSpc>
                <a:spcPct val="100000"/>
              </a:lnSpc>
              <a:spcBef>
                <a:spcPts val="0"/>
              </a:spcBef>
              <a:spcAft>
                <a:spcPts val="0"/>
              </a:spcAft>
              <a:buSzPts val="1200"/>
              <a:buChar char="■"/>
              <a:defRPr sz="1200"/>
            </a:lvl6pPr>
            <a:lvl7pPr indent="-304800" lvl="6" marL="3200400" algn="l">
              <a:lnSpc>
                <a:spcPct val="100000"/>
              </a:lnSpc>
              <a:spcBef>
                <a:spcPts val="0"/>
              </a:spcBef>
              <a:spcAft>
                <a:spcPts val="0"/>
              </a:spcAft>
              <a:buSzPts val="1200"/>
              <a:buChar char="●"/>
              <a:defRPr sz="1200"/>
            </a:lvl7pPr>
            <a:lvl8pPr indent="-304800" lvl="7" marL="3657600" algn="l">
              <a:lnSpc>
                <a:spcPct val="100000"/>
              </a:lnSpc>
              <a:spcBef>
                <a:spcPts val="0"/>
              </a:spcBef>
              <a:spcAft>
                <a:spcPts val="0"/>
              </a:spcAft>
              <a:buSzPts val="1200"/>
              <a:buChar char="○"/>
              <a:defRPr sz="1200"/>
            </a:lvl8pPr>
            <a:lvl9pPr indent="-304800" lvl="8" marL="4114800" algn="l">
              <a:lnSpc>
                <a:spcPct val="100000"/>
              </a:lnSpc>
              <a:spcBef>
                <a:spcPts val="0"/>
              </a:spcBef>
              <a:spcAft>
                <a:spcPts val="0"/>
              </a:spcAft>
              <a:buSzPts val="1200"/>
              <a:buChar char="■"/>
              <a:defRPr sz="1200"/>
            </a:lvl9pPr>
          </a:lstStyle>
          <a:p/>
        </p:txBody>
      </p:sp>
      <p:sp>
        <p:nvSpPr>
          <p:cNvPr id="115" name="Google Shape;115;p32"/>
          <p:cNvSpPr/>
          <p:nvPr>
            <p:ph idx="5" type="pic"/>
          </p:nvPr>
        </p:nvSpPr>
        <p:spPr>
          <a:xfrm>
            <a:off x="3255250" y="1128325"/>
            <a:ext cx="2627100" cy="2273100"/>
          </a:xfrm>
          <a:prstGeom prst="rect">
            <a:avLst/>
          </a:prstGeom>
          <a:noFill/>
          <a:ln>
            <a:noFill/>
          </a:ln>
        </p:spPr>
      </p:sp>
      <p:sp>
        <p:nvSpPr>
          <p:cNvPr id="116" name="Google Shape;116;p32"/>
          <p:cNvSpPr txBox="1"/>
          <p:nvPr>
            <p:ph idx="6" type="body"/>
          </p:nvPr>
        </p:nvSpPr>
        <p:spPr>
          <a:xfrm>
            <a:off x="3255250" y="3911700"/>
            <a:ext cx="2627100" cy="1018500"/>
          </a:xfrm>
          <a:prstGeom prst="rect">
            <a:avLst/>
          </a:prstGeom>
          <a:noFill/>
          <a:ln>
            <a:noFill/>
          </a:ln>
        </p:spPr>
        <p:txBody>
          <a:bodyPr anchorCtr="0" anchor="t" bIns="91425" lIns="91425" spcFirstLastPara="1" rIns="91425" wrap="square" tIns="91425">
            <a:noAutofit/>
          </a:bodyPr>
          <a:lstStyle>
            <a:lvl1pPr indent="-304800" lvl="0" marL="457200" algn="l">
              <a:lnSpc>
                <a:spcPct val="100000"/>
              </a:lnSpc>
              <a:spcBef>
                <a:spcPts val="0"/>
              </a:spcBef>
              <a:spcAft>
                <a:spcPts val="0"/>
              </a:spcAft>
              <a:buSzPts val="1200"/>
              <a:buChar char="●"/>
              <a:defRPr sz="1200"/>
            </a:lvl1pPr>
            <a:lvl2pPr indent="-304800" lvl="1" marL="914400" algn="l">
              <a:lnSpc>
                <a:spcPct val="100000"/>
              </a:lnSpc>
              <a:spcBef>
                <a:spcPts val="0"/>
              </a:spcBef>
              <a:spcAft>
                <a:spcPts val="0"/>
              </a:spcAft>
              <a:buSzPts val="1200"/>
              <a:buChar char="○"/>
              <a:defRPr sz="1200"/>
            </a:lvl2pPr>
            <a:lvl3pPr indent="-304800" lvl="2" marL="1371600" algn="l">
              <a:lnSpc>
                <a:spcPct val="100000"/>
              </a:lnSpc>
              <a:spcBef>
                <a:spcPts val="0"/>
              </a:spcBef>
              <a:spcAft>
                <a:spcPts val="0"/>
              </a:spcAft>
              <a:buSzPts val="1200"/>
              <a:buChar char="■"/>
              <a:defRPr sz="1200"/>
            </a:lvl3pPr>
            <a:lvl4pPr indent="-304800" lvl="3" marL="1828800" algn="l">
              <a:lnSpc>
                <a:spcPct val="100000"/>
              </a:lnSpc>
              <a:spcBef>
                <a:spcPts val="0"/>
              </a:spcBef>
              <a:spcAft>
                <a:spcPts val="0"/>
              </a:spcAft>
              <a:buSzPts val="1200"/>
              <a:buChar char="●"/>
              <a:defRPr/>
            </a:lvl4pPr>
            <a:lvl5pPr indent="-304800" lvl="4" marL="2286000" algn="l">
              <a:lnSpc>
                <a:spcPct val="100000"/>
              </a:lnSpc>
              <a:spcBef>
                <a:spcPts val="0"/>
              </a:spcBef>
              <a:spcAft>
                <a:spcPts val="0"/>
              </a:spcAft>
              <a:buSzPts val="1200"/>
              <a:buChar char="○"/>
              <a:defRPr sz="1200"/>
            </a:lvl5pPr>
            <a:lvl6pPr indent="-304800" lvl="5" marL="2743200" algn="l">
              <a:lnSpc>
                <a:spcPct val="100000"/>
              </a:lnSpc>
              <a:spcBef>
                <a:spcPts val="0"/>
              </a:spcBef>
              <a:spcAft>
                <a:spcPts val="0"/>
              </a:spcAft>
              <a:buSzPts val="1200"/>
              <a:buChar char="■"/>
              <a:defRPr sz="1200"/>
            </a:lvl6pPr>
            <a:lvl7pPr indent="-304800" lvl="6" marL="3200400" algn="l">
              <a:lnSpc>
                <a:spcPct val="100000"/>
              </a:lnSpc>
              <a:spcBef>
                <a:spcPts val="0"/>
              </a:spcBef>
              <a:spcAft>
                <a:spcPts val="0"/>
              </a:spcAft>
              <a:buSzPts val="1200"/>
              <a:buChar char="●"/>
              <a:defRPr sz="1200"/>
            </a:lvl7pPr>
            <a:lvl8pPr indent="-304800" lvl="7" marL="3657600" algn="l">
              <a:lnSpc>
                <a:spcPct val="100000"/>
              </a:lnSpc>
              <a:spcBef>
                <a:spcPts val="0"/>
              </a:spcBef>
              <a:spcAft>
                <a:spcPts val="0"/>
              </a:spcAft>
              <a:buSzPts val="1200"/>
              <a:buChar char="○"/>
              <a:defRPr sz="1200"/>
            </a:lvl8pPr>
            <a:lvl9pPr indent="-304800" lvl="8" marL="4114800" algn="l">
              <a:lnSpc>
                <a:spcPct val="100000"/>
              </a:lnSpc>
              <a:spcBef>
                <a:spcPts val="0"/>
              </a:spcBef>
              <a:spcAft>
                <a:spcPts val="0"/>
              </a:spcAft>
              <a:buSzPts val="1200"/>
              <a:buChar char="■"/>
              <a:defRPr sz="1200"/>
            </a:lvl9pPr>
          </a:lstStyle>
          <a:p/>
        </p:txBody>
      </p:sp>
      <p:sp>
        <p:nvSpPr>
          <p:cNvPr id="117" name="Google Shape;117;p32"/>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
        <p:nvSpPr>
          <p:cNvPr id="118" name="Google Shape;118;p3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9" name="Google Shape;119;p32"/>
          <p:cNvSpPr txBox="1"/>
          <p:nvPr>
            <p:ph idx="7" type="subTitle"/>
          </p:nvPr>
        </p:nvSpPr>
        <p:spPr>
          <a:xfrm>
            <a:off x="311725" y="3430500"/>
            <a:ext cx="2627100" cy="481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800"/>
              <a:buNone/>
              <a:defRPr sz="1800"/>
            </a:lvl2pPr>
            <a:lvl3pPr lvl="2" algn="l">
              <a:lnSpc>
                <a:spcPct val="100000"/>
              </a:lnSpc>
              <a:spcBef>
                <a:spcPts val="0"/>
              </a:spcBef>
              <a:spcAft>
                <a:spcPts val="0"/>
              </a:spcAft>
              <a:buSzPts val="1800"/>
              <a:buNone/>
              <a:defRPr sz="1800"/>
            </a:lvl3pPr>
            <a:lvl4pPr lvl="3" algn="l">
              <a:lnSpc>
                <a:spcPct val="100000"/>
              </a:lnSpc>
              <a:spcBef>
                <a:spcPts val="0"/>
              </a:spcBef>
              <a:spcAft>
                <a:spcPts val="0"/>
              </a:spcAft>
              <a:buSzPts val="1800"/>
              <a:buNone/>
              <a:defRPr sz="1800"/>
            </a:lvl4pPr>
            <a:lvl5pPr lvl="4" algn="l">
              <a:lnSpc>
                <a:spcPct val="100000"/>
              </a:lnSpc>
              <a:spcBef>
                <a:spcPts val="0"/>
              </a:spcBef>
              <a:spcAft>
                <a:spcPts val="0"/>
              </a:spcAft>
              <a:buSzPts val="1800"/>
              <a:buNone/>
              <a:defRPr sz="1800"/>
            </a:lvl5pPr>
            <a:lvl6pPr lvl="5" algn="l">
              <a:lnSpc>
                <a:spcPct val="100000"/>
              </a:lnSpc>
              <a:spcBef>
                <a:spcPts val="0"/>
              </a:spcBef>
              <a:spcAft>
                <a:spcPts val="0"/>
              </a:spcAft>
              <a:buSzPts val="1800"/>
              <a:buNone/>
              <a:defRPr sz="1800"/>
            </a:lvl6pPr>
            <a:lvl7pPr lvl="6" algn="l">
              <a:lnSpc>
                <a:spcPct val="100000"/>
              </a:lnSpc>
              <a:spcBef>
                <a:spcPts val="0"/>
              </a:spcBef>
              <a:spcAft>
                <a:spcPts val="0"/>
              </a:spcAft>
              <a:buSzPts val="1800"/>
              <a:buNone/>
              <a:defRPr sz="1800"/>
            </a:lvl7pPr>
            <a:lvl8pPr lvl="7" algn="l">
              <a:lnSpc>
                <a:spcPct val="100000"/>
              </a:lnSpc>
              <a:spcBef>
                <a:spcPts val="0"/>
              </a:spcBef>
              <a:spcAft>
                <a:spcPts val="0"/>
              </a:spcAft>
              <a:buSzPts val="1800"/>
              <a:buNone/>
              <a:defRPr sz="1800"/>
            </a:lvl8pPr>
            <a:lvl9pPr lvl="8" algn="l">
              <a:lnSpc>
                <a:spcPct val="100000"/>
              </a:lnSpc>
              <a:spcBef>
                <a:spcPts val="0"/>
              </a:spcBef>
              <a:spcAft>
                <a:spcPts val="0"/>
              </a:spcAft>
              <a:buSzPts val="1800"/>
              <a:buNone/>
              <a:defRPr sz="1800"/>
            </a:lvl9pPr>
          </a:lstStyle>
          <a:p/>
        </p:txBody>
      </p:sp>
      <p:sp>
        <p:nvSpPr>
          <p:cNvPr id="120" name="Google Shape;120;p32"/>
          <p:cNvSpPr txBox="1"/>
          <p:nvPr>
            <p:ph idx="8" type="subTitle"/>
          </p:nvPr>
        </p:nvSpPr>
        <p:spPr>
          <a:xfrm>
            <a:off x="6205225" y="3430500"/>
            <a:ext cx="2627100" cy="481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800"/>
              <a:buNone/>
              <a:defRPr sz="1800"/>
            </a:lvl2pPr>
            <a:lvl3pPr lvl="2" algn="l">
              <a:lnSpc>
                <a:spcPct val="100000"/>
              </a:lnSpc>
              <a:spcBef>
                <a:spcPts val="0"/>
              </a:spcBef>
              <a:spcAft>
                <a:spcPts val="0"/>
              </a:spcAft>
              <a:buSzPts val="1800"/>
              <a:buNone/>
              <a:defRPr sz="1800"/>
            </a:lvl3pPr>
            <a:lvl4pPr lvl="3" algn="l">
              <a:lnSpc>
                <a:spcPct val="100000"/>
              </a:lnSpc>
              <a:spcBef>
                <a:spcPts val="0"/>
              </a:spcBef>
              <a:spcAft>
                <a:spcPts val="0"/>
              </a:spcAft>
              <a:buSzPts val="1800"/>
              <a:buNone/>
              <a:defRPr sz="1800"/>
            </a:lvl4pPr>
            <a:lvl5pPr lvl="4" algn="l">
              <a:lnSpc>
                <a:spcPct val="100000"/>
              </a:lnSpc>
              <a:spcBef>
                <a:spcPts val="0"/>
              </a:spcBef>
              <a:spcAft>
                <a:spcPts val="0"/>
              </a:spcAft>
              <a:buSzPts val="1800"/>
              <a:buNone/>
              <a:defRPr sz="1800"/>
            </a:lvl5pPr>
            <a:lvl6pPr lvl="5" algn="l">
              <a:lnSpc>
                <a:spcPct val="100000"/>
              </a:lnSpc>
              <a:spcBef>
                <a:spcPts val="0"/>
              </a:spcBef>
              <a:spcAft>
                <a:spcPts val="0"/>
              </a:spcAft>
              <a:buSzPts val="1800"/>
              <a:buNone/>
              <a:defRPr sz="1800"/>
            </a:lvl6pPr>
            <a:lvl7pPr lvl="6" algn="l">
              <a:lnSpc>
                <a:spcPct val="100000"/>
              </a:lnSpc>
              <a:spcBef>
                <a:spcPts val="0"/>
              </a:spcBef>
              <a:spcAft>
                <a:spcPts val="0"/>
              </a:spcAft>
              <a:buSzPts val="1800"/>
              <a:buNone/>
              <a:defRPr sz="1800"/>
            </a:lvl7pPr>
            <a:lvl8pPr lvl="7" algn="l">
              <a:lnSpc>
                <a:spcPct val="100000"/>
              </a:lnSpc>
              <a:spcBef>
                <a:spcPts val="0"/>
              </a:spcBef>
              <a:spcAft>
                <a:spcPts val="0"/>
              </a:spcAft>
              <a:buSzPts val="1800"/>
              <a:buNone/>
              <a:defRPr sz="1800"/>
            </a:lvl8pPr>
            <a:lvl9pPr lvl="8" algn="l">
              <a:lnSpc>
                <a:spcPct val="100000"/>
              </a:lnSpc>
              <a:spcBef>
                <a:spcPts val="0"/>
              </a:spcBef>
              <a:spcAft>
                <a:spcPts val="0"/>
              </a:spcAft>
              <a:buSzPts val="1800"/>
              <a:buNone/>
              <a:defRPr sz="1800"/>
            </a:lvl9pPr>
          </a:lstStyle>
          <a:p/>
        </p:txBody>
      </p:sp>
      <p:sp>
        <p:nvSpPr>
          <p:cNvPr id="121" name="Google Shape;121;p32"/>
          <p:cNvSpPr txBox="1"/>
          <p:nvPr>
            <p:ph idx="9" type="subTitle"/>
          </p:nvPr>
        </p:nvSpPr>
        <p:spPr>
          <a:xfrm>
            <a:off x="3255250" y="3430500"/>
            <a:ext cx="2627100" cy="481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800"/>
              <a:buNone/>
              <a:defRPr sz="1800"/>
            </a:lvl2pPr>
            <a:lvl3pPr lvl="2" algn="l">
              <a:lnSpc>
                <a:spcPct val="100000"/>
              </a:lnSpc>
              <a:spcBef>
                <a:spcPts val="0"/>
              </a:spcBef>
              <a:spcAft>
                <a:spcPts val="0"/>
              </a:spcAft>
              <a:buSzPts val="1800"/>
              <a:buNone/>
              <a:defRPr sz="1800"/>
            </a:lvl3pPr>
            <a:lvl4pPr lvl="3" algn="l">
              <a:lnSpc>
                <a:spcPct val="100000"/>
              </a:lnSpc>
              <a:spcBef>
                <a:spcPts val="0"/>
              </a:spcBef>
              <a:spcAft>
                <a:spcPts val="0"/>
              </a:spcAft>
              <a:buSzPts val="1800"/>
              <a:buNone/>
              <a:defRPr sz="1800"/>
            </a:lvl4pPr>
            <a:lvl5pPr lvl="4" algn="l">
              <a:lnSpc>
                <a:spcPct val="100000"/>
              </a:lnSpc>
              <a:spcBef>
                <a:spcPts val="0"/>
              </a:spcBef>
              <a:spcAft>
                <a:spcPts val="0"/>
              </a:spcAft>
              <a:buSzPts val="1800"/>
              <a:buNone/>
              <a:defRPr sz="1800"/>
            </a:lvl5pPr>
            <a:lvl6pPr lvl="5" algn="l">
              <a:lnSpc>
                <a:spcPct val="100000"/>
              </a:lnSpc>
              <a:spcBef>
                <a:spcPts val="0"/>
              </a:spcBef>
              <a:spcAft>
                <a:spcPts val="0"/>
              </a:spcAft>
              <a:buSzPts val="1800"/>
              <a:buNone/>
              <a:defRPr sz="1800"/>
            </a:lvl6pPr>
            <a:lvl7pPr lvl="6" algn="l">
              <a:lnSpc>
                <a:spcPct val="100000"/>
              </a:lnSpc>
              <a:spcBef>
                <a:spcPts val="0"/>
              </a:spcBef>
              <a:spcAft>
                <a:spcPts val="0"/>
              </a:spcAft>
              <a:buSzPts val="1800"/>
              <a:buNone/>
              <a:defRPr sz="1800"/>
            </a:lvl7pPr>
            <a:lvl8pPr lvl="7" algn="l">
              <a:lnSpc>
                <a:spcPct val="100000"/>
              </a:lnSpc>
              <a:spcBef>
                <a:spcPts val="0"/>
              </a:spcBef>
              <a:spcAft>
                <a:spcPts val="0"/>
              </a:spcAft>
              <a:buSzPts val="1800"/>
              <a:buNone/>
              <a:defRPr sz="1800"/>
            </a:lvl8pPr>
            <a:lvl9pPr lvl="8" algn="l">
              <a:lnSpc>
                <a:spcPct val="100000"/>
              </a:lnSpc>
              <a:spcBef>
                <a:spcPts val="0"/>
              </a:spcBef>
              <a:spcAft>
                <a:spcPts val="0"/>
              </a:spcAft>
              <a:buSzPts val="1800"/>
              <a:buNone/>
              <a:defRPr sz="18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CUSTOM_5_1">
    <p:spTree>
      <p:nvGrpSpPr>
        <p:cNvPr id="122" name="Shape 122"/>
        <p:cNvGrpSpPr/>
        <p:nvPr/>
      </p:nvGrpSpPr>
      <p:grpSpPr>
        <a:xfrm>
          <a:off x="0" y="0"/>
          <a:ext cx="0" cy="0"/>
          <a:chOff x="0" y="0"/>
          <a:chExt cx="0" cy="0"/>
        </a:xfrm>
      </p:grpSpPr>
      <p:sp>
        <p:nvSpPr>
          <p:cNvPr id="123" name="Google Shape;123;p33"/>
          <p:cNvSpPr/>
          <p:nvPr>
            <p:ph idx="2" type="pic"/>
          </p:nvPr>
        </p:nvSpPr>
        <p:spPr>
          <a:xfrm>
            <a:off x="311700" y="445025"/>
            <a:ext cx="8520600" cy="4218300"/>
          </a:xfrm>
          <a:prstGeom prst="rect">
            <a:avLst/>
          </a:prstGeom>
          <a:noFill/>
          <a:ln>
            <a:noFill/>
          </a:ln>
        </p:spPr>
      </p:sp>
      <p:sp>
        <p:nvSpPr>
          <p:cNvPr id="124" name="Google Shape;124;p33"/>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CUSTOM_6_1">
    <p:spTree>
      <p:nvGrpSpPr>
        <p:cNvPr id="125" name="Shape 125"/>
        <p:cNvGrpSpPr/>
        <p:nvPr/>
      </p:nvGrpSpPr>
      <p:grpSpPr>
        <a:xfrm>
          <a:off x="0" y="0"/>
          <a:ext cx="0" cy="0"/>
          <a:chOff x="0" y="0"/>
          <a:chExt cx="0" cy="0"/>
        </a:xfrm>
      </p:grpSpPr>
      <p:sp>
        <p:nvSpPr>
          <p:cNvPr id="126" name="Google Shape;126;p34"/>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
        <p:nvSpPr>
          <p:cNvPr id="127" name="Google Shape;127;p34"/>
          <p:cNvSpPr/>
          <p:nvPr>
            <p:ph idx="2" type="pic"/>
          </p:nvPr>
        </p:nvSpPr>
        <p:spPr>
          <a:xfrm>
            <a:off x="3389600" y="118913"/>
            <a:ext cx="1643700" cy="1535100"/>
          </a:xfrm>
          <a:prstGeom prst="rect">
            <a:avLst/>
          </a:prstGeom>
          <a:noFill/>
          <a:ln>
            <a:noFill/>
          </a:ln>
        </p:spPr>
      </p:sp>
      <p:sp>
        <p:nvSpPr>
          <p:cNvPr id="128" name="Google Shape;128;p34"/>
          <p:cNvSpPr/>
          <p:nvPr>
            <p:ph idx="3" type="pic"/>
          </p:nvPr>
        </p:nvSpPr>
        <p:spPr>
          <a:xfrm>
            <a:off x="5195935" y="118913"/>
            <a:ext cx="1643700" cy="1535100"/>
          </a:xfrm>
          <a:prstGeom prst="rect">
            <a:avLst/>
          </a:prstGeom>
          <a:noFill/>
          <a:ln>
            <a:noFill/>
          </a:ln>
        </p:spPr>
      </p:sp>
      <p:sp>
        <p:nvSpPr>
          <p:cNvPr id="129" name="Google Shape;129;p34"/>
          <p:cNvSpPr/>
          <p:nvPr>
            <p:ph idx="4" type="pic"/>
          </p:nvPr>
        </p:nvSpPr>
        <p:spPr>
          <a:xfrm>
            <a:off x="7002270" y="118913"/>
            <a:ext cx="1643700" cy="1535100"/>
          </a:xfrm>
          <a:prstGeom prst="rect">
            <a:avLst/>
          </a:prstGeom>
          <a:noFill/>
          <a:ln>
            <a:noFill/>
          </a:ln>
        </p:spPr>
      </p:sp>
      <p:sp>
        <p:nvSpPr>
          <p:cNvPr id="130" name="Google Shape;130;p34"/>
          <p:cNvSpPr/>
          <p:nvPr>
            <p:ph idx="5" type="pic"/>
          </p:nvPr>
        </p:nvSpPr>
        <p:spPr>
          <a:xfrm>
            <a:off x="3389588" y="1804212"/>
            <a:ext cx="1643700" cy="1535100"/>
          </a:xfrm>
          <a:prstGeom prst="rect">
            <a:avLst/>
          </a:prstGeom>
          <a:noFill/>
          <a:ln>
            <a:noFill/>
          </a:ln>
        </p:spPr>
      </p:sp>
      <p:sp>
        <p:nvSpPr>
          <p:cNvPr id="131" name="Google Shape;131;p34"/>
          <p:cNvSpPr/>
          <p:nvPr>
            <p:ph idx="6" type="pic"/>
          </p:nvPr>
        </p:nvSpPr>
        <p:spPr>
          <a:xfrm>
            <a:off x="5195922" y="1804212"/>
            <a:ext cx="1643700" cy="1535100"/>
          </a:xfrm>
          <a:prstGeom prst="rect">
            <a:avLst/>
          </a:prstGeom>
          <a:noFill/>
          <a:ln>
            <a:noFill/>
          </a:ln>
        </p:spPr>
      </p:sp>
      <p:sp>
        <p:nvSpPr>
          <p:cNvPr id="132" name="Google Shape;132;p34"/>
          <p:cNvSpPr/>
          <p:nvPr>
            <p:ph idx="7" type="pic"/>
          </p:nvPr>
        </p:nvSpPr>
        <p:spPr>
          <a:xfrm>
            <a:off x="7002257" y="1804212"/>
            <a:ext cx="1643700" cy="1535100"/>
          </a:xfrm>
          <a:prstGeom prst="rect">
            <a:avLst/>
          </a:prstGeom>
          <a:noFill/>
          <a:ln>
            <a:noFill/>
          </a:ln>
        </p:spPr>
      </p:sp>
      <p:sp>
        <p:nvSpPr>
          <p:cNvPr id="133" name="Google Shape;133;p34"/>
          <p:cNvSpPr txBox="1"/>
          <p:nvPr>
            <p:ph type="title"/>
          </p:nvPr>
        </p:nvSpPr>
        <p:spPr>
          <a:xfrm>
            <a:off x="351550" y="445025"/>
            <a:ext cx="2596800" cy="1706400"/>
          </a:xfrm>
          <a:prstGeom prst="rect">
            <a:avLst/>
          </a:prstGeom>
          <a:noFill/>
          <a:ln>
            <a:noFill/>
          </a:ln>
        </p:spPr>
        <p:txBody>
          <a:bodyPr anchorCtr="0" anchor="t" bIns="91425" lIns="91425" spcFirstLastPara="1" rIns="91425" wrap="square" tIns="91425">
            <a:spAutoFit/>
          </a:bodyPr>
          <a:lstStyle>
            <a:lvl1pPr lvl="0" algn="l">
              <a:lnSpc>
                <a:spcPct val="100000"/>
              </a:lnSpc>
              <a:spcBef>
                <a:spcPts val="0"/>
              </a:spcBef>
              <a:spcAft>
                <a:spcPts val="0"/>
              </a:spcAft>
              <a:buSzPts val="36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4" name="Google Shape;134;p34"/>
          <p:cNvSpPr/>
          <p:nvPr>
            <p:ph idx="8" type="pic"/>
          </p:nvPr>
        </p:nvSpPr>
        <p:spPr>
          <a:xfrm>
            <a:off x="3389588" y="3489487"/>
            <a:ext cx="1643700" cy="1535100"/>
          </a:xfrm>
          <a:prstGeom prst="rect">
            <a:avLst/>
          </a:prstGeom>
          <a:noFill/>
          <a:ln>
            <a:noFill/>
          </a:ln>
        </p:spPr>
      </p:sp>
      <p:sp>
        <p:nvSpPr>
          <p:cNvPr id="135" name="Google Shape;135;p34"/>
          <p:cNvSpPr/>
          <p:nvPr>
            <p:ph idx="9" type="pic"/>
          </p:nvPr>
        </p:nvSpPr>
        <p:spPr>
          <a:xfrm>
            <a:off x="5195922" y="3489487"/>
            <a:ext cx="1643700" cy="1535100"/>
          </a:xfrm>
          <a:prstGeom prst="rect">
            <a:avLst/>
          </a:prstGeom>
          <a:noFill/>
          <a:ln>
            <a:noFill/>
          </a:ln>
        </p:spPr>
      </p:sp>
      <p:sp>
        <p:nvSpPr>
          <p:cNvPr id="136" name="Google Shape;136;p34"/>
          <p:cNvSpPr/>
          <p:nvPr>
            <p:ph idx="13" type="pic"/>
          </p:nvPr>
        </p:nvSpPr>
        <p:spPr>
          <a:xfrm>
            <a:off x="7002257" y="3489487"/>
            <a:ext cx="1643700" cy="15351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BLANK_1">
    <p:spTree>
      <p:nvGrpSpPr>
        <p:cNvPr id="137" name="Shape 137"/>
        <p:cNvGrpSpPr/>
        <p:nvPr/>
      </p:nvGrpSpPr>
      <p:grpSpPr>
        <a:xfrm>
          <a:off x="0" y="0"/>
          <a:ext cx="0" cy="0"/>
          <a:chOff x="0" y="0"/>
          <a:chExt cx="0" cy="0"/>
        </a:xfrm>
      </p:grpSpPr>
      <p:sp>
        <p:nvSpPr>
          <p:cNvPr id="138" name="Google Shape;138;p35"/>
          <p:cNvSpPr txBox="1"/>
          <p:nvPr>
            <p:ph type="title"/>
          </p:nvPr>
        </p:nvSpPr>
        <p:spPr>
          <a:xfrm>
            <a:off x="697350" y="2932550"/>
            <a:ext cx="7749300" cy="1015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Clr>
                <a:schemeClr val="dk1"/>
              </a:buClr>
              <a:buSzPts val="3600"/>
              <a:buFont typeface="Hepta Slab Medium"/>
              <a:buNone/>
              <a:defRPr>
                <a:latin typeface="Hepta Slab Medium"/>
                <a:ea typeface="Hepta Slab Medium"/>
                <a:cs typeface="Hepta Slab Medium"/>
                <a:sym typeface="Hepta Slab Medium"/>
              </a:defRPr>
            </a:lvl1pPr>
            <a:lvl2pPr lvl="1"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2pPr>
            <a:lvl3pPr lvl="2"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3pPr>
            <a:lvl4pPr lvl="3"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4pPr>
            <a:lvl5pPr lvl="4"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5pPr>
            <a:lvl6pPr lvl="5"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6pPr>
            <a:lvl7pPr lvl="6"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7pPr>
            <a:lvl8pPr lvl="7"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8pPr>
            <a:lvl9pPr lvl="8"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9pPr>
          </a:lstStyle>
          <a:p/>
        </p:txBody>
      </p:sp>
      <p:sp>
        <p:nvSpPr>
          <p:cNvPr id="139" name="Google Shape;139;p35"/>
          <p:cNvSpPr txBox="1"/>
          <p:nvPr>
            <p:ph idx="2" type="title"/>
          </p:nvPr>
        </p:nvSpPr>
        <p:spPr>
          <a:xfrm>
            <a:off x="3278250" y="1194450"/>
            <a:ext cx="2587500" cy="1992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4"/>
              </a:buClr>
              <a:buSzPts val="12800"/>
              <a:buNone/>
              <a:defRPr sz="12800">
                <a:solidFill>
                  <a:schemeClr val="accent4"/>
                </a:solidFill>
              </a:defRPr>
            </a:lvl1pPr>
            <a:lvl2pPr lvl="1"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2pPr>
            <a:lvl3pPr lvl="2"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3pPr>
            <a:lvl4pPr lvl="3"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4pPr>
            <a:lvl5pPr lvl="4"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5pPr>
            <a:lvl6pPr lvl="5"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6pPr>
            <a:lvl7pPr lvl="6"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7pPr>
            <a:lvl8pPr lvl="7"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8pPr>
            <a:lvl9pPr lvl="8" algn="ctr">
              <a:lnSpc>
                <a:spcPct val="100000"/>
              </a:lnSpc>
              <a:spcBef>
                <a:spcPts val="0"/>
              </a:spcBef>
              <a:spcAft>
                <a:spcPts val="0"/>
              </a:spcAft>
              <a:buClr>
                <a:schemeClr val="accent3"/>
              </a:buClr>
              <a:buSzPts val="12800"/>
              <a:buNone/>
              <a:defRPr sz="12800">
                <a:solidFill>
                  <a:schemeClr val="accent3"/>
                </a:solidFill>
                <a:latin typeface="Barlow Light"/>
                <a:ea typeface="Barlow Light"/>
                <a:cs typeface="Barlow Light"/>
                <a:sym typeface="Barlow Light"/>
              </a:defRPr>
            </a:lvl9pPr>
          </a:lstStyle>
          <a:p/>
        </p:txBody>
      </p:sp>
      <p:sp>
        <p:nvSpPr>
          <p:cNvPr id="140" name="Google Shape;140;p35"/>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337">
          <p15:clr>
            <a:srgbClr val="E46962"/>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 Content" type="tx">
  <p:cSld name="TITLE_AND_BODY">
    <p:bg>
      <p:bgPr>
        <a:solidFill>
          <a:schemeClr val="accent4"/>
        </a:solidFill>
      </p:bgPr>
    </p:bg>
    <p:spTree>
      <p:nvGrpSpPr>
        <p:cNvPr id="141" name="Shape 141"/>
        <p:cNvGrpSpPr/>
        <p:nvPr/>
      </p:nvGrpSpPr>
      <p:grpSpPr>
        <a:xfrm>
          <a:off x="0" y="0"/>
          <a:ext cx="0" cy="0"/>
          <a:chOff x="0" y="0"/>
          <a:chExt cx="0" cy="0"/>
        </a:xfrm>
      </p:grpSpPr>
      <p:sp>
        <p:nvSpPr>
          <p:cNvPr id="142" name="Google Shape;142;p36"/>
          <p:cNvSpPr txBox="1"/>
          <p:nvPr>
            <p:ph idx="1" type="subTitle"/>
          </p:nvPr>
        </p:nvSpPr>
        <p:spPr>
          <a:xfrm>
            <a:off x="475075" y="309225"/>
            <a:ext cx="3655200" cy="3576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2pPr>
            <a:lvl3pPr lvl="2"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3pPr>
            <a:lvl4pPr lvl="3"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4pPr>
            <a:lvl5pPr lvl="4"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5pPr>
            <a:lvl6pPr lvl="5"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6pPr>
            <a:lvl7pPr lvl="6"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7pPr>
            <a:lvl8pPr lvl="7"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8pPr>
            <a:lvl9pPr lvl="8" algn="l">
              <a:lnSpc>
                <a:spcPct val="100000"/>
              </a:lnSpc>
              <a:spcBef>
                <a:spcPts val="0"/>
              </a:spcBef>
              <a:spcAft>
                <a:spcPts val="0"/>
              </a:spcAft>
              <a:buClr>
                <a:schemeClr val="accent3"/>
              </a:buClr>
              <a:buSzPts val="1400"/>
              <a:buNone/>
              <a:defRPr>
                <a:solidFill>
                  <a:schemeClr val="accent3"/>
                </a:solidFill>
                <a:latin typeface="Barlow Light"/>
                <a:ea typeface="Barlow Light"/>
                <a:cs typeface="Barlow Light"/>
                <a:sym typeface="Barlow Light"/>
              </a:defRPr>
            </a:lvl9pPr>
          </a:lstStyle>
          <a:p/>
        </p:txBody>
      </p:sp>
      <p:sp>
        <p:nvSpPr>
          <p:cNvPr id="143" name="Google Shape;143;p36"/>
          <p:cNvSpPr txBox="1"/>
          <p:nvPr>
            <p:ph idx="2" type="body"/>
          </p:nvPr>
        </p:nvSpPr>
        <p:spPr>
          <a:xfrm>
            <a:off x="711097" y="980554"/>
            <a:ext cx="926100" cy="474000"/>
          </a:xfrm>
          <a:prstGeom prst="rect">
            <a:avLst/>
          </a:prstGeom>
          <a:noFill/>
          <a:ln>
            <a:noFill/>
          </a:ln>
        </p:spPr>
        <p:txBody>
          <a:bodyPr anchorCtr="0" anchor="t" bIns="91425" lIns="91425" spcFirstLastPara="1" rIns="91425" wrap="square" tIns="91425">
            <a:noAutofit/>
          </a:bodyPr>
          <a:lstStyle>
            <a:lvl1pPr indent="-406400" lvl="0" marL="457200" algn="r">
              <a:lnSpc>
                <a:spcPct val="8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1pPr>
            <a:lvl2pPr indent="-317500" lvl="1" marL="914400" algn="l">
              <a:lnSpc>
                <a:spcPct val="80000"/>
              </a:lnSpc>
              <a:spcBef>
                <a:spcPts val="0"/>
              </a:spcBef>
              <a:spcAft>
                <a:spcPts val="0"/>
              </a:spcAft>
              <a:buClr>
                <a:schemeClr val="accent3"/>
              </a:buClr>
              <a:buSzPts val="1400"/>
              <a:buFont typeface="Barlow ExtraLight"/>
              <a:buChar char="○"/>
              <a:defRPr>
                <a:solidFill>
                  <a:schemeClr val="accent3"/>
                </a:solidFill>
                <a:latin typeface="Barlow ExtraLight"/>
                <a:ea typeface="Barlow ExtraLight"/>
                <a:cs typeface="Barlow ExtraLight"/>
                <a:sym typeface="Barlow ExtraLight"/>
              </a:defRPr>
            </a:lvl2pPr>
            <a:lvl3pPr indent="-311150" lvl="2" marL="1371600" algn="l">
              <a:lnSpc>
                <a:spcPct val="80000"/>
              </a:lnSpc>
              <a:spcBef>
                <a:spcPts val="0"/>
              </a:spcBef>
              <a:spcAft>
                <a:spcPts val="0"/>
              </a:spcAft>
              <a:buClr>
                <a:schemeClr val="accent3"/>
              </a:buClr>
              <a:buSzPts val="1300"/>
              <a:buFont typeface="Barlow ExtraLight"/>
              <a:buChar char="■"/>
              <a:defRPr>
                <a:solidFill>
                  <a:schemeClr val="accent3"/>
                </a:solidFill>
                <a:latin typeface="Barlow ExtraLight"/>
                <a:ea typeface="Barlow ExtraLight"/>
                <a:cs typeface="Barlow ExtraLight"/>
                <a:sym typeface="Barlow ExtraLight"/>
              </a:defRPr>
            </a:lvl3pPr>
            <a:lvl4pPr indent="-304800" lvl="3" marL="1828800" algn="l">
              <a:lnSpc>
                <a:spcPct val="80000"/>
              </a:lnSpc>
              <a:spcBef>
                <a:spcPts val="0"/>
              </a:spcBef>
              <a:spcAft>
                <a:spcPts val="0"/>
              </a:spcAft>
              <a:buClr>
                <a:schemeClr val="accent3"/>
              </a:buClr>
              <a:buSzPts val="1200"/>
              <a:buFont typeface="Barlow ExtraLight"/>
              <a:buChar char="●"/>
              <a:defRPr>
                <a:solidFill>
                  <a:schemeClr val="accent3"/>
                </a:solidFill>
                <a:latin typeface="Barlow ExtraLight"/>
                <a:ea typeface="Barlow ExtraLight"/>
                <a:cs typeface="Barlow ExtraLight"/>
                <a:sym typeface="Barlow ExtraLight"/>
              </a:defRPr>
            </a:lvl4pPr>
            <a:lvl5pPr indent="-298450" lvl="4" marL="2286000" algn="l">
              <a:lnSpc>
                <a:spcPct val="80000"/>
              </a:lnSpc>
              <a:spcBef>
                <a:spcPts val="0"/>
              </a:spcBef>
              <a:spcAft>
                <a:spcPts val="0"/>
              </a:spcAft>
              <a:buClr>
                <a:schemeClr val="accent3"/>
              </a:buClr>
              <a:buSzPts val="1100"/>
              <a:buFont typeface="Barlow ExtraLight"/>
              <a:buChar char="○"/>
              <a:defRPr>
                <a:solidFill>
                  <a:schemeClr val="accent3"/>
                </a:solidFill>
                <a:latin typeface="Barlow ExtraLight"/>
                <a:ea typeface="Barlow ExtraLight"/>
                <a:cs typeface="Barlow ExtraLight"/>
                <a:sym typeface="Barlow ExtraLight"/>
              </a:defRPr>
            </a:lvl5pPr>
            <a:lvl6pPr indent="-292100" lvl="5" marL="2743200" algn="l">
              <a:lnSpc>
                <a:spcPct val="80000"/>
              </a:lnSpc>
              <a:spcBef>
                <a:spcPts val="0"/>
              </a:spcBef>
              <a:spcAft>
                <a:spcPts val="0"/>
              </a:spcAft>
              <a:buClr>
                <a:schemeClr val="accent3"/>
              </a:buClr>
              <a:buSzPts val="1000"/>
              <a:buFont typeface="Barlow ExtraLight"/>
              <a:buChar char="■"/>
              <a:defRPr>
                <a:solidFill>
                  <a:schemeClr val="accent3"/>
                </a:solidFill>
                <a:latin typeface="Barlow ExtraLight"/>
                <a:ea typeface="Barlow ExtraLight"/>
                <a:cs typeface="Barlow ExtraLight"/>
                <a:sym typeface="Barlow ExtraLight"/>
              </a:defRPr>
            </a:lvl6pPr>
            <a:lvl7pPr indent="-285750" lvl="6" marL="3200400" algn="l">
              <a:lnSpc>
                <a:spcPct val="80000"/>
              </a:lnSpc>
              <a:spcBef>
                <a:spcPts val="0"/>
              </a:spcBef>
              <a:spcAft>
                <a:spcPts val="0"/>
              </a:spcAft>
              <a:buClr>
                <a:schemeClr val="accent3"/>
              </a:buClr>
              <a:buSzPts val="900"/>
              <a:buFont typeface="Barlow ExtraLight"/>
              <a:buChar char="●"/>
              <a:defRPr>
                <a:solidFill>
                  <a:schemeClr val="accent3"/>
                </a:solidFill>
                <a:latin typeface="Barlow ExtraLight"/>
                <a:ea typeface="Barlow ExtraLight"/>
                <a:cs typeface="Barlow ExtraLight"/>
                <a:sym typeface="Barlow ExtraLight"/>
              </a:defRPr>
            </a:lvl7pPr>
            <a:lvl8pPr indent="-279400" lvl="7" marL="3657600" algn="l">
              <a:lnSpc>
                <a:spcPct val="80000"/>
              </a:lnSpc>
              <a:spcBef>
                <a:spcPts val="0"/>
              </a:spcBef>
              <a:spcAft>
                <a:spcPts val="0"/>
              </a:spcAft>
              <a:buClr>
                <a:schemeClr val="accent3"/>
              </a:buClr>
              <a:buSzPts val="800"/>
              <a:buFont typeface="Barlow ExtraLight"/>
              <a:buChar char="○"/>
              <a:defRPr>
                <a:solidFill>
                  <a:schemeClr val="accent3"/>
                </a:solidFill>
                <a:latin typeface="Barlow ExtraLight"/>
                <a:ea typeface="Barlow ExtraLight"/>
                <a:cs typeface="Barlow ExtraLight"/>
                <a:sym typeface="Barlow ExtraLight"/>
              </a:defRPr>
            </a:lvl8pPr>
            <a:lvl9pPr indent="-273050" lvl="8" marL="4114800" algn="l">
              <a:lnSpc>
                <a:spcPct val="80000"/>
              </a:lnSpc>
              <a:spcBef>
                <a:spcPts val="0"/>
              </a:spcBef>
              <a:spcAft>
                <a:spcPts val="0"/>
              </a:spcAft>
              <a:buClr>
                <a:schemeClr val="accent3"/>
              </a:buClr>
              <a:buSzPts val="700"/>
              <a:buFont typeface="Barlow ExtraLight"/>
              <a:buChar char="■"/>
              <a:defRPr>
                <a:solidFill>
                  <a:schemeClr val="accent3"/>
                </a:solidFill>
                <a:latin typeface="Barlow ExtraLight"/>
                <a:ea typeface="Barlow ExtraLight"/>
                <a:cs typeface="Barlow ExtraLight"/>
                <a:sym typeface="Barlow ExtraLight"/>
              </a:defRPr>
            </a:lvl9pPr>
          </a:lstStyle>
          <a:p/>
        </p:txBody>
      </p:sp>
      <p:sp>
        <p:nvSpPr>
          <p:cNvPr id="144" name="Google Shape;144;p36"/>
          <p:cNvSpPr txBox="1"/>
          <p:nvPr>
            <p:ph idx="3" type="subTitle"/>
          </p:nvPr>
        </p:nvSpPr>
        <p:spPr>
          <a:xfrm>
            <a:off x="1699221" y="980279"/>
            <a:ext cx="2362200" cy="474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14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p:txBody>
      </p:sp>
      <p:sp>
        <p:nvSpPr>
          <p:cNvPr id="145" name="Google Shape;145;p36"/>
          <p:cNvSpPr txBox="1"/>
          <p:nvPr>
            <p:ph idx="4" type="body"/>
          </p:nvPr>
        </p:nvSpPr>
        <p:spPr>
          <a:xfrm>
            <a:off x="2285797" y="1226054"/>
            <a:ext cx="1775700" cy="1108500"/>
          </a:xfrm>
          <a:prstGeom prst="rect">
            <a:avLst/>
          </a:prstGeom>
          <a:noFill/>
          <a:ln>
            <a:noFill/>
          </a:ln>
        </p:spPr>
        <p:txBody>
          <a:bodyPr anchorCtr="0" anchor="t" bIns="91425" lIns="91425" spcFirstLastPara="1" rIns="91425" wrap="square" tIns="91425">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298450" lvl="1" marL="914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indent="-298450" lvl="2" marL="1371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indent="-298450" lvl="3" marL="1828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8450" lvl="5" marL="2743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indent="-298450" lvl="6" marL="3200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indent="-298450" lvl="7" marL="3657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indent="-298450" lvl="8" marL="4114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p:txBody>
      </p:sp>
      <p:sp>
        <p:nvSpPr>
          <p:cNvPr id="146" name="Google Shape;146;p36"/>
          <p:cNvSpPr txBox="1"/>
          <p:nvPr>
            <p:ph idx="5" type="body"/>
          </p:nvPr>
        </p:nvSpPr>
        <p:spPr>
          <a:xfrm>
            <a:off x="711097" y="2222666"/>
            <a:ext cx="926100" cy="474000"/>
          </a:xfrm>
          <a:prstGeom prst="rect">
            <a:avLst/>
          </a:prstGeom>
          <a:noFill/>
          <a:ln>
            <a:noFill/>
          </a:ln>
        </p:spPr>
        <p:txBody>
          <a:bodyPr anchorCtr="0" anchor="t" bIns="91425" lIns="91425" spcFirstLastPara="1" rIns="91425" wrap="square" tIns="91425">
            <a:noAutofit/>
          </a:bodyPr>
          <a:lstStyle>
            <a:lvl1pPr indent="-406400" lvl="0" marL="457200" algn="r">
              <a:lnSpc>
                <a:spcPct val="8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1pPr>
            <a:lvl2pPr indent="-317500" lvl="1" marL="914400" algn="l">
              <a:lnSpc>
                <a:spcPct val="80000"/>
              </a:lnSpc>
              <a:spcBef>
                <a:spcPts val="0"/>
              </a:spcBef>
              <a:spcAft>
                <a:spcPts val="0"/>
              </a:spcAft>
              <a:buClr>
                <a:schemeClr val="accent3"/>
              </a:buClr>
              <a:buSzPts val="1400"/>
              <a:buFont typeface="Barlow ExtraLight"/>
              <a:buChar char="○"/>
              <a:defRPr>
                <a:solidFill>
                  <a:schemeClr val="accent3"/>
                </a:solidFill>
                <a:latin typeface="Barlow ExtraLight"/>
                <a:ea typeface="Barlow ExtraLight"/>
                <a:cs typeface="Barlow ExtraLight"/>
                <a:sym typeface="Barlow ExtraLight"/>
              </a:defRPr>
            </a:lvl2pPr>
            <a:lvl3pPr indent="-311150" lvl="2" marL="1371600" algn="l">
              <a:lnSpc>
                <a:spcPct val="80000"/>
              </a:lnSpc>
              <a:spcBef>
                <a:spcPts val="0"/>
              </a:spcBef>
              <a:spcAft>
                <a:spcPts val="0"/>
              </a:spcAft>
              <a:buClr>
                <a:schemeClr val="accent3"/>
              </a:buClr>
              <a:buSzPts val="1300"/>
              <a:buFont typeface="Barlow ExtraLight"/>
              <a:buChar char="■"/>
              <a:defRPr>
                <a:solidFill>
                  <a:schemeClr val="accent3"/>
                </a:solidFill>
                <a:latin typeface="Barlow ExtraLight"/>
                <a:ea typeface="Barlow ExtraLight"/>
                <a:cs typeface="Barlow ExtraLight"/>
                <a:sym typeface="Barlow ExtraLight"/>
              </a:defRPr>
            </a:lvl3pPr>
            <a:lvl4pPr indent="-304800" lvl="3" marL="1828800" algn="l">
              <a:lnSpc>
                <a:spcPct val="80000"/>
              </a:lnSpc>
              <a:spcBef>
                <a:spcPts val="0"/>
              </a:spcBef>
              <a:spcAft>
                <a:spcPts val="0"/>
              </a:spcAft>
              <a:buClr>
                <a:schemeClr val="accent3"/>
              </a:buClr>
              <a:buSzPts val="1200"/>
              <a:buFont typeface="Barlow ExtraLight"/>
              <a:buChar char="●"/>
              <a:defRPr>
                <a:solidFill>
                  <a:schemeClr val="accent3"/>
                </a:solidFill>
                <a:latin typeface="Barlow ExtraLight"/>
                <a:ea typeface="Barlow ExtraLight"/>
                <a:cs typeface="Barlow ExtraLight"/>
                <a:sym typeface="Barlow ExtraLight"/>
              </a:defRPr>
            </a:lvl4pPr>
            <a:lvl5pPr indent="-298450" lvl="4" marL="2286000" algn="l">
              <a:lnSpc>
                <a:spcPct val="80000"/>
              </a:lnSpc>
              <a:spcBef>
                <a:spcPts val="0"/>
              </a:spcBef>
              <a:spcAft>
                <a:spcPts val="0"/>
              </a:spcAft>
              <a:buClr>
                <a:schemeClr val="accent3"/>
              </a:buClr>
              <a:buSzPts val="1100"/>
              <a:buFont typeface="Barlow ExtraLight"/>
              <a:buChar char="○"/>
              <a:defRPr>
                <a:solidFill>
                  <a:schemeClr val="accent3"/>
                </a:solidFill>
                <a:latin typeface="Barlow ExtraLight"/>
                <a:ea typeface="Barlow ExtraLight"/>
                <a:cs typeface="Barlow ExtraLight"/>
                <a:sym typeface="Barlow ExtraLight"/>
              </a:defRPr>
            </a:lvl5pPr>
            <a:lvl6pPr indent="-292100" lvl="5" marL="2743200" algn="l">
              <a:lnSpc>
                <a:spcPct val="80000"/>
              </a:lnSpc>
              <a:spcBef>
                <a:spcPts val="0"/>
              </a:spcBef>
              <a:spcAft>
                <a:spcPts val="0"/>
              </a:spcAft>
              <a:buClr>
                <a:schemeClr val="accent3"/>
              </a:buClr>
              <a:buSzPts val="1000"/>
              <a:buFont typeface="Barlow ExtraLight"/>
              <a:buChar char="■"/>
              <a:defRPr>
                <a:solidFill>
                  <a:schemeClr val="accent3"/>
                </a:solidFill>
                <a:latin typeface="Barlow ExtraLight"/>
                <a:ea typeface="Barlow ExtraLight"/>
                <a:cs typeface="Barlow ExtraLight"/>
                <a:sym typeface="Barlow ExtraLight"/>
              </a:defRPr>
            </a:lvl6pPr>
            <a:lvl7pPr indent="-285750" lvl="6" marL="3200400" algn="l">
              <a:lnSpc>
                <a:spcPct val="80000"/>
              </a:lnSpc>
              <a:spcBef>
                <a:spcPts val="0"/>
              </a:spcBef>
              <a:spcAft>
                <a:spcPts val="0"/>
              </a:spcAft>
              <a:buClr>
                <a:schemeClr val="accent3"/>
              </a:buClr>
              <a:buSzPts val="900"/>
              <a:buFont typeface="Barlow ExtraLight"/>
              <a:buChar char="●"/>
              <a:defRPr>
                <a:solidFill>
                  <a:schemeClr val="accent3"/>
                </a:solidFill>
                <a:latin typeface="Barlow ExtraLight"/>
                <a:ea typeface="Barlow ExtraLight"/>
                <a:cs typeface="Barlow ExtraLight"/>
                <a:sym typeface="Barlow ExtraLight"/>
              </a:defRPr>
            </a:lvl7pPr>
            <a:lvl8pPr indent="-279400" lvl="7" marL="3657600" algn="l">
              <a:lnSpc>
                <a:spcPct val="80000"/>
              </a:lnSpc>
              <a:spcBef>
                <a:spcPts val="0"/>
              </a:spcBef>
              <a:spcAft>
                <a:spcPts val="0"/>
              </a:spcAft>
              <a:buClr>
                <a:schemeClr val="accent3"/>
              </a:buClr>
              <a:buSzPts val="800"/>
              <a:buFont typeface="Barlow ExtraLight"/>
              <a:buChar char="○"/>
              <a:defRPr>
                <a:solidFill>
                  <a:schemeClr val="accent3"/>
                </a:solidFill>
                <a:latin typeface="Barlow ExtraLight"/>
                <a:ea typeface="Barlow ExtraLight"/>
                <a:cs typeface="Barlow ExtraLight"/>
                <a:sym typeface="Barlow ExtraLight"/>
              </a:defRPr>
            </a:lvl8pPr>
            <a:lvl9pPr indent="-273050" lvl="8" marL="4114800" algn="l">
              <a:lnSpc>
                <a:spcPct val="80000"/>
              </a:lnSpc>
              <a:spcBef>
                <a:spcPts val="0"/>
              </a:spcBef>
              <a:spcAft>
                <a:spcPts val="0"/>
              </a:spcAft>
              <a:buClr>
                <a:schemeClr val="accent3"/>
              </a:buClr>
              <a:buSzPts val="700"/>
              <a:buFont typeface="Barlow ExtraLight"/>
              <a:buChar char="■"/>
              <a:defRPr>
                <a:solidFill>
                  <a:schemeClr val="accent3"/>
                </a:solidFill>
                <a:latin typeface="Barlow ExtraLight"/>
                <a:ea typeface="Barlow ExtraLight"/>
                <a:cs typeface="Barlow ExtraLight"/>
                <a:sym typeface="Barlow ExtraLight"/>
              </a:defRPr>
            </a:lvl9pPr>
          </a:lstStyle>
          <a:p/>
        </p:txBody>
      </p:sp>
      <p:sp>
        <p:nvSpPr>
          <p:cNvPr id="147" name="Google Shape;147;p36"/>
          <p:cNvSpPr txBox="1"/>
          <p:nvPr>
            <p:ph idx="6" type="subTitle"/>
          </p:nvPr>
        </p:nvSpPr>
        <p:spPr>
          <a:xfrm>
            <a:off x="1699221" y="2222391"/>
            <a:ext cx="2362200" cy="474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14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p:txBody>
      </p:sp>
      <p:sp>
        <p:nvSpPr>
          <p:cNvPr id="148" name="Google Shape;148;p36"/>
          <p:cNvSpPr txBox="1"/>
          <p:nvPr>
            <p:ph idx="7" type="body"/>
          </p:nvPr>
        </p:nvSpPr>
        <p:spPr>
          <a:xfrm>
            <a:off x="2285797" y="2468166"/>
            <a:ext cx="1775700" cy="843000"/>
          </a:xfrm>
          <a:prstGeom prst="rect">
            <a:avLst/>
          </a:prstGeom>
          <a:noFill/>
          <a:ln>
            <a:noFill/>
          </a:ln>
        </p:spPr>
        <p:txBody>
          <a:bodyPr anchorCtr="0" anchor="t" bIns="91425" lIns="91425" spcFirstLastPara="1" rIns="91425" wrap="square" tIns="91425">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298450" lvl="1" marL="914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indent="-298450" lvl="2" marL="1371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indent="-298450" lvl="3" marL="1828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8450" lvl="5" marL="2743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indent="-298450" lvl="6" marL="3200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indent="-298450" lvl="7" marL="3657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indent="-298450" lvl="8" marL="4114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p:txBody>
      </p:sp>
      <p:sp>
        <p:nvSpPr>
          <p:cNvPr id="149" name="Google Shape;149;p36"/>
          <p:cNvSpPr txBox="1"/>
          <p:nvPr>
            <p:ph idx="8" type="body"/>
          </p:nvPr>
        </p:nvSpPr>
        <p:spPr>
          <a:xfrm>
            <a:off x="711097" y="3219093"/>
            <a:ext cx="926100" cy="474000"/>
          </a:xfrm>
          <a:prstGeom prst="rect">
            <a:avLst/>
          </a:prstGeom>
          <a:noFill/>
          <a:ln>
            <a:noFill/>
          </a:ln>
        </p:spPr>
        <p:txBody>
          <a:bodyPr anchorCtr="0" anchor="t" bIns="91425" lIns="91425" spcFirstLastPara="1" rIns="91425" wrap="square" tIns="91425">
            <a:noAutofit/>
          </a:bodyPr>
          <a:lstStyle>
            <a:lvl1pPr indent="-406400" lvl="0" marL="457200" algn="r">
              <a:lnSpc>
                <a:spcPct val="8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1pPr>
            <a:lvl2pPr indent="-317500" lvl="1" marL="914400" algn="l">
              <a:lnSpc>
                <a:spcPct val="80000"/>
              </a:lnSpc>
              <a:spcBef>
                <a:spcPts val="0"/>
              </a:spcBef>
              <a:spcAft>
                <a:spcPts val="0"/>
              </a:spcAft>
              <a:buClr>
                <a:schemeClr val="accent3"/>
              </a:buClr>
              <a:buSzPts val="1400"/>
              <a:buFont typeface="Barlow ExtraLight"/>
              <a:buChar char="○"/>
              <a:defRPr>
                <a:solidFill>
                  <a:schemeClr val="accent3"/>
                </a:solidFill>
                <a:latin typeface="Barlow ExtraLight"/>
                <a:ea typeface="Barlow ExtraLight"/>
                <a:cs typeface="Barlow ExtraLight"/>
                <a:sym typeface="Barlow ExtraLight"/>
              </a:defRPr>
            </a:lvl2pPr>
            <a:lvl3pPr indent="-311150" lvl="2" marL="1371600" algn="l">
              <a:lnSpc>
                <a:spcPct val="80000"/>
              </a:lnSpc>
              <a:spcBef>
                <a:spcPts val="0"/>
              </a:spcBef>
              <a:spcAft>
                <a:spcPts val="0"/>
              </a:spcAft>
              <a:buClr>
                <a:schemeClr val="accent3"/>
              </a:buClr>
              <a:buSzPts val="1300"/>
              <a:buFont typeface="Barlow ExtraLight"/>
              <a:buChar char="■"/>
              <a:defRPr>
                <a:solidFill>
                  <a:schemeClr val="accent3"/>
                </a:solidFill>
                <a:latin typeface="Barlow ExtraLight"/>
                <a:ea typeface="Barlow ExtraLight"/>
                <a:cs typeface="Barlow ExtraLight"/>
                <a:sym typeface="Barlow ExtraLight"/>
              </a:defRPr>
            </a:lvl3pPr>
            <a:lvl4pPr indent="-304800" lvl="3" marL="1828800" algn="l">
              <a:lnSpc>
                <a:spcPct val="80000"/>
              </a:lnSpc>
              <a:spcBef>
                <a:spcPts val="0"/>
              </a:spcBef>
              <a:spcAft>
                <a:spcPts val="0"/>
              </a:spcAft>
              <a:buClr>
                <a:schemeClr val="accent3"/>
              </a:buClr>
              <a:buSzPts val="1200"/>
              <a:buFont typeface="Barlow ExtraLight"/>
              <a:buChar char="●"/>
              <a:defRPr>
                <a:solidFill>
                  <a:schemeClr val="accent3"/>
                </a:solidFill>
                <a:latin typeface="Barlow ExtraLight"/>
                <a:ea typeface="Barlow ExtraLight"/>
                <a:cs typeface="Barlow ExtraLight"/>
                <a:sym typeface="Barlow ExtraLight"/>
              </a:defRPr>
            </a:lvl4pPr>
            <a:lvl5pPr indent="-298450" lvl="4" marL="2286000" algn="l">
              <a:lnSpc>
                <a:spcPct val="80000"/>
              </a:lnSpc>
              <a:spcBef>
                <a:spcPts val="0"/>
              </a:spcBef>
              <a:spcAft>
                <a:spcPts val="0"/>
              </a:spcAft>
              <a:buClr>
                <a:schemeClr val="accent3"/>
              </a:buClr>
              <a:buSzPts val="1100"/>
              <a:buFont typeface="Barlow ExtraLight"/>
              <a:buChar char="○"/>
              <a:defRPr>
                <a:solidFill>
                  <a:schemeClr val="accent3"/>
                </a:solidFill>
                <a:latin typeface="Barlow ExtraLight"/>
                <a:ea typeface="Barlow ExtraLight"/>
                <a:cs typeface="Barlow ExtraLight"/>
                <a:sym typeface="Barlow ExtraLight"/>
              </a:defRPr>
            </a:lvl5pPr>
            <a:lvl6pPr indent="-292100" lvl="5" marL="2743200" algn="l">
              <a:lnSpc>
                <a:spcPct val="80000"/>
              </a:lnSpc>
              <a:spcBef>
                <a:spcPts val="0"/>
              </a:spcBef>
              <a:spcAft>
                <a:spcPts val="0"/>
              </a:spcAft>
              <a:buClr>
                <a:schemeClr val="accent3"/>
              </a:buClr>
              <a:buSzPts val="1000"/>
              <a:buFont typeface="Barlow ExtraLight"/>
              <a:buChar char="■"/>
              <a:defRPr>
                <a:solidFill>
                  <a:schemeClr val="accent3"/>
                </a:solidFill>
                <a:latin typeface="Barlow ExtraLight"/>
                <a:ea typeface="Barlow ExtraLight"/>
                <a:cs typeface="Barlow ExtraLight"/>
                <a:sym typeface="Barlow ExtraLight"/>
              </a:defRPr>
            </a:lvl6pPr>
            <a:lvl7pPr indent="-285750" lvl="6" marL="3200400" algn="l">
              <a:lnSpc>
                <a:spcPct val="80000"/>
              </a:lnSpc>
              <a:spcBef>
                <a:spcPts val="0"/>
              </a:spcBef>
              <a:spcAft>
                <a:spcPts val="0"/>
              </a:spcAft>
              <a:buClr>
                <a:schemeClr val="accent3"/>
              </a:buClr>
              <a:buSzPts val="900"/>
              <a:buFont typeface="Barlow ExtraLight"/>
              <a:buChar char="●"/>
              <a:defRPr>
                <a:solidFill>
                  <a:schemeClr val="accent3"/>
                </a:solidFill>
                <a:latin typeface="Barlow ExtraLight"/>
                <a:ea typeface="Barlow ExtraLight"/>
                <a:cs typeface="Barlow ExtraLight"/>
                <a:sym typeface="Barlow ExtraLight"/>
              </a:defRPr>
            </a:lvl7pPr>
            <a:lvl8pPr indent="-279400" lvl="7" marL="3657600" algn="l">
              <a:lnSpc>
                <a:spcPct val="80000"/>
              </a:lnSpc>
              <a:spcBef>
                <a:spcPts val="0"/>
              </a:spcBef>
              <a:spcAft>
                <a:spcPts val="0"/>
              </a:spcAft>
              <a:buClr>
                <a:schemeClr val="accent3"/>
              </a:buClr>
              <a:buSzPts val="800"/>
              <a:buFont typeface="Barlow ExtraLight"/>
              <a:buChar char="○"/>
              <a:defRPr>
                <a:solidFill>
                  <a:schemeClr val="accent3"/>
                </a:solidFill>
                <a:latin typeface="Barlow ExtraLight"/>
                <a:ea typeface="Barlow ExtraLight"/>
                <a:cs typeface="Barlow ExtraLight"/>
                <a:sym typeface="Barlow ExtraLight"/>
              </a:defRPr>
            </a:lvl8pPr>
            <a:lvl9pPr indent="-273050" lvl="8" marL="4114800" algn="l">
              <a:lnSpc>
                <a:spcPct val="80000"/>
              </a:lnSpc>
              <a:spcBef>
                <a:spcPts val="0"/>
              </a:spcBef>
              <a:spcAft>
                <a:spcPts val="0"/>
              </a:spcAft>
              <a:buClr>
                <a:schemeClr val="accent3"/>
              </a:buClr>
              <a:buSzPts val="700"/>
              <a:buFont typeface="Barlow ExtraLight"/>
              <a:buChar char="■"/>
              <a:defRPr>
                <a:solidFill>
                  <a:schemeClr val="accent3"/>
                </a:solidFill>
                <a:latin typeface="Barlow ExtraLight"/>
                <a:ea typeface="Barlow ExtraLight"/>
                <a:cs typeface="Barlow ExtraLight"/>
                <a:sym typeface="Barlow ExtraLight"/>
              </a:defRPr>
            </a:lvl9pPr>
          </a:lstStyle>
          <a:p/>
        </p:txBody>
      </p:sp>
      <p:sp>
        <p:nvSpPr>
          <p:cNvPr id="150" name="Google Shape;150;p36"/>
          <p:cNvSpPr txBox="1"/>
          <p:nvPr>
            <p:ph idx="9" type="subTitle"/>
          </p:nvPr>
        </p:nvSpPr>
        <p:spPr>
          <a:xfrm>
            <a:off x="1699221" y="3218818"/>
            <a:ext cx="2362200" cy="474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14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p:txBody>
      </p:sp>
      <p:sp>
        <p:nvSpPr>
          <p:cNvPr id="151" name="Google Shape;151;p36"/>
          <p:cNvSpPr txBox="1"/>
          <p:nvPr>
            <p:ph idx="13" type="body"/>
          </p:nvPr>
        </p:nvSpPr>
        <p:spPr>
          <a:xfrm>
            <a:off x="2285797" y="3464593"/>
            <a:ext cx="1775700" cy="843000"/>
          </a:xfrm>
          <a:prstGeom prst="rect">
            <a:avLst/>
          </a:prstGeom>
          <a:noFill/>
          <a:ln>
            <a:noFill/>
          </a:ln>
        </p:spPr>
        <p:txBody>
          <a:bodyPr anchorCtr="0" anchor="t" bIns="91425" lIns="91425" spcFirstLastPara="1" rIns="91425" wrap="square" tIns="91425">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298450" lvl="1" marL="914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indent="-298450" lvl="2" marL="1371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indent="-298450" lvl="3" marL="1828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8450" lvl="5" marL="2743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indent="-298450" lvl="6" marL="3200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indent="-298450" lvl="7" marL="3657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indent="-298450" lvl="8" marL="4114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p:txBody>
      </p:sp>
      <p:sp>
        <p:nvSpPr>
          <p:cNvPr id="152" name="Google Shape;152;p36"/>
          <p:cNvSpPr txBox="1"/>
          <p:nvPr>
            <p:ph idx="14" type="body"/>
          </p:nvPr>
        </p:nvSpPr>
        <p:spPr>
          <a:xfrm>
            <a:off x="4746581" y="980554"/>
            <a:ext cx="926100" cy="474000"/>
          </a:xfrm>
          <a:prstGeom prst="rect">
            <a:avLst/>
          </a:prstGeom>
          <a:noFill/>
          <a:ln>
            <a:noFill/>
          </a:ln>
        </p:spPr>
        <p:txBody>
          <a:bodyPr anchorCtr="0" anchor="t" bIns="91425" lIns="91425" spcFirstLastPara="1" rIns="91425" wrap="square" tIns="91425">
            <a:noAutofit/>
          </a:bodyPr>
          <a:lstStyle>
            <a:lvl1pPr indent="-406400" lvl="0" marL="457200" algn="r">
              <a:lnSpc>
                <a:spcPct val="8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1pPr>
            <a:lvl2pPr indent="-317500" lvl="1" marL="914400" algn="l">
              <a:lnSpc>
                <a:spcPct val="80000"/>
              </a:lnSpc>
              <a:spcBef>
                <a:spcPts val="0"/>
              </a:spcBef>
              <a:spcAft>
                <a:spcPts val="0"/>
              </a:spcAft>
              <a:buClr>
                <a:schemeClr val="accent3"/>
              </a:buClr>
              <a:buSzPts val="1400"/>
              <a:buFont typeface="Barlow ExtraLight"/>
              <a:buChar char="○"/>
              <a:defRPr>
                <a:solidFill>
                  <a:schemeClr val="accent3"/>
                </a:solidFill>
                <a:latin typeface="Barlow ExtraLight"/>
                <a:ea typeface="Barlow ExtraLight"/>
                <a:cs typeface="Barlow ExtraLight"/>
                <a:sym typeface="Barlow ExtraLight"/>
              </a:defRPr>
            </a:lvl2pPr>
            <a:lvl3pPr indent="-311150" lvl="2" marL="1371600" algn="l">
              <a:lnSpc>
                <a:spcPct val="80000"/>
              </a:lnSpc>
              <a:spcBef>
                <a:spcPts val="0"/>
              </a:spcBef>
              <a:spcAft>
                <a:spcPts val="0"/>
              </a:spcAft>
              <a:buClr>
                <a:schemeClr val="accent3"/>
              </a:buClr>
              <a:buSzPts val="1300"/>
              <a:buFont typeface="Barlow ExtraLight"/>
              <a:buChar char="■"/>
              <a:defRPr>
                <a:solidFill>
                  <a:schemeClr val="accent3"/>
                </a:solidFill>
                <a:latin typeface="Barlow ExtraLight"/>
                <a:ea typeface="Barlow ExtraLight"/>
                <a:cs typeface="Barlow ExtraLight"/>
                <a:sym typeface="Barlow ExtraLight"/>
              </a:defRPr>
            </a:lvl3pPr>
            <a:lvl4pPr indent="-304800" lvl="3" marL="1828800" algn="l">
              <a:lnSpc>
                <a:spcPct val="80000"/>
              </a:lnSpc>
              <a:spcBef>
                <a:spcPts val="0"/>
              </a:spcBef>
              <a:spcAft>
                <a:spcPts val="0"/>
              </a:spcAft>
              <a:buClr>
                <a:schemeClr val="accent3"/>
              </a:buClr>
              <a:buSzPts val="1200"/>
              <a:buFont typeface="Barlow ExtraLight"/>
              <a:buChar char="●"/>
              <a:defRPr>
                <a:solidFill>
                  <a:schemeClr val="accent3"/>
                </a:solidFill>
                <a:latin typeface="Barlow ExtraLight"/>
                <a:ea typeface="Barlow ExtraLight"/>
                <a:cs typeface="Barlow ExtraLight"/>
                <a:sym typeface="Barlow ExtraLight"/>
              </a:defRPr>
            </a:lvl4pPr>
            <a:lvl5pPr indent="-298450" lvl="4" marL="2286000" algn="l">
              <a:lnSpc>
                <a:spcPct val="80000"/>
              </a:lnSpc>
              <a:spcBef>
                <a:spcPts val="0"/>
              </a:spcBef>
              <a:spcAft>
                <a:spcPts val="0"/>
              </a:spcAft>
              <a:buClr>
                <a:schemeClr val="accent3"/>
              </a:buClr>
              <a:buSzPts val="1100"/>
              <a:buFont typeface="Barlow ExtraLight"/>
              <a:buChar char="○"/>
              <a:defRPr>
                <a:solidFill>
                  <a:schemeClr val="accent3"/>
                </a:solidFill>
                <a:latin typeface="Barlow ExtraLight"/>
                <a:ea typeface="Barlow ExtraLight"/>
                <a:cs typeface="Barlow ExtraLight"/>
                <a:sym typeface="Barlow ExtraLight"/>
              </a:defRPr>
            </a:lvl5pPr>
            <a:lvl6pPr indent="-292100" lvl="5" marL="2743200" algn="l">
              <a:lnSpc>
                <a:spcPct val="80000"/>
              </a:lnSpc>
              <a:spcBef>
                <a:spcPts val="0"/>
              </a:spcBef>
              <a:spcAft>
                <a:spcPts val="0"/>
              </a:spcAft>
              <a:buClr>
                <a:schemeClr val="accent3"/>
              </a:buClr>
              <a:buSzPts val="1000"/>
              <a:buFont typeface="Barlow ExtraLight"/>
              <a:buChar char="■"/>
              <a:defRPr>
                <a:solidFill>
                  <a:schemeClr val="accent3"/>
                </a:solidFill>
                <a:latin typeface="Barlow ExtraLight"/>
                <a:ea typeface="Barlow ExtraLight"/>
                <a:cs typeface="Barlow ExtraLight"/>
                <a:sym typeface="Barlow ExtraLight"/>
              </a:defRPr>
            </a:lvl6pPr>
            <a:lvl7pPr indent="-285750" lvl="6" marL="3200400" algn="l">
              <a:lnSpc>
                <a:spcPct val="80000"/>
              </a:lnSpc>
              <a:spcBef>
                <a:spcPts val="0"/>
              </a:spcBef>
              <a:spcAft>
                <a:spcPts val="0"/>
              </a:spcAft>
              <a:buClr>
                <a:schemeClr val="accent3"/>
              </a:buClr>
              <a:buSzPts val="900"/>
              <a:buFont typeface="Barlow ExtraLight"/>
              <a:buChar char="●"/>
              <a:defRPr>
                <a:solidFill>
                  <a:schemeClr val="accent3"/>
                </a:solidFill>
                <a:latin typeface="Barlow ExtraLight"/>
                <a:ea typeface="Barlow ExtraLight"/>
                <a:cs typeface="Barlow ExtraLight"/>
                <a:sym typeface="Barlow ExtraLight"/>
              </a:defRPr>
            </a:lvl7pPr>
            <a:lvl8pPr indent="-279400" lvl="7" marL="3657600" algn="l">
              <a:lnSpc>
                <a:spcPct val="80000"/>
              </a:lnSpc>
              <a:spcBef>
                <a:spcPts val="0"/>
              </a:spcBef>
              <a:spcAft>
                <a:spcPts val="0"/>
              </a:spcAft>
              <a:buClr>
                <a:schemeClr val="accent3"/>
              </a:buClr>
              <a:buSzPts val="800"/>
              <a:buFont typeface="Barlow ExtraLight"/>
              <a:buChar char="○"/>
              <a:defRPr>
                <a:solidFill>
                  <a:schemeClr val="accent3"/>
                </a:solidFill>
                <a:latin typeface="Barlow ExtraLight"/>
                <a:ea typeface="Barlow ExtraLight"/>
                <a:cs typeface="Barlow ExtraLight"/>
                <a:sym typeface="Barlow ExtraLight"/>
              </a:defRPr>
            </a:lvl8pPr>
            <a:lvl9pPr indent="-273050" lvl="8" marL="4114800" algn="l">
              <a:lnSpc>
                <a:spcPct val="80000"/>
              </a:lnSpc>
              <a:spcBef>
                <a:spcPts val="0"/>
              </a:spcBef>
              <a:spcAft>
                <a:spcPts val="0"/>
              </a:spcAft>
              <a:buClr>
                <a:schemeClr val="accent3"/>
              </a:buClr>
              <a:buSzPts val="700"/>
              <a:buFont typeface="Barlow ExtraLight"/>
              <a:buChar char="■"/>
              <a:defRPr>
                <a:solidFill>
                  <a:schemeClr val="accent3"/>
                </a:solidFill>
                <a:latin typeface="Barlow ExtraLight"/>
                <a:ea typeface="Barlow ExtraLight"/>
                <a:cs typeface="Barlow ExtraLight"/>
                <a:sym typeface="Barlow ExtraLight"/>
              </a:defRPr>
            </a:lvl9pPr>
          </a:lstStyle>
          <a:p/>
        </p:txBody>
      </p:sp>
      <p:sp>
        <p:nvSpPr>
          <p:cNvPr id="153" name="Google Shape;153;p36"/>
          <p:cNvSpPr txBox="1"/>
          <p:nvPr>
            <p:ph idx="15" type="subTitle"/>
          </p:nvPr>
        </p:nvSpPr>
        <p:spPr>
          <a:xfrm>
            <a:off x="5734705" y="980279"/>
            <a:ext cx="2362200" cy="474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14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p:txBody>
      </p:sp>
      <p:sp>
        <p:nvSpPr>
          <p:cNvPr id="154" name="Google Shape;154;p36"/>
          <p:cNvSpPr txBox="1"/>
          <p:nvPr>
            <p:ph idx="16" type="body"/>
          </p:nvPr>
        </p:nvSpPr>
        <p:spPr>
          <a:xfrm>
            <a:off x="6321281" y="1226054"/>
            <a:ext cx="1775700" cy="1108500"/>
          </a:xfrm>
          <a:prstGeom prst="rect">
            <a:avLst/>
          </a:prstGeom>
          <a:noFill/>
          <a:ln>
            <a:noFill/>
          </a:ln>
        </p:spPr>
        <p:txBody>
          <a:bodyPr anchorCtr="0" anchor="t" bIns="91425" lIns="91425" spcFirstLastPara="1" rIns="91425" wrap="square" tIns="91425">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298450" lvl="1" marL="914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indent="-298450" lvl="2" marL="1371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indent="-298450" lvl="3" marL="1828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8450" lvl="5" marL="2743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indent="-298450" lvl="6" marL="3200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indent="-298450" lvl="7" marL="3657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indent="-298450" lvl="8" marL="4114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p:txBody>
      </p:sp>
      <p:sp>
        <p:nvSpPr>
          <p:cNvPr id="155" name="Google Shape;155;p36"/>
          <p:cNvSpPr txBox="1"/>
          <p:nvPr>
            <p:ph idx="17" type="body"/>
          </p:nvPr>
        </p:nvSpPr>
        <p:spPr>
          <a:xfrm>
            <a:off x="4746581" y="2222666"/>
            <a:ext cx="926100" cy="474000"/>
          </a:xfrm>
          <a:prstGeom prst="rect">
            <a:avLst/>
          </a:prstGeom>
          <a:noFill/>
          <a:ln>
            <a:noFill/>
          </a:ln>
        </p:spPr>
        <p:txBody>
          <a:bodyPr anchorCtr="0" anchor="t" bIns="91425" lIns="91425" spcFirstLastPara="1" rIns="91425" wrap="square" tIns="91425">
            <a:noAutofit/>
          </a:bodyPr>
          <a:lstStyle>
            <a:lvl1pPr indent="-406400" lvl="0" marL="457200" algn="r">
              <a:lnSpc>
                <a:spcPct val="8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1pPr>
            <a:lvl2pPr indent="-317500" lvl="1" marL="914400" algn="l">
              <a:lnSpc>
                <a:spcPct val="80000"/>
              </a:lnSpc>
              <a:spcBef>
                <a:spcPts val="0"/>
              </a:spcBef>
              <a:spcAft>
                <a:spcPts val="0"/>
              </a:spcAft>
              <a:buClr>
                <a:schemeClr val="accent3"/>
              </a:buClr>
              <a:buSzPts val="1400"/>
              <a:buFont typeface="Barlow ExtraLight"/>
              <a:buChar char="○"/>
              <a:defRPr>
                <a:solidFill>
                  <a:schemeClr val="accent3"/>
                </a:solidFill>
                <a:latin typeface="Barlow ExtraLight"/>
                <a:ea typeface="Barlow ExtraLight"/>
                <a:cs typeface="Barlow ExtraLight"/>
                <a:sym typeface="Barlow ExtraLight"/>
              </a:defRPr>
            </a:lvl2pPr>
            <a:lvl3pPr indent="-311150" lvl="2" marL="1371600" algn="l">
              <a:lnSpc>
                <a:spcPct val="80000"/>
              </a:lnSpc>
              <a:spcBef>
                <a:spcPts val="0"/>
              </a:spcBef>
              <a:spcAft>
                <a:spcPts val="0"/>
              </a:spcAft>
              <a:buClr>
                <a:schemeClr val="accent3"/>
              </a:buClr>
              <a:buSzPts val="1300"/>
              <a:buFont typeface="Barlow ExtraLight"/>
              <a:buChar char="■"/>
              <a:defRPr>
                <a:solidFill>
                  <a:schemeClr val="accent3"/>
                </a:solidFill>
                <a:latin typeface="Barlow ExtraLight"/>
                <a:ea typeface="Barlow ExtraLight"/>
                <a:cs typeface="Barlow ExtraLight"/>
                <a:sym typeface="Barlow ExtraLight"/>
              </a:defRPr>
            </a:lvl3pPr>
            <a:lvl4pPr indent="-304800" lvl="3" marL="1828800" algn="l">
              <a:lnSpc>
                <a:spcPct val="80000"/>
              </a:lnSpc>
              <a:spcBef>
                <a:spcPts val="0"/>
              </a:spcBef>
              <a:spcAft>
                <a:spcPts val="0"/>
              </a:spcAft>
              <a:buClr>
                <a:schemeClr val="accent3"/>
              </a:buClr>
              <a:buSzPts val="1200"/>
              <a:buFont typeface="Barlow ExtraLight"/>
              <a:buChar char="●"/>
              <a:defRPr>
                <a:solidFill>
                  <a:schemeClr val="accent3"/>
                </a:solidFill>
                <a:latin typeface="Barlow ExtraLight"/>
                <a:ea typeface="Barlow ExtraLight"/>
                <a:cs typeface="Barlow ExtraLight"/>
                <a:sym typeface="Barlow ExtraLight"/>
              </a:defRPr>
            </a:lvl4pPr>
            <a:lvl5pPr indent="-298450" lvl="4" marL="2286000" algn="l">
              <a:lnSpc>
                <a:spcPct val="80000"/>
              </a:lnSpc>
              <a:spcBef>
                <a:spcPts val="0"/>
              </a:spcBef>
              <a:spcAft>
                <a:spcPts val="0"/>
              </a:spcAft>
              <a:buClr>
                <a:schemeClr val="accent3"/>
              </a:buClr>
              <a:buSzPts val="1100"/>
              <a:buFont typeface="Barlow ExtraLight"/>
              <a:buChar char="○"/>
              <a:defRPr>
                <a:solidFill>
                  <a:schemeClr val="accent3"/>
                </a:solidFill>
                <a:latin typeface="Barlow ExtraLight"/>
                <a:ea typeface="Barlow ExtraLight"/>
                <a:cs typeface="Barlow ExtraLight"/>
                <a:sym typeface="Barlow ExtraLight"/>
              </a:defRPr>
            </a:lvl5pPr>
            <a:lvl6pPr indent="-292100" lvl="5" marL="2743200" algn="l">
              <a:lnSpc>
                <a:spcPct val="80000"/>
              </a:lnSpc>
              <a:spcBef>
                <a:spcPts val="0"/>
              </a:spcBef>
              <a:spcAft>
                <a:spcPts val="0"/>
              </a:spcAft>
              <a:buClr>
                <a:schemeClr val="accent3"/>
              </a:buClr>
              <a:buSzPts val="1000"/>
              <a:buFont typeface="Barlow ExtraLight"/>
              <a:buChar char="■"/>
              <a:defRPr>
                <a:solidFill>
                  <a:schemeClr val="accent3"/>
                </a:solidFill>
                <a:latin typeface="Barlow ExtraLight"/>
                <a:ea typeface="Barlow ExtraLight"/>
                <a:cs typeface="Barlow ExtraLight"/>
                <a:sym typeface="Barlow ExtraLight"/>
              </a:defRPr>
            </a:lvl6pPr>
            <a:lvl7pPr indent="-285750" lvl="6" marL="3200400" algn="l">
              <a:lnSpc>
                <a:spcPct val="80000"/>
              </a:lnSpc>
              <a:spcBef>
                <a:spcPts val="0"/>
              </a:spcBef>
              <a:spcAft>
                <a:spcPts val="0"/>
              </a:spcAft>
              <a:buClr>
                <a:schemeClr val="accent3"/>
              </a:buClr>
              <a:buSzPts val="900"/>
              <a:buFont typeface="Barlow ExtraLight"/>
              <a:buChar char="●"/>
              <a:defRPr>
                <a:solidFill>
                  <a:schemeClr val="accent3"/>
                </a:solidFill>
                <a:latin typeface="Barlow ExtraLight"/>
                <a:ea typeface="Barlow ExtraLight"/>
                <a:cs typeface="Barlow ExtraLight"/>
                <a:sym typeface="Barlow ExtraLight"/>
              </a:defRPr>
            </a:lvl7pPr>
            <a:lvl8pPr indent="-279400" lvl="7" marL="3657600" algn="l">
              <a:lnSpc>
                <a:spcPct val="80000"/>
              </a:lnSpc>
              <a:spcBef>
                <a:spcPts val="0"/>
              </a:spcBef>
              <a:spcAft>
                <a:spcPts val="0"/>
              </a:spcAft>
              <a:buClr>
                <a:schemeClr val="accent3"/>
              </a:buClr>
              <a:buSzPts val="800"/>
              <a:buFont typeface="Barlow ExtraLight"/>
              <a:buChar char="○"/>
              <a:defRPr>
                <a:solidFill>
                  <a:schemeClr val="accent3"/>
                </a:solidFill>
                <a:latin typeface="Barlow ExtraLight"/>
                <a:ea typeface="Barlow ExtraLight"/>
                <a:cs typeface="Barlow ExtraLight"/>
                <a:sym typeface="Barlow ExtraLight"/>
              </a:defRPr>
            </a:lvl8pPr>
            <a:lvl9pPr indent="-273050" lvl="8" marL="4114800" algn="l">
              <a:lnSpc>
                <a:spcPct val="80000"/>
              </a:lnSpc>
              <a:spcBef>
                <a:spcPts val="0"/>
              </a:spcBef>
              <a:spcAft>
                <a:spcPts val="0"/>
              </a:spcAft>
              <a:buClr>
                <a:schemeClr val="accent3"/>
              </a:buClr>
              <a:buSzPts val="700"/>
              <a:buFont typeface="Barlow ExtraLight"/>
              <a:buChar char="■"/>
              <a:defRPr>
                <a:solidFill>
                  <a:schemeClr val="accent3"/>
                </a:solidFill>
                <a:latin typeface="Barlow ExtraLight"/>
                <a:ea typeface="Barlow ExtraLight"/>
                <a:cs typeface="Barlow ExtraLight"/>
                <a:sym typeface="Barlow ExtraLight"/>
              </a:defRPr>
            </a:lvl9pPr>
          </a:lstStyle>
          <a:p/>
        </p:txBody>
      </p:sp>
      <p:sp>
        <p:nvSpPr>
          <p:cNvPr id="156" name="Google Shape;156;p36"/>
          <p:cNvSpPr txBox="1"/>
          <p:nvPr>
            <p:ph idx="18" type="subTitle"/>
          </p:nvPr>
        </p:nvSpPr>
        <p:spPr>
          <a:xfrm>
            <a:off x="5734705" y="2222391"/>
            <a:ext cx="2362200" cy="474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14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p:txBody>
      </p:sp>
      <p:sp>
        <p:nvSpPr>
          <p:cNvPr id="157" name="Google Shape;157;p36"/>
          <p:cNvSpPr txBox="1"/>
          <p:nvPr>
            <p:ph idx="19" type="body"/>
          </p:nvPr>
        </p:nvSpPr>
        <p:spPr>
          <a:xfrm>
            <a:off x="6321281" y="2468166"/>
            <a:ext cx="1775700" cy="843000"/>
          </a:xfrm>
          <a:prstGeom prst="rect">
            <a:avLst/>
          </a:prstGeom>
          <a:noFill/>
          <a:ln>
            <a:noFill/>
          </a:ln>
        </p:spPr>
        <p:txBody>
          <a:bodyPr anchorCtr="0" anchor="t" bIns="91425" lIns="91425" spcFirstLastPara="1" rIns="91425" wrap="square" tIns="91425">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298450" lvl="1" marL="914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indent="-298450" lvl="2" marL="1371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indent="-298450" lvl="3" marL="1828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8450" lvl="5" marL="2743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indent="-298450" lvl="6" marL="3200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indent="-298450" lvl="7" marL="3657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indent="-298450" lvl="8" marL="4114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p:txBody>
      </p:sp>
      <p:sp>
        <p:nvSpPr>
          <p:cNvPr id="158" name="Google Shape;158;p36"/>
          <p:cNvSpPr txBox="1"/>
          <p:nvPr>
            <p:ph idx="20" type="body"/>
          </p:nvPr>
        </p:nvSpPr>
        <p:spPr>
          <a:xfrm>
            <a:off x="4746581" y="3219093"/>
            <a:ext cx="926100" cy="474000"/>
          </a:xfrm>
          <a:prstGeom prst="rect">
            <a:avLst/>
          </a:prstGeom>
          <a:noFill/>
          <a:ln>
            <a:noFill/>
          </a:ln>
        </p:spPr>
        <p:txBody>
          <a:bodyPr anchorCtr="0" anchor="t" bIns="91425" lIns="91425" spcFirstLastPara="1" rIns="91425" wrap="square" tIns="91425">
            <a:noAutofit/>
          </a:bodyPr>
          <a:lstStyle>
            <a:lvl1pPr indent="-406400" lvl="0" marL="457200" algn="r">
              <a:lnSpc>
                <a:spcPct val="8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1pPr>
            <a:lvl2pPr indent="-317500" lvl="1" marL="914400" algn="l">
              <a:lnSpc>
                <a:spcPct val="80000"/>
              </a:lnSpc>
              <a:spcBef>
                <a:spcPts val="0"/>
              </a:spcBef>
              <a:spcAft>
                <a:spcPts val="0"/>
              </a:spcAft>
              <a:buClr>
                <a:schemeClr val="accent3"/>
              </a:buClr>
              <a:buSzPts val="1400"/>
              <a:buFont typeface="Barlow ExtraLight"/>
              <a:buChar char="○"/>
              <a:defRPr>
                <a:solidFill>
                  <a:schemeClr val="accent3"/>
                </a:solidFill>
                <a:latin typeface="Barlow ExtraLight"/>
                <a:ea typeface="Barlow ExtraLight"/>
                <a:cs typeface="Barlow ExtraLight"/>
                <a:sym typeface="Barlow ExtraLight"/>
              </a:defRPr>
            </a:lvl2pPr>
            <a:lvl3pPr indent="-311150" lvl="2" marL="1371600" algn="l">
              <a:lnSpc>
                <a:spcPct val="80000"/>
              </a:lnSpc>
              <a:spcBef>
                <a:spcPts val="0"/>
              </a:spcBef>
              <a:spcAft>
                <a:spcPts val="0"/>
              </a:spcAft>
              <a:buClr>
                <a:schemeClr val="accent3"/>
              </a:buClr>
              <a:buSzPts val="1300"/>
              <a:buFont typeface="Barlow ExtraLight"/>
              <a:buChar char="■"/>
              <a:defRPr>
                <a:solidFill>
                  <a:schemeClr val="accent3"/>
                </a:solidFill>
                <a:latin typeface="Barlow ExtraLight"/>
                <a:ea typeface="Barlow ExtraLight"/>
                <a:cs typeface="Barlow ExtraLight"/>
                <a:sym typeface="Barlow ExtraLight"/>
              </a:defRPr>
            </a:lvl3pPr>
            <a:lvl4pPr indent="-304800" lvl="3" marL="1828800" algn="l">
              <a:lnSpc>
                <a:spcPct val="80000"/>
              </a:lnSpc>
              <a:spcBef>
                <a:spcPts val="0"/>
              </a:spcBef>
              <a:spcAft>
                <a:spcPts val="0"/>
              </a:spcAft>
              <a:buClr>
                <a:schemeClr val="accent3"/>
              </a:buClr>
              <a:buSzPts val="1200"/>
              <a:buFont typeface="Barlow ExtraLight"/>
              <a:buChar char="●"/>
              <a:defRPr>
                <a:solidFill>
                  <a:schemeClr val="accent3"/>
                </a:solidFill>
                <a:latin typeface="Barlow ExtraLight"/>
                <a:ea typeface="Barlow ExtraLight"/>
                <a:cs typeface="Barlow ExtraLight"/>
                <a:sym typeface="Barlow ExtraLight"/>
              </a:defRPr>
            </a:lvl4pPr>
            <a:lvl5pPr indent="-298450" lvl="4" marL="2286000" algn="l">
              <a:lnSpc>
                <a:spcPct val="80000"/>
              </a:lnSpc>
              <a:spcBef>
                <a:spcPts val="0"/>
              </a:spcBef>
              <a:spcAft>
                <a:spcPts val="0"/>
              </a:spcAft>
              <a:buClr>
                <a:schemeClr val="accent3"/>
              </a:buClr>
              <a:buSzPts val="1100"/>
              <a:buFont typeface="Barlow ExtraLight"/>
              <a:buChar char="○"/>
              <a:defRPr>
                <a:solidFill>
                  <a:schemeClr val="accent3"/>
                </a:solidFill>
                <a:latin typeface="Barlow ExtraLight"/>
                <a:ea typeface="Barlow ExtraLight"/>
                <a:cs typeface="Barlow ExtraLight"/>
                <a:sym typeface="Barlow ExtraLight"/>
              </a:defRPr>
            </a:lvl5pPr>
            <a:lvl6pPr indent="-292100" lvl="5" marL="2743200" algn="l">
              <a:lnSpc>
                <a:spcPct val="80000"/>
              </a:lnSpc>
              <a:spcBef>
                <a:spcPts val="0"/>
              </a:spcBef>
              <a:spcAft>
                <a:spcPts val="0"/>
              </a:spcAft>
              <a:buClr>
                <a:schemeClr val="accent3"/>
              </a:buClr>
              <a:buSzPts val="1000"/>
              <a:buFont typeface="Barlow ExtraLight"/>
              <a:buChar char="■"/>
              <a:defRPr>
                <a:solidFill>
                  <a:schemeClr val="accent3"/>
                </a:solidFill>
                <a:latin typeface="Barlow ExtraLight"/>
                <a:ea typeface="Barlow ExtraLight"/>
                <a:cs typeface="Barlow ExtraLight"/>
                <a:sym typeface="Barlow ExtraLight"/>
              </a:defRPr>
            </a:lvl6pPr>
            <a:lvl7pPr indent="-285750" lvl="6" marL="3200400" algn="l">
              <a:lnSpc>
                <a:spcPct val="80000"/>
              </a:lnSpc>
              <a:spcBef>
                <a:spcPts val="0"/>
              </a:spcBef>
              <a:spcAft>
                <a:spcPts val="0"/>
              </a:spcAft>
              <a:buClr>
                <a:schemeClr val="accent3"/>
              </a:buClr>
              <a:buSzPts val="900"/>
              <a:buFont typeface="Barlow ExtraLight"/>
              <a:buChar char="●"/>
              <a:defRPr>
                <a:solidFill>
                  <a:schemeClr val="accent3"/>
                </a:solidFill>
                <a:latin typeface="Barlow ExtraLight"/>
                <a:ea typeface="Barlow ExtraLight"/>
                <a:cs typeface="Barlow ExtraLight"/>
                <a:sym typeface="Barlow ExtraLight"/>
              </a:defRPr>
            </a:lvl7pPr>
            <a:lvl8pPr indent="-279400" lvl="7" marL="3657600" algn="l">
              <a:lnSpc>
                <a:spcPct val="80000"/>
              </a:lnSpc>
              <a:spcBef>
                <a:spcPts val="0"/>
              </a:spcBef>
              <a:spcAft>
                <a:spcPts val="0"/>
              </a:spcAft>
              <a:buClr>
                <a:schemeClr val="accent3"/>
              </a:buClr>
              <a:buSzPts val="800"/>
              <a:buFont typeface="Barlow ExtraLight"/>
              <a:buChar char="○"/>
              <a:defRPr>
                <a:solidFill>
                  <a:schemeClr val="accent3"/>
                </a:solidFill>
                <a:latin typeface="Barlow ExtraLight"/>
                <a:ea typeface="Barlow ExtraLight"/>
                <a:cs typeface="Barlow ExtraLight"/>
                <a:sym typeface="Barlow ExtraLight"/>
              </a:defRPr>
            </a:lvl8pPr>
            <a:lvl9pPr indent="-273050" lvl="8" marL="4114800" algn="l">
              <a:lnSpc>
                <a:spcPct val="80000"/>
              </a:lnSpc>
              <a:spcBef>
                <a:spcPts val="0"/>
              </a:spcBef>
              <a:spcAft>
                <a:spcPts val="0"/>
              </a:spcAft>
              <a:buClr>
                <a:schemeClr val="accent3"/>
              </a:buClr>
              <a:buSzPts val="700"/>
              <a:buFont typeface="Barlow ExtraLight"/>
              <a:buChar char="■"/>
              <a:defRPr>
                <a:solidFill>
                  <a:schemeClr val="accent3"/>
                </a:solidFill>
                <a:latin typeface="Barlow ExtraLight"/>
                <a:ea typeface="Barlow ExtraLight"/>
                <a:cs typeface="Barlow ExtraLight"/>
                <a:sym typeface="Barlow ExtraLight"/>
              </a:defRPr>
            </a:lvl9pPr>
          </a:lstStyle>
          <a:p/>
        </p:txBody>
      </p:sp>
      <p:sp>
        <p:nvSpPr>
          <p:cNvPr id="159" name="Google Shape;159;p36"/>
          <p:cNvSpPr txBox="1"/>
          <p:nvPr>
            <p:ph idx="21" type="subTitle"/>
          </p:nvPr>
        </p:nvSpPr>
        <p:spPr>
          <a:xfrm>
            <a:off x="5734705" y="3218818"/>
            <a:ext cx="2362200" cy="474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14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p:txBody>
      </p:sp>
      <p:sp>
        <p:nvSpPr>
          <p:cNvPr id="160" name="Google Shape;160;p36"/>
          <p:cNvSpPr txBox="1"/>
          <p:nvPr>
            <p:ph idx="22" type="body"/>
          </p:nvPr>
        </p:nvSpPr>
        <p:spPr>
          <a:xfrm>
            <a:off x="6321281" y="3464593"/>
            <a:ext cx="1775700" cy="843000"/>
          </a:xfrm>
          <a:prstGeom prst="rect">
            <a:avLst/>
          </a:prstGeom>
          <a:noFill/>
          <a:ln>
            <a:noFill/>
          </a:ln>
        </p:spPr>
        <p:txBody>
          <a:bodyPr anchorCtr="0" anchor="t" bIns="91425" lIns="91425" spcFirstLastPara="1" rIns="91425" wrap="square" tIns="91425">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298450" lvl="1" marL="914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indent="-298450" lvl="2" marL="1371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indent="-298450" lvl="3" marL="1828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8450" lvl="5" marL="2743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indent="-298450" lvl="6" marL="3200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indent="-298450" lvl="7" marL="3657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indent="-298450" lvl="8" marL="4114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p:txBody>
      </p:sp>
      <p:sp>
        <p:nvSpPr>
          <p:cNvPr id="161" name="Google Shape;161;p36"/>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360">
          <p15:clr>
            <a:srgbClr val="E46962"/>
          </p15:clr>
        </p15:guide>
        <p15:guide id="2" orient="horz" pos="360">
          <p15:clr>
            <a:srgbClr val="E46962"/>
          </p15:clr>
        </p15:guide>
        <p15:guide id="3" orient="horz" pos="1048">
          <p15:clr>
            <a:srgbClr val="E46962"/>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 Image" type="twoColTx">
  <p:cSld name="TITLE_AND_TWO_COLUMNS">
    <p:bg>
      <p:bgPr>
        <a:solidFill>
          <a:schemeClr val="dk1"/>
        </a:solidFill>
      </p:bgPr>
    </p:bg>
    <p:spTree>
      <p:nvGrpSpPr>
        <p:cNvPr id="162" name="Shape 162"/>
        <p:cNvGrpSpPr/>
        <p:nvPr/>
      </p:nvGrpSpPr>
      <p:grpSpPr>
        <a:xfrm>
          <a:off x="0" y="0"/>
          <a:ext cx="0" cy="0"/>
          <a:chOff x="0" y="0"/>
          <a:chExt cx="0" cy="0"/>
        </a:xfrm>
      </p:grpSpPr>
      <p:sp>
        <p:nvSpPr>
          <p:cNvPr id="163" name="Google Shape;163;p37"/>
          <p:cNvSpPr/>
          <p:nvPr/>
        </p:nvSpPr>
        <p:spPr>
          <a:xfrm>
            <a:off x="0" y="0"/>
            <a:ext cx="9144000" cy="1631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37"/>
          <p:cNvSpPr txBox="1"/>
          <p:nvPr/>
        </p:nvSpPr>
        <p:spPr>
          <a:xfrm>
            <a:off x="6262625" y="1205946"/>
            <a:ext cx="2155500" cy="3231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rPr b="0" i="1" lang="en" sz="700" u="none" cap="none" strike="noStrike">
                <a:solidFill>
                  <a:schemeClr val="lt1"/>
                </a:solidFill>
                <a:latin typeface="Barlow Medium"/>
                <a:ea typeface="Barlow Medium"/>
                <a:cs typeface="Barlow Medium"/>
                <a:sym typeface="Barlow Medium"/>
              </a:rPr>
              <a:t>Lorem ipsum dolor sit amet, consectetur adipiscing elit.</a:t>
            </a:r>
            <a:endParaRPr b="0" i="1" sz="700" u="none" cap="none" strike="noStrike">
              <a:solidFill>
                <a:schemeClr val="lt1"/>
              </a:solidFill>
              <a:latin typeface="Barlow Medium"/>
              <a:ea typeface="Barlow Medium"/>
              <a:cs typeface="Barlow Medium"/>
              <a:sym typeface="Barlow Medium"/>
            </a:endParaRPr>
          </a:p>
        </p:txBody>
      </p:sp>
      <p:sp>
        <p:nvSpPr>
          <p:cNvPr id="165" name="Google Shape;165;p37"/>
          <p:cNvSpPr/>
          <p:nvPr>
            <p:ph idx="2" type="pic"/>
          </p:nvPr>
        </p:nvSpPr>
        <p:spPr>
          <a:xfrm>
            <a:off x="3915225" y="1631250"/>
            <a:ext cx="4441200" cy="3009900"/>
          </a:xfrm>
          <a:prstGeom prst="roundRect">
            <a:avLst>
              <a:gd fmla="val 16667" name="adj"/>
            </a:avLst>
          </a:prstGeom>
          <a:noFill/>
          <a:ln>
            <a:noFill/>
          </a:ln>
        </p:spPr>
      </p:sp>
      <p:sp>
        <p:nvSpPr>
          <p:cNvPr id="166" name="Google Shape;166;p37"/>
          <p:cNvSpPr txBox="1"/>
          <p:nvPr>
            <p:ph idx="1" type="body"/>
          </p:nvPr>
        </p:nvSpPr>
        <p:spPr>
          <a:xfrm>
            <a:off x="791150" y="1835400"/>
            <a:ext cx="2094000" cy="846600"/>
          </a:xfrm>
          <a:prstGeom prst="rect">
            <a:avLst/>
          </a:prstGeom>
          <a:noFill/>
          <a:ln>
            <a:noFill/>
          </a:ln>
        </p:spPr>
        <p:txBody>
          <a:bodyPr anchorCtr="0" anchor="t" bIns="0" lIns="0" spcFirstLastPara="1" rIns="0" wrap="square" tIns="0">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298450" lvl="1" marL="914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indent="-298450" lvl="2" marL="1371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indent="-298450" lvl="3" marL="1828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8450" lvl="5" marL="2743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indent="-298450" lvl="6" marL="3200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indent="-298450" lvl="7" marL="3657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indent="-298450" lvl="8" marL="4114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p:txBody>
      </p:sp>
      <p:sp>
        <p:nvSpPr>
          <p:cNvPr id="167" name="Google Shape;167;p37"/>
          <p:cNvSpPr txBox="1"/>
          <p:nvPr>
            <p:ph idx="3" type="subTitle"/>
          </p:nvPr>
        </p:nvSpPr>
        <p:spPr>
          <a:xfrm>
            <a:off x="791150" y="522625"/>
            <a:ext cx="3918300" cy="10065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accent3"/>
              </a:buClr>
              <a:buSzPts val="3600"/>
              <a:buFont typeface="Hepta Slab Medium"/>
              <a:buNone/>
              <a:defRPr sz="3600">
                <a:solidFill>
                  <a:schemeClr val="accent3"/>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9pPr>
          </a:lstStyle>
          <a:p/>
        </p:txBody>
      </p:sp>
      <p:sp>
        <p:nvSpPr>
          <p:cNvPr id="168" name="Google Shape;168;p37"/>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1 column text">
  <p:cSld name="TITLE_AND_TWO_COLUMNS_1">
    <p:bg>
      <p:bgPr>
        <a:solidFill>
          <a:schemeClr val="dk1"/>
        </a:solidFill>
      </p:bgPr>
    </p:bg>
    <p:spTree>
      <p:nvGrpSpPr>
        <p:cNvPr id="169" name="Shape 169"/>
        <p:cNvGrpSpPr/>
        <p:nvPr/>
      </p:nvGrpSpPr>
      <p:grpSpPr>
        <a:xfrm>
          <a:off x="0" y="0"/>
          <a:ext cx="0" cy="0"/>
          <a:chOff x="0" y="0"/>
          <a:chExt cx="0" cy="0"/>
        </a:xfrm>
      </p:grpSpPr>
      <p:sp>
        <p:nvSpPr>
          <p:cNvPr id="170" name="Google Shape;170;p38"/>
          <p:cNvSpPr/>
          <p:nvPr/>
        </p:nvSpPr>
        <p:spPr>
          <a:xfrm>
            <a:off x="0" y="0"/>
            <a:ext cx="9144000" cy="1631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38"/>
          <p:cNvSpPr txBox="1"/>
          <p:nvPr>
            <p:ph idx="1" type="subTitle"/>
          </p:nvPr>
        </p:nvSpPr>
        <p:spPr>
          <a:xfrm>
            <a:off x="791150" y="522625"/>
            <a:ext cx="5173200" cy="9765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accent3"/>
              </a:buClr>
              <a:buSzPts val="3600"/>
              <a:buFont typeface="Hepta Slab Medium"/>
              <a:buNone/>
              <a:defRPr sz="3600">
                <a:solidFill>
                  <a:schemeClr val="accent3"/>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9pPr>
          </a:lstStyle>
          <a:p/>
        </p:txBody>
      </p:sp>
      <p:sp>
        <p:nvSpPr>
          <p:cNvPr id="172" name="Google Shape;172;p38"/>
          <p:cNvSpPr txBox="1"/>
          <p:nvPr>
            <p:ph idx="2" type="body"/>
          </p:nvPr>
        </p:nvSpPr>
        <p:spPr>
          <a:xfrm>
            <a:off x="685450" y="2180950"/>
            <a:ext cx="3579600" cy="2385600"/>
          </a:xfrm>
          <a:prstGeom prst="rect">
            <a:avLst/>
          </a:prstGeom>
          <a:noFill/>
          <a:ln>
            <a:noFill/>
          </a:ln>
        </p:spPr>
        <p:txBody>
          <a:bodyPr anchorCtr="0" anchor="t" bIns="91425" lIns="91425" spcFirstLastPara="1" rIns="91425" wrap="square" tIns="91425">
            <a:noAutofit/>
          </a:bodyPr>
          <a:lstStyle>
            <a:lvl1pPr indent="-298450" lvl="0" marL="457200" algn="l">
              <a:lnSpc>
                <a:spcPct val="100000"/>
              </a:lnSpc>
              <a:spcBef>
                <a:spcPts val="0"/>
              </a:spcBef>
              <a:spcAft>
                <a:spcPts val="0"/>
              </a:spcAft>
              <a:buClr>
                <a:schemeClr val="lt1"/>
              </a:buClr>
              <a:buSzPts val="1100"/>
              <a:buChar char="●"/>
              <a:defRPr sz="1100">
                <a:solidFill>
                  <a:schemeClr val="lt1"/>
                </a:solidFill>
              </a:defRPr>
            </a:lvl1pPr>
            <a:lvl2pPr indent="-298450" lvl="1" marL="914400" algn="l">
              <a:lnSpc>
                <a:spcPct val="100000"/>
              </a:lnSpc>
              <a:spcBef>
                <a:spcPts val="0"/>
              </a:spcBef>
              <a:spcAft>
                <a:spcPts val="0"/>
              </a:spcAft>
              <a:buClr>
                <a:schemeClr val="lt1"/>
              </a:buClr>
              <a:buSzPts val="1100"/>
              <a:buChar char="○"/>
              <a:defRPr sz="1100">
                <a:solidFill>
                  <a:schemeClr val="lt1"/>
                </a:solidFill>
              </a:defRPr>
            </a:lvl2pPr>
            <a:lvl3pPr indent="-298450" lvl="2" marL="1371600" algn="l">
              <a:lnSpc>
                <a:spcPct val="100000"/>
              </a:lnSpc>
              <a:spcBef>
                <a:spcPts val="0"/>
              </a:spcBef>
              <a:spcAft>
                <a:spcPts val="0"/>
              </a:spcAft>
              <a:buClr>
                <a:schemeClr val="lt1"/>
              </a:buClr>
              <a:buSzPts val="1100"/>
              <a:buChar char="■"/>
              <a:defRPr sz="1100">
                <a:solidFill>
                  <a:schemeClr val="lt1"/>
                </a:solidFill>
              </a:defRPr>
            </a:lvl3pPr>
            <a:lvl4pPr indent="-298450" lvl="3" marL="1828800" algn="l">
              <a:lnSpc>
                <a:spcPct val="100000"/>
              </a:lnSpc>
              <a:spcBef>
                <a:spcPts val="0"/>
              </a:spcBef>
              <a:spcAft>
                <a:spcPts val="0"/>
              </a:spcAft>
              <a:buClr>
                <a:schemeClr val="lt1"/>
              </a:buClr>
              <a:buSzPts val="1100"/>
              <a:buChar char="●"/>
              <a:defRPr sz="1100">
                <a:solidFill>
                  <a:schemeClr val="lt1"/>
                </a:solidFill>
              </a:defRPr>
            </a:lvl4pPr>
            <a:lvl5pPr indent="-298450" lvl="4" marL="2286000" algn="l">
              <a:lnSpc>
                <a:spcPct val="100000"/>
              </a:lnSpc>
              <a:spcBef>
                <a:spcPts val="0"/>
              </a:spcBef>
              <a:spcAft>
                <a:spcPts val="0"/>
              </a:spcAft>
              <a:buClr>
                <a:schemeClr val="lt1"/>
              </a:buClr>
              <a:buSzPts val="1100"/>
              <a:buChar char="○"/>
              <a:defRPr>
                <a:solidFill>
                  <a:schemeClr val="lt1"/>
                </a:solidFill>
              </a:defRPr>
            </a:lvl5pPr>
            <a:lvl6pPr indent="-298450" lvl="5" marL="2743200" algn="l">
              <a:lnSpc>
                <a:spcPct val="100000"/>
              </a:lnSpc>
              <a:spcBef>
                <a:spcPts val="0"/>
              </a:spcBef>
              <a:spcAft>
                <a:spcPts val="0"/>
              </a:spcAft>
              <a:buClr>
                <a:schemeClr val="lt1"/>
              </a:buClr>
              <a:buSzPts val="1100"/>
              <a:buChar char="■"/>
              <a:defRPr sz="1100">
                <a:solidFill>
                  <a:schemeClr val="lt1"/>
                </a:solidFill>
              </a:defRPr>
            </a:lvl6pPr>
            <a:lvl7pPr indent="-298450" lvl="6" marL="3200400" algn="l">
              <a:lnSpc>
                <a:spcPct val="100000"/>
              </a:lnSpc>
              <a:spcBef>
                <a:spcPts val="0"/>
              </a:spcBef>
              <a:spcAft>
                <a:spcPts val="0"/>
              </a:spcAft>
              <a:buClr>
                <a:schemeClr val="lt1"/>
              </a:buClr>
              <a:buSzPts val="1100"/>
              <a:buChar char="●"/>
              <a:defRPr sz="1100">
                <a:solidFill>
                  <a:schemeClr val="lt1"/>
                </a:solidFill>
              </a:defRPr>
            </a:lvl7pPr>
            <a:lvl8pPr indent="-298450" lvl="7" marL="3657600" algn="l">
              <a:lnSpc>
                <a:spcPct val="100000"/>
              </a:lnSpc>
              <a:spcBef>
                <a:spcPts val="0"/>
              </a:spcBef>
              <a:spcAft>
                <a:spcPts val="0"/>
              </a:spcAft>
              <a:buClr>
                <a:schemeClr val="lt1"/>
              </a:buClr>
              <a:buSzPts val="1100"/>
              <a:buChar char="○"/>
              <a:defRPr sz="1100">
                <a:solidFill>
                  <a:schemeClr val="lt1"/>
                </a:solidFill>
              </a:defRPr>
            </a:lvl8pPr>
            <a:lvl9pPr indent="-298450" lvl="8" marL="4114800" algn="l">
              <a:lnSpc>
                <a:spcPct val="100000"/>
              </a:lnSpc>
              <a:spcBef>
                <a:spcPts val="0"/>
              </a:spcBef>
              <a:spcAft>
                <a:spcPts val="0"/>
              </a:spcAft>
              <a:buClr>
                <a:schemeClr val="lt1"/>
              </a:buClr>
              <a:buSzPts val="1100"/>
              <a:buChar char="■"/>
              <a:defRPr sz="1100">
                <a:solidFill>
                  <a:schemeClr val="lt1"/>
                </a:solidFill>
              </a:defRPr>
            </a:lvl9pPr>
          </a:lstStyle>
          <a:p/>
        </p:txBody>
      </p:sp>
      <p:sp>
        <p:nvSpPr>
          <p:cNvPr id="173" name="Google Shape;173;p38"/>
          <p:cNvSpPr txBox="1"/>
          <p:nvPr>
            <p:ph idx="3" type="body"/>
          </p:nvPr>
        </p:nvSpPr>
        <p:spPr>
          <a:xfrm>
            <a:off x="4601077" y="2180950"/>
            <a:ext cx="3579600" cy="2385600"/>
          </a:xfrm>
          <a:prstGeom prst="rect">
            <a:avLst/>
          </a:prstGeom>
          <a:noFill/>
          <a:ln>
            <a:noFill/>
          </a:ln>
        </p:spPr>
        <p:txBody>
          <a:bodyPr anchorCtr="0" anchor="t" bIns="91425" lIns="91425" spcFirstLastPara="1" rIns="91425" wrap="square" tIns="91425">
            <a:noAutofit/>
          </a:bodyPr>
          <a:lstStyle>
            <a:lvl1pPr indent="-298450" lvl="0" marL="457200" algn="l">
              <a:lnSpc>
                <a:spcPct val="100000"/>
              </a:lnSpc>
              <a:spcBef>
                <a:spcPts val="0"/>
              </a:spcBef>
              <a:spcAft>
                <a:spcPts val="0"/>
              </a:spcAft>
              <a:buClr>
                <a:schemeClr val="lt1"/>
              </a:buClr>
              <a:buSzPts val="1100"/>
              <a:buChar char="●"/>
              <a:defRPr sz="1100">
                <a:solidFill>
                  <a:schemeClr val="lt1"/>
                </a:solidFill>
              </a:defRPr>
            </a:lvl1pPr>
            <a:lvl2pPr indent="-298450" lvl="1" marL="914400" algn="l">
              <a:lnSpc>
                <a:spcPct val="100000"/>
              </a:lnSpc>
              <a:spcBef>
                <a:spcPts val="0"/>
              </a:spcBef>
              <a:spcAft>
                <a:spcPts val="0"/>
              </a:spcAft>
              <a:buClr>
                <a:schemeClr val="lt1"/>
              </a:buClr>
              <a:buSzPts val="1100"/>
              <a:buChar char="○"/>
              <a:defRPr sz="1100">
                <a:solidFill>
                  <a:schemeClr val="lt1"/>
                </a:solidFill>
              </a:defRPr>
            </a:lvl2pPr>
            <a:lvl3pPr indent="-298450" lvl="2" marL="1371600" algn="l">
              <a:lnSpc>
                <a:spcPct val="100000"/>
              </a:lnSpc>
              <a:spcBef>
                <a:spcPts val="0"/>
              </a:spcBef>
              <a:spcAft>
                <a:spcPts val="0"/>
              </a:spcAft>
              <a:buClr>
                <a:schemeClr val="lt1"/>
              </a:buClr>
              <a:buSzPts val="1100"/>
              <a:buChar char="■"/>
              <a:defRPr sz="1100">
                <a:solidFill>
                  <a:schemeClr val="lt1"/>
                </a:solidFill>
              </a:defRPr>
            </a:lvl3pPr>
            <a:lvl4pPr indent="-298450" lvl="3" marL="1828800" algn="l">
              <a:lnSpc>
                <a:spcPct val="100000"/>
              </a:lnSpc>
              <a:spcBef>
                <a:spcPts val="0"/>
              </a:spcBef>
              <a:spcAft>
                <a:spcPts val="0"/>
              </a:spcAft>
              <a:buClr>
                <a:schemeClr val="lt1"/>
              </a:buClr>
              <a:buSzPts val="1100"/>
              <a:buChar char="●"/>
              <a:defRPr sz="1100">
                <a:solidFill>
                  <a:schemeClr val="lt1"/>
                </a:solidFill>
              </a:defRPr>
            </a:lvl4pPr>
            <a:lvl5pPr indent="-298450" lvl="4" marL="2286000" algn="l">
              <a:lnSpc>
                <a:spcPct val="100000"/>
              </a:lnSpc>
              <a:spcBef>
                <a:spcPts val="0"/>
              </a:spcBef>
              <a:spcAft>
                <a:spcPts val="0"/>
              </a:spcAft>
              <a:buClr>
                <a:schemeClr val="lt1"/>
              </a:buClr>
              <a:buSzPts val="1100"/>
              <a:buChar char="○"/>
              <a:defRPr>
                <a:solidFill>
                  <a:schemeClr val="lt1"/>
                </a:solidFill>
              </a:defRPr>
            </a:lvl5pPr>
            <a:lvl6pPr indent="-298450" lvl="5" marL="2743200" algn="l">
              <a:lnSpc>
                <a:spcPct val="100000"/>
              </a:lnSpc>
              <a:spcBef>
                <a:spcPts val="0"/>
              </a:spcBef>
              <a:spcAft>
                <a:spcPts val="0"/>
              </a:spcAft>
              <a:buClr>
                <a:schemeClr val="lt1"/>
              </a:buClr>
              <a:buSzPts val="1100"/>
              <a:buChar char="■"/>
              <a:defRPr sz="1100">
                <a:solidFill>
                  <a:schemeClr val="lt1"/>
                </a:solidFill>
              </a:defRPr>
            </a:lvl6pPr>
            <a:lvl7pPr indent="-298450" lvl="6" marL="3200400" algn="l">
              <a:lnSpc>
                <a:spcPct val="100000"/>
              </a:lnSpc>
              <a:spcBef>
                <a:spcPts val="0"/>
              </a:spcBef>
              <a:spcAft>
                <a:spcPts val="0"/>
              </a:spcAft>
              <a:buClr>
                <a:schemeClr val="lt1"/>
              </a:buClr>
              <a:buSzPts val="1100"/>
              <a:buChar char="●"/>
              <a:defRPr sz="1100">
                <a:solidFill>
                  <a:schemeClr val="lt1"/>
                </a:solidFill>
              </a:defRPr>
            </a:lvl7pPr>
            <a:lvl8pPr indent="-298450" lvl="7" marL="3657600" algn="l">
              <a:lnSpc>
                <a:spcPct val="100000"/>
              </a:lnSpc>
              <a:spcBef>
                <a:spcPts val="0"/>
              </a:spcBef>
              <a:spcAft>
                <a:spcPts val="0"/>
              </a:spcAft>
              <a:buClr>
                <a:schemeClr val="lt1"/>
              </a:buClr>
              <a:buSzPts val="1100"/>
              <a:buChar char="○"/>
              <a:defRPr sz="1100">
                <a:solidFill>
                  <a:schemeClr val="lt1"/>
                </a:solidFill>
              </a:defRPr>
            </a:lvl8pPr>
            <a:lvl9pPr indent="-298450" lvl="8" marL="4114800" algn="l">
              <a:lnSpc>
                <a:spcPct val="100000"/>
              </a:lnSpc>
              <a:spcBef>
                <a:spcPts val="0"/>
              </a:spcBef>
              <a:spcAft>
                <a:spcPts val="0"/>
              </a:spcAft>
              <a:buClr>
                <a:schemeClr val="lt1"/>
              </a:buClr>
              <a:buSzPts val="1100"/>
              <a:buChar char="■"/>
              <a:defRPr sz="1100">
                <a:solidFill>
                  <a:schemeClr val="lt1"/>
                </a:solidFill>
              </a:defRPr>
            </a:lvl9pPr>
          </a:lstStyle>
          <a:p/>
        </p:txBody>
      </p:sp>
      <p:sp>
        <p:nvSpPr>
          <p:cNvPr id="174" name="Google Shape;174;p38"/>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 Company Overview" type="titleOnly">
  <p:cSld name="TITLE_ONLY">
    <p:bg>
      <p:bgPr>
        <a:solidFill>
          <a:schemeClr val="accent4"/>
        </a:solidFill>
      </p:bgPr>
    </p:bg>
    <p:spTree>
      <p:nvGrpSpPr>
        <p:cNvPr id="175" name="Shape 175"/>
        <p:cNvGrpSpPr/>
        <p:nvPr/>
      </p:nvGrpSpPr>
      <p:grpSpPr>
        <a:xfrm>
          <a:off x="0" y="0"/>
          <a:ext cx="0" cy="0"/>
          <a:chOff x="0" y="0"/>
          <a:chExt cx="0" cy="0"/>
        </a:xfrm>
      </p:grpSpPr>
      <p:sp>
        <p:nvSpPr>
          <p:cNvPr id="176" name="Google Shape;176;p39"/>
          <p:cNvSpPr/>
          <p:nvPr>
            <p:ph idx="2" type="pic"/>
          </p:nvPr>
        </p:nvSpPr>
        <p:spPr>
          <a:xfrm>
            <a:off x="791150" y="522900"/>
            <a:ext cx="1294800" cy="1918500"/>
          </a:xfrm>
          <a:prstGeom prst="rect">
            <a:avLst/>
          </a:prstGeom>
          <a:noFill/>
          <a:ln>
            <a:noFill/>
          </a:ln>
        </p:spPr>
      </p:sp>
      <p:sp>
        <p:nvSpPr>
          <p:cNvPr id="177" name="Google Shape;177;p39"/>
          <p:cNvSpPr/>
          <p:nvPr>
            <p:ph idx="3" type="pic"/>
          </p:nvPr>
        </p:nvSpPr>
        <p:spPr>
          <a:xfrm>
            <a:off x="2355375" y="522900"/>
            <a:ext cx="1294800" cy="1918500"/>
          </a:xfrm>
          <a:prstGeom prst="rect">
            <a:avLst/>
          </a:prstGeom>
          <a:noFill/>
          <a:ln>
            <a:noFill/>
          </a:ln>
        </p:spPr>
      </p:sp>
      <p:sp>
        <p:nvSpPr>
          <p:cNvPr id="178" name="Google Shape;178;p39"/>
          <p:cNvSpPr/>
          <p:nvPr>
            <p:ph idx="4" type="pic"/>
          </p:nvPr>
        </p:nvSpPr>
        <p:spPr>
          <a:xfrm>
            <a:off x="3921313" y="522900"/>
            <a:ext cx="1294800" cy="1918500"/>
          </a:xfrm>
          <a:prstGeom prst="rect">
            <a:avLst/>
          </a:prstGeom>
          <a:noFill/>
          <a:ln>
            <a:noFill/>
          </a:ln>
        </p:spPr>
      </p:sp>
      <p:sp>
        <p:nvSpPr>
          <p:cNvPr id="179" name="Google Shape;179;p39"/>
          <p:cNvSpPr/>
          <p:nvPr>
            <p:ph idx="5" type="pic"/>
          </p:nvPr>
        </p:nvSpPr>
        <p:spPr>
          <a:xfrm>
            <a:off x="5491588" y="522900"/>
            <a:ext cx="1294800" cy="1918500"/>
          </a:xfrm>
          <a:prstGeom prst="rect">
            <a:avLst/>
          </a:prstGeom>
          <a:noFill/>
          <a:ln>
            <a:noFill/>
          </a:ln>
        </p:spPr>
      </p:sp>
      <p:sp>
        <p:nvSpPr>
          <p:cNvPr id="180" name="Google Shape;180;p39"/>
          <p:cNvSpPr txBox="1"/>
          <p:nvPr>
            <p:ph idx="1" type="body"/>
          </p:nvPr>
        </p:nvSpPr>
        <p:spPr>
          <a:xfrm>
            <a:off x="680850" y="3443850"/>
            <a:ext cx="3074700" cy="1031700"/>
          </a:xfrm>
          <a:prstGeom prst="rect">
            <a:avLst/>
          </a:prstGeom>
          <a:noFill/>
          <a:ln>
            <a:noFill/>
          </a:ln>
        </p:spPr>
        <p:txBody>
          <a:bodyPr anchorCtr="0" anchor="t" bIns="91425" lIns="91425" spcFirstLastPara="1" rIns="91425" wrap="square" tIns="91425">
            <a:noAutofit/>
          </a:bodyPr>
          <a:lstStyle>
            <a:lvl1pPr indent="-406400" lvl="0" marL="4572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1pPr>
            <a:lvl2pPr indent="-406400" lvl="1" marL="9144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2pPr>
            <a:lvl3pPr indent="-406400" lvl="2" marL="13716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3pPr>
            <a:lvl4pPr indent="-406400" lvl="3" marL="18288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4pPr>
            <a:lvl5pPr indent="-406400" lvl="4" marL="22860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5pPr>
            <a:lvl6pPr indent="-406400" lvl="5" marL="27432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6pPr>
            <a:lvl7pPr indent="-406400" lvl="6" marL="32004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7pPr>
            <a:lvl8pPr indent="-406400" lvl="7" marL="36576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8pPr>
            <a:lvl9pPr indent="-406400" lvl="8" marL="4114800" algn="l">
              <a:lnSpc>
                <a:spcPct val="100000"/>
              </a:lnSpc>
              <a:spcBef>
                <a:spcPts val="0"/>
              </a:spcBef>
              <a:spcAft>
                <a:spcPts val="0"/>
              </a:spcAft>
              <a:buClr>
                <a:schemeClr val="accent3"/>
              </a:buClr>
              <a:buSzPts val="2800"/>
              <a:buFont typeface="Barlow ExtraLight"/>
              <a:buChar char="■"/>
              <a:defRPr sz="2800">
                <a:solidFill>
                  <a:schemeClr val="accent3"/>
                </a:solidFill>
                <a:latin typeface="Barlow ExtraLight"/>
                <a:ea typeface="Barlow ExtraLight"/>
                <a:cs typeface="Barlow ExtraLight"/>
                <a:sym typeface="Barlow ExtraLight"/>
              </a:defRPr>
            </a:lvl9pPr>
          </a:lstStyle>
          <a:p/>
        </p:txBody>
      </p:sp>
      <p:sp>
        <p:nvSpPr>
          <p:cNvPr id="181" name="Google Shape;181;p39"/>
          <p:cNvSpPr txBox="1"/>
          <p:nvPr>
            <p:ph idx="6" type="body"/>
          </p:nvPr>
        </p:nvSpPr>
        <p:spPr>
          <a:xfrm>
            <a:off x="4123900" y="3443850"/>
            <a:ext cx="4030200" cy="1165200"/>
          </a:xfrm>
          <a:prstGeom prst="rect">
            <a:avLst/>
          </a:prstGeom>
          <a:noFill/>
          <a:ln>
            <a:noFill/>
          </a:ln>
        </p:spPr>
        <p:txBody>
          <a:bodyPr anchorCtr="0" anchor="t" bIns="91425" lIns="91425" spcFirstLastPara="1" rIns="91425" wrap="square" tIns="91425">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298450" lvl="1" marL="914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indent="-298450" lvl="2" marL="1371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indent="-298450" lvl="3" marL="1828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8450" lvl="5" marL="2743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indent="-298450" lvl="6" marL="3200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indent="-298450" lvl="7" marL="3657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indent="-298450" lvl="8" marL="4114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p:txBody>
      </p:sp>
      <p:sp>
        <p:nvSpPr>
          <p:cNvPr id="182" name="Google Shape;182;p39"/>
          <p:cNvSpPr txBox="1"/>
          <p:nvPr>
            <p:ph idx="7" type="body"/>
          </p:nvPr>
        </p:nvSpPr>
        <p:spPr>
          <a:xfrm>
            <a:off x="705088" y="2737270"/>
            <a:ext cx="1294800" cy="259800"/>
          </a:xfrm>
          <a:prstGeom prst="rect">
            <a:avLst/>
          </a:prstGeom>
          <a:noFill/>
          <a:ln>
            <a:noFill/>
          </a:ln>
        </p:spPr>
        <p:txBody>
          <a:bodyPr anchorCtr="0" anchor="ctr" bIns="91425" lIns="91425" spcFirstLastPara="1" rIns="91425" wrap="square" tIns="91425">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sp>
        <p:nvSpPr>
          <p:cNvPr id="183" name="Google Shape;183;p39"/>
          <p:cNvSpPr txBox="1"/>
          <p:nvPr>
            <p:ph idx="8" type="body"/>
          </p:nvPr>
        </p:nvSpPr>
        <p:spPr>
          <a:xfrm>
            <a:off x="2258888" y="2737270"/>
            <a:ext cx="1294800" cy="259800"/>
          </a:xfrm>
          <a:prstGeom prst="rect">
            <a:avLst/>
          </a:prstGeom>
          <a:noFill/>
          <a:ln>
            <a:noFill/>
          </a:ln>
        </p:spPr>
        <p:txBody>
          <a:bodyPr anchorCtr="0" anchor="ctr" bIns="91425" lIns="91425" spcFirstLastPara="1" rIns="91425" wrap="square" tIns="91425">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sp>
        <p:nvSpPr>
          <p:cNvPr id="184" name="Google Shape;184;p39"/>
          <p:cNvSpPr txBox="1"/>
          <p:nvPr>
            <p:ph idx="9" type="body"/>
          </p:nvPr>
        </p:nvSpPr>
        <p:spPr>
          <a:xfrm>
            <a:off x="3827513" y="2737270"/>
            <a:ext cx="1294800" cy="259800"/>
          </a:xfrm>
          <a:prstGeom prst="rect">
            <a:avLst/>
          </a:prstGeom>
          <a:noFill/>
          <a:ln>
            <a:noFill/>
          </a:ln>
        </p:spPr>
        <p:txBody>
          <a:bodyPr anchorCtr="0" anchor="ctr" bIns="91425" lIns="91425" spcFirstLastPara="1" rIns="91425" wrap="square" tIns="91425">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sp>
        <p:nvSpPr>
          <p:cNvPr id="185" name="Google Shape;185;p39"/>
          <p:cNvSpPr txBox="1"/>
          <p:nvPr>
            <p:ph idx="13" type="body"/>
          </p:nvPr>
        </p:nvSpPr>
        <p:spPr>
          <a:xfrm>
            <a:off x="5395113" y="2737270"/>
            <a:ext cx="1294800" cy="259800"/>
          </a:xfrm>
          <a:prstGeom prst="rect">
            <a:avLst/>
          </a:prstGeom>
          <a:noFill/>
          <a:ln>
            <a:noFill/>
          </a:ln>
        </p:spPr>
        <p:txBody>
          <a:bodyPr anchorCtr="0" anchor="ctr" bIns="91425" lIns="91425" spcFirstLastPara="1" rIns="91425" wrap="square" tIns="91425">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sp>
        <p:nvSpPr>
          <p:cNvPr id="186" name="Google Shape;186;p39"/>
          <p:cNvSpPr txBox="1"/>
          <p:nvPr>
            <p:ph idx="14" type="body"/>
          </p:nvPr>
        </p:nvSpPr>
        <p:spPr>
          <a:xfrm>
            <a:off x="705091" y="2464123"/>
            <a:ext cx="1294800" cy="259800"/>
          </a:xfrm>
          <a:prstGeom prst="rect">
            <a:avLst/>
          </a:prstGeom>
          <a:noFill/>
          <a:ln>
            <a:noFill/>
          </a:ln>
        </p:spPr>
        <p:txBody>
          <a:bodyPr anchorCtr="0" anchor="t" bIns="91425" lIns="91425" spcFirstLastPara="1" rIns="91425" wrap="square" tIns="91425">
            <a:noAutofit/>
          </a:bodyPr>
          <a:lstStyle>
            <a:lvl1pPr indent="-273050" lvl="0" marL="4572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9pPr>
          </a:lstStyle>
          <a:p/>
        </p:txBody>
      </p:sp>
      <p:sp>
        <p:nvSpPr>
          <p:cNvPr id="187" name="Google Shape;187;p39"/>
          <p:cNvSpPr txBox="1"/>
          <p:nvPr>
            <p:ph idx="15" type="body"/>
          </p:nvPr>
        </p:nvSpPr>
        <p:spPr>
          <a:xfrm>
            <a:off x="2258891" y="2464123"/>
            <a:ext cx="1294800" cy="259800"/>
          </a:xfrm>
          <a:prstGeom prst="rect">
            <a:avLst/>
          </a:prstGeom>
          <a:noFill/>
          <a:ln>
            <a:noFill/>
          </a:ln>
        </p:spPr>
        <p:txBody>
          <a:bodyPr anchorCtr="0" anchor="t" bIns="91425" lIns="91425" spcFirstLastPara="1" rIns="91425" wrap="square" tIns="91425">
            <a:noAutofit/>
          </a:bodyPr>
          <a:lstStyle>
            <a:lvl1pPr indent="-273050" lvl="0" marL="4572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9pPr>
          </a:lstStyle>
          <a:p/>
        </p:txBody>
      </p:sp>
      <p:sp>
        <p:nvSpPr>
          <p:cNvPr id="188" name="Google Shape;188;p39"/>
          <p:cNvSpPr txBox="1"/>
          <p:nvPr>
            <p:ph idx="16" type="body"/>
          </p:nvPr>
        </p:nvSpPr>
        <p:spPr>
          <a:xfrm>
            <a:off x="3827003" y="2464123"/>
            <a:ext cx="1294800" cy="259800"/>
          </a:xfrm>
          <a:prstGeom prst="rect">
            <a:avLst/>
          </a:prstGeom>
          <a:noFill/>
          <a:ln>
            <a:noFill/>
          </a:ln>
        </p:spPr>
        <p:txBody>
          <a:bodyPr anchorCtr="0" anchor="t" bIns="91425" lIns="91425" spcFirstLastPara="1" rIns="91425" wrap="square" tIns="91425">
            <a:noAutofit/>
          </a:bodyPr>
          <a:lstStyle>
            <a:lvl1pPr indent="-273050" lvl="0" marL="4572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9pPr>
          </a:lstStyle>
          <a:p/>
        </p:txBody>
      </p:sp>
      <p:sp>
        <p:nvSpPr>
          <p:cNvPr id="189" name="Google Shape;189;p39"/>
          <p:cNvSpPr txBox="1"/>
          <p:nvPr>
            <p:ph idx="17" type="body"/>
          </p:nvPr>
        </p:nvSpPr>
        <p:spPr>
          <a:xfrm>
            <a:off x="5396128" y="2464123"/>
            <a:ext cx="1294800" cy="259800"/>
          </a:xfrm>
          <a:prstGeom prst="rect">
            <a:avLst/>
          </a:prstGeom>
          <a:noFill/>
          <a:ln>
            <a:noFill/>
          </a:ln>
        </p:spPr>
        <p:txBody>
          <a:bodyPr anchorCtr="0" anchor="t" bIns="91425" lIns="91425" spcFirstLastPara="1" rIns="91425" wrap="square" tIns="91425">
            <a:noAutofit/>
          </a:bodyPr>
          <a:lstStyle>
            <a:lvl1pPr indent="-273050" lvl="0" marL="4572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3"/>
              </a:buClr>
              <a:buSzPts val="700"/>
              <a:buFont typeface="Barlow Medium"/>
              <a:buChar char="■"/>
              <a:defRPr sz="700">
                <a:solidFill>
                  <a:schemeClr val="accent3"/>
                </a:solidFill>
                <a:latin typeface="Barlow Medium"/>
                <a:ea typeface="Barlow Medium"/>
                <a:cs typeface="Barlow Medium"/>
                <a:sym typeface="Barlow Medium"/>
              </a:defRPr>
            </a:lvl9pPr>
          </a:lstStyle>
          <a:p/>
        </p:txBody>
      </p:sp>
      <p:sp>
        <p:nvSpPr>
          <p:cNvPr id="190" name="Google Shape;190;p39"/>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etitive Landscape">
  <p:cSld name="ONE_COLUMN_TEXT">
    <p:bg>
      <p:bgPr>
        <a:solidFill>
          <a:schemeClr val="dk1"/>
        </a:solidFill>
      </p:bgPr>
    </p:bg>
    <p:spTree>
      <p:nvGrpSpPr>
        <p:cNvPr id="191" name="Shape 191"/>
        <p:cNvGrpSpPr/>
        <p:nvPr/>
      </p:nvGrpSpPr>
      <p:grpSpPr>
        <a:xfrm>
          <a:off x="0" y="0"/>
          <a:ext cx="0" cy="0"/>
          <a:chOff x="0" y="0"/>
          <a:chExt cx="0" cy="0"/>
        </a:xfrm>
      </p:grpSpPr>
      <p:sp>
        <p:nvSpPr>
          <p:cNvPr id="192" name="Google Shape;192;p40"/>
          <p:cNvSpPr txBox="1"/>
          <p:nvPr>
            <p:ph idx="1" type="body"/>
          </p:nvPr>
        </p:nvSpPr>
        <p:spPr>
          <a:xfrm>
            <a:off x="791150" y="738025"/>
            <a:ext cx="3918300" cy="223200"/>
          </a:xfrm>
          <a:prstGeom prst="rect">
            <a:avLst/>
          </a:prstGeom>
          <a:noFill/>
          <a:ln>
            <a:noFill/>
          </a:ln>
        </p:spPr>
        <p:txBody>
          <a:bodyPr anchorCtr="0" anchor="t" bIns="0" lIns="0" spcFirstLastPara="1" rIns="0" wrap="square" tIns="0">
            <a:noAutofit/>
          </a:bodyPr>
          <a:lstStyle>
            <a:lvl1pPr indent="-298450" lvl="0" marL="457200" algn="l">
              <a:lnSpc>
                <a:spcPct val="100000"/>
              </a:lnSpc>
              <a:spcBef>
                <a:spcPts val="0"/>
              </a:spcBef>
              <a:spcAft>
                <a:spcPts val="0"/>
              </a:spcAft>
              <a:buSzPts val="1100"/>
              <a:buFont typeface="Barlow"/>
              <a:buChar char="●"/>
              <a:defRPr sz="1100">
                <a:latin typeface="Barlow"/>
                <a:ea typeface="Barlow"/>
                <a:cs typeface="Barlow"/>
                <a:sym typeface="Barlow"/>
              </a:defRPr>
            </a:lvl1pPr>
            <a:lvl2pPr indent="-298450" lvl="1" marL="914400" algn="l">
              <a:lnSpc>
                <a:spcPct val="100000"/>
              </a:lnSpc>
              <a:spcBef>
                <a:spcPts val="0"/>
              </a:spcBef>
              <a:spcAft>
                <a:spcPts val="0"/>
              </a:spcAft>
              <a:buSzPts val="1100"/>
              <a:buFont typeface="Barlow"/>
              <a:buChar char="○"/>
              <a:defRPr sz="1100">
                <a:latin typeface="Barlow"/>
                <a:ea typeface="Barlow"/>
                <a:cs typeface="Barlow"/>
                <a:sym typeface="Barlow"/>
              </a:defRPr>
            </a:lvl2pPr>
            <a:lvl3pPr indent="-298450" lvl="2" marL="1371600" algn="l">
              <a:lnSpc>
                <a:spcPct val="100000"/>
              </a:lnSpc>
              <a:spcBef>
                <a:spcPts val="0"/>
              </a:spcBef>
              <a:spcAft>
                <a:spcPts val="0"/>
              </a:spcAft>
              <a:buSzPts val="1100"/>
              <a:buFont typeface="Barlow"/>
              <a:buChar char="■"/>
              <a:defRPr sz="1100">
                <a:latin typeface="Barlow"/>
                <a:ea typeface="Barlow"/>
                <a:cs typeface="Barlow"/>
                <a:sym typeface="Barlow"/>
              </a:defRPr>
            </a:lvl3pPr>
            <a:lvl4pPr indent="-298450" lvl="3" marL="1828800" algn="l">
              <a:lnSpc>
                <a:spcPct val="100000"/>
              </a:lnSpc>
              <a:spcBef>
                <a:spcPts val="0"/>
              </a:spcBef>
              <a:spcAft>
                <a:spcPts val="0"/>
              </a:spcAft>
              <a:buSzPts val="1100"/>
              <a:buFont typeface="Barlow"/>
              <a:buChar char="●"/>
              <a:defRPr sz="1100">
                <a:latin typeface="Barlow"/>
                <a:ea typeface="Barlow"/>
                <a:cs typeface="Barlow"/>
                <a:sym typeface="Barlow"/>
              </a:defRPr>
            </a:lvl4pPr>
            <a:lvl5pPr indent="-298450" lvl="4" marL="2286000" algn="l">
              <a:lnSpc>
                <a:spcPct val="100000"/>
              </a:lnSpc>
              <a:spcBef>
                <a:spcPts val="0"/>
              </a:spcBef>
              <a:spcAft>
                <a:spcPts val="0"/>
              </a:spcAft>
              <a:buSzPts val="1100"/>
              <a:buFont typeface="Barlow"/>
              <a:buChar char="○"/>
              <a:defRPr>
                <a:latin typeface="Barlow"/>
                <a:ea typeface="Barlow"/>
                <a:cs typeface="Barlow"/>
                <a:sym typeface="Barlow"/>
              </a:defRPr>
            </a:lvl5pPr>
            <a:lvl6pPr indent="-298450" lvl="5" marL="2743200" algn="l">
              <a:lnSpc>
                <a:spcPct val="100000"/>
              </a:lnSpc>
              <a:spcBef>
                <a:spcPts val="0"/>
              </a:spcBef>
              <a:spcAft>
                <a:spcPts val="0"/>
              </a:spcAft>
              <a:buSzPts val="1100"/>
              <a:buFont typeface="Barlow"/>
              <a:buChar char="■"/>
              <a:defRPr sz="1100">
                <a:latin typeface="Barlow"/>
                <a:ea typeface="Barlow"/>
                <a:cs typeface="Barlow"/>
                <a:sym typeface="Barlow"/>
              </a:defRPr>
            </a:lvl6pPr>
            <a:lvl7pPr indent="-298450" lvl="6" marL="3200400" algn="l">
              <a:lnSpc>
                <a:spcPct val="100000"/>
              </a:lnSpc>
              <a:spcBef>
                <a:spcPts val="0"/>
              </a:spcBef>
              <a:spcAft>
                <a:spcPts val="0"/>
              </a:spcAft>
              <a:buSzPts val="1100"/>
              <a:buFont typeface="Barlow"/>
              <a:buChar char="●"/>
              <a:defRPr sz="1100">
                <a:latin typeface="Barlow"/>
                <a:ea typeface="Barlow"/>
                <a:cs typeface="Barlow"/>
                <a:sym typeface="Barlow"/>
              </a:defRPr>
            </a:lvl7pPr>
            <a:lvl8pPr indent="-298450" lvl="7" marL="3657600" algn="l">
              <a:lnSpc>
                <a:spcPct val="100000"/>
              </a:lnSpc>
              <a:spcBef>
                <a:spcPts val="0"/>
              </a:spcBef>
              <a:spcAft>
                <a:spcPts val="0"/>
              </a:spcAft>
              <a:buSzPts val="1100"/>
              <a:buFont typeface="Barlow"/>
              <a:buChar char="○"/>
              <a:defRPr sz="1100">
                <a:latin typeface="Barlow"/>
                <a:ea typeface="Barlow"/>
                <a:cs typeface="Barlow"/>
                <a:sym typeface="Barlow"/>
              </a:defRPr>
            </a:lvl8pPr>
            <a:lvl9pPr indent="-298450" lvl="8" marL="4114800" algn="l">
              <a:lnSpc>
                <a:spcPct val="100000"/>
              </a:lnSpc>
              <a:spcBef>
                <a:spcPts val="0"/>
              </a:spcBef>
              <a:spcAft>
                <a:spcPts val="0"/>
              </a:spcAft>
              <a:buSzPts val="1100"/>
              <a:buFont typeface="Barlow"/>
              <a:buChar char="■"/>
              <a:defRPr sz="1100">
                <a:latin typeface="Barlow"/>
                <a:ea typeface="Barlow"/>
                <a:cs typeface="Barlow"/>
                <a:sym typeface="Barlow"/>
              </a:defRPr>
            </a:lvl9pPr>
          </a:lstStyle>
          <a:p/>
        </p:txBody>
      </p:sp>
      <p:sp>
        <p:nvSpPr>
          <p:cNvPr id="193" name="Google Shape;193;p40"/>
          <p:cNvSpPr txBox="1"/>
          <p:nvPr>
            <p:ph idx="2" type="subTitle"/>
          </p:nvPr>
        </p:nvSpPr>
        <p:spPr>
          <a:xfrm>
            <a:off x="791150" y="522625"/>
            <a:ext cx="3918300" cy="215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9pPr>
          </a:lstStyle>
          <a:p/>
        </p:txBody>
      </p:sp>
      <p:sp>
        <p:nvSpPr>
          <p:cNvPr id="194" name="Google Shape;194;p40"/>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rket Trends + Data">
  <p:cSld name="MAIN_POINT">
    <p:bg>
      <p:bgPr>
        <a:solidFill>
          <a:schemeClr val="dk1"/>
        </a:solidFill>
      </p:bgPr>
    </p:bg>
    <p:spTree>
      <p:nvGrpSpPr>
        <p:cNvPr id="195" name="Shape 195"/>
        <p:cNvGrpSpPr/>
        <p:nvPr/>
      </p:nvGrpSpPr>
      <p:grpSpPr>
        <a:xfrm>
          <a:off x="0" y="0"/>
          <a:ext cx="0" cy="0"/>
          <a:chOff x="0" y="0"/>
          <a:chExt cx="0" cy="0"/>
        </a:xfrm>
      </p:grpSpPr>
      <p:sp>
        <p:nvSpPr>
          <p:cNvPr id="196" name="Google Shape;196;p41"/>
          <p:cNvSpPr txBox="1"/>
          <p:nvPr>
            <p:ph idx="1" type="subTitle"/>
          </p:nvPr>
        </p:nvSpPr>
        <p:spPr>
          <a:xfrm>
            <a:off x="690250" y="415625"/>
            <a:ext cx="1261800" cy="270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400"/>
              <a:buNone/>
              <a:defRPr>
                <a:latin typeface="Barlow Light"/>
                <a:ea typeface="Barlow Light"/>
                <a:cs typeface="Barlow Light"/>
                <a:sym typeface="Barlow Light"/>
              </a:defRPr>
            </a:lvl1pPr>
            <a:lvl2pPr lvl="1" algn="l">
              <a:lnSpc>
                <a:spcPct val="100000"/>
              </a:lnSpc>
              <a:spcBef>
                <a:spcPts val="0"/>
              </a:spcBef>
              <a:spcAft>
                <a:spcPts val="0"/>
              </a:spcAft>
              <a:buSzPts val="1400"/>
              <a:buNone/>
              <a:defRPr>
                <a:latin typeface="Barlow Light"/>
                <a:ea typeface="Barlow Light"/>
                <a:cs typeface="Barlow Light"/>
                <a:sym typeface="Barlow Light"/>
              </a:defRPr>
            </a:lvl2pPr>
            <a:lvl3pPr lvl="2" algn="l">
              <a:lnSpc>
                <a:spcPct val="100000"/>
              </a:lnSpc>
              <a:spcBef>
                <a:spcPts val="0"/>
              </a:spcBef>
              <a:spcAft>
                <a:spcPts val="0"/>
              </a:spcAft>
              <a:buSzPts val="1400"/>
              <a:buNone/>
              <a:defRPr>
                <a:latin typeface="Barlow Light"/>
                <a:ea typeface="Barlow Light"/>
                <a:cs typeface="Barlow Light"/>
                <a:sym typeface="Barlow Light"/>
              </a:defRPr>
            </a:lvl3pPr>
            <a:lvl4pPr lvl="3" algn="l">
              <a:lnSpc>
                <a:spcPct val="100000"/>
              </a:lnSpc>
              <a:spcBef>
                <a:spcPts val="0"/>
              </a:spcBef>
              <a:spcAft>
                <a:spcPts val="0"/>
              </a:spcAft>
              <a:buSzPts val="1400"/>
              <a:buNone/>
              <a:defRPr>
                <a:latin typeface="Barlow Light"/>
                <a:ea typeface="Barlow Light"/>
                <a:cs typeface="Barlow Light"/>
                <a:sym typeface="Barlow Light"/>
              </a:defRPr>
            </a:lvl4pPr>
            <a:lvl5pPr lvl="4" algn="l">
              <a:lnSpc>
                <a:spcPct val="100000"/>
              </a:lnSpc>
              <a:spcBef>
                <a:spcPts val="0"/>
              </a:spcBef>
              <a:spcAft>
                <a:spcPts val="0"/>
              </a:spcAft>
              <a:buSzPts val="1400"/>
              <a:buNone/>
              <a:defRPr>
                <a:latin typeface="Barlow Light"/>
                <a:ea typeface="Barlow Light"/>
                <a:cs typeface="Barlow Light"/>
                <a:sym typeface="Barlow Light"/>
              </a:defRPr>
            </a:lvl5pPr>
            <a:lvl6pPr lvl="5" algn="l">
              <a:lnSpc>
                <a:spcPct val="100000"/>
              </a:lnSpc>
              <a:spcBef>
                <a:spcPts val="0"/>
              </a:spcBef>
              <a:spcAft>
                <a:spcPts val="0"/>
              </a:spcAft>
              <a:buSzPts val="1400"/>
              <a:buNone/>
              <a:defRPr>
                <a:latin typeface="Barlow Light"/>
                <a:ea typeface="Barlow Light"/>
                <a:cs typeface="Barlow Light"/>
                <a:sym typeface="Barlow Light"/>
              </a:defRPr>
            </a:lvl6pPr>
            <a:lvl7pPr lvl="6" algn="l">
              <a:lnSpc>
                <a:spcPct val="100000"/>
              </a:lnSpc>
              <a:spcBef>
                <a:spcPts val="0"/>
              </a:spcBef>
              <a:spcAft>
                <a:spcPts val="0"/>
              </a:spcAft>
              <a:buSzPts val="1400"/>
              <a:buNone/>
              <a:defRPr>
                <a:latin typeface="Barlow Light"/>
                <a:ea typeface="Barlow Light"/>
                <a:cs typeface="Barlow Light"/>
                <a:sym typeface="Barlow Light"/>
              </a:defRPr>
            </a:lvl7pPr>
            <a:lvl8pPr lvl="7" algn="l">
              <a:lnSpc>
                <a:spcPct val="100000"/>
              </a:lnSpc>
              <a:spcBef>
                <a:spcPts val="0"/>
              </a:spcBef>
              <a:spcAft>
                <a:spcPts val="0"/>
              </a:spcAft>
              <a:buSzPts val="1400"/>
              <a:buNone/>
              <a:defRPr>
                <a:latin typeface="Barlow Light"/>
                <a:ea typeface="Barlow Light"/>
                <a:cs typeface="Barlow Light"/>
                <a:sym typeface="Barlow Light"/>
              </a:defRPr>
            </a:lvl8pPr>
            <a:lvl9pPr lvl="8" algn="l">
              <a:lnSpc>
                <a:spcPct val="100000"/>
              </a:lnSpc>
              <a:spcBef>
                <a:spcPts val="0"/>
              </a:spcBef>
              <a:spcAft>
                <a:spcPts val="0"/>
              </a:spcAft>
              <a:buSzPts val="1400"/>
              <a:buNone/>
              <a:defRPr>
                <a:latin typeface="Barlow Light"/>
                <a:ea typeface="Barlow Light"/>
                <a:cs typeface="Barlow Light"/>
                <a:sym typeface="Barlow Light"/>
              </a:defRPr>
            </a:lvl9pPr>
          </a:lstStyle>
          <a:p/>
        </p:txBody>
      </p:sp>
      <p:sp>
        <p:nvSpPr>
          <p:cNvPr id="197" name="Google Shape;197;p41"/>
          <p:cNvSpPr txBox="1"/>
          <p:nvPr>
            <p:ph idx="2" type="subTitle"/>
          </p:nvPr>
        </p:nvSpPr>
        <p:spPr>
          <a:xfrm>
            <a:off x="480420" y="290626"/>
            <a:ext cx="3592200" cy="337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1pPr>
            <a:lvl2pPr lvl="1" algn="l">
              <a:lnSpc>
                <a:spcPct val="100000"/>
              </a:lnSpc>
              <a:spcBef>
                <a:spcPts val="0"/>
              </a:spcBef>
              <a:spcAft>
                <a:spcPts val="0"/>
              </a:spcAft>
              <a:buSzPts val="1400"/>
              <a:buNone/>
              <a:defRPr>
                <a:latin typeface="Hepta Slab Light"/>
                <a:ea typeface="Hepta Slab Light"/>
                <a:cs typeface="Hepta Slab Light"/>
                <a:sym typeface="Hepta Slab Light"/>
              </a:defRPr>
            </a:lvl2pPr>
            <a:lvl3pPr lvl="2" algn="l">
              <a:lnSpc>
                <a:spcPct val="100000"/>
              </a:lnSpc>
              <a:spcBef>
                <a:spcPts val="0"/>
              </a:spcBef>
              <a:spcAft>
                <a:spcPts val="0"/>
              </a:spcAft>
              <a:buSzPts val="1400"/>
              <a:buNone/>
              <a:defRPr>
                <a:latin typeface="Hepta Slab Light"/>
                <a:ea typeface="Hepta Slab Light"/>
                <a:cs typeface="Hepta Slab Light"/>
                <a:sym typeface="Hepta Slab Light"/>
              </a:defRPr>
            </a:lvl3pPr>
            <a:lvl4pPr lvl="3" algn="l">
              <a:lnSpc>
                <a:spcPct val="100000"/>
              </a:lnSpc>
              <a:spcBef>
                <a:spcPts val="0"/>
              </a:spcBef>
              <a:spcAft>
                <a:spcPts val="0"/>
              </a:spcAft>
              <a:buSzPts val="1400"/>
              <a:buNone/>
              <a:defRPr>
                <a:latin typeface="Hepta Slab Light"/>
                <a:ea typeface="Hepta Slab Light"/>
                <a:cs typeface="Hepta Slab Light"/>
                <a:sym typeface="Hepta Slab Light"/>
              </a:defRPr>
            </a:lvl4pPr>
            <a:lvl5pPr lvl="4" algn="l">
              <a:lnSpc>
                <a:spcPct val="100000"/>
              </a:lnSpc>
              <a:spcBef>
                <a:spcPts val="0"/>
              </a:spcBef>
              <a:spcAft>
                <a:spcPts val="0"/>
              </a:spcAft>
              <a:buSzPts val="1400"/>
              <a:buNone/>
              <a:defRPr>
                <a:latin typeface="Hepta Slab Light"/>
                <a:ea typeface="Hepta Slab Light"/>
                <a:cs typeface="Hepta Slab Light"/>
                <a:sym typeface="Hepta Slab Light"/>
              </a:defRPr>
            </a:lvl5pPr>
            <a:lvl6pPr lvl="5" algn="l">
              <a:lnSpc>
                <a:spcPct val="100000"/>
              </a:lnSpc>
              <a:spcBef>
                <a:spcPts val="0"/>
              </a:spcBef>
              <a:spcAft>
                <a:spcPts val="0"/>
              </a:spcAft>
              <a:buSzPts val="1400"/>
              <a:buNone/>
              <a:defRPr>
                <a:latin typeface="Hepta Slab Light"/>
                <a:ea typeface="Hepta Slab Light"/>
                <a:cs typeface="Hepta Slab Light"/>
                <a:sym typeface="Hepta Slab Light"/>
              </a:defRPr>
            </a:lvl6pPr>
            <a:lvl7pPr lvl="6" algn="l">
              <a:lnSpc>
                <a:spcPct val="100000"/>
              </a:lnSpc>
              <a:spcBef>
                <a:spcPts val="0"/>
              </a:spcBef>
              <a:spcAft>
                <a:spcPts val="0"/>
              </a:spcAft>
              <a:buSzPts val="1400"/>
              <a:buNone/>
              <a:defRPr>
                <a:latin typeface="Hepta Slab Light"/>
                <a:ea typeface="Hepta Slab Light"/>
                <a:cs typeface="Hepta Slab Light"/>
                <a:sym typeface="Hepta Slab Light"/>
              </a:defRPr>
            </a:lvl7pPr>
            <a:lvl8pPr lvl="7" algn="l">
              <a:lnSpc>
                <a:spcPct val="100000"/>
              </a:lnSpc>
              <a:spcBef>
                <a:spcPts val="0"/>
              </a:spcBef>
              <a:spcAft>
                <a:spcPts val="0"/>
              </a:spcAft>
              <a:buSzPts val="1400"/>
              <a:buNone/>
              <a:defRPr>
                <a:latin typeface="Hepta Slab Light"/>
                <a:ea typeface="Hepta Slab Light"/>
                <a:cs typeface="Hepta Slab Light"/>
                <a:sym typeface="Hepta Slab Light"/>
              </a:defRPr>
            </a:lvl8pPr>
            <a:lvl9pPr lvl="8" algn="l">
              <a:lnSpc>
                <a:spcPct val="100000"/>
              </a:lnSpc>
              <a:spcBef>
                <a:spcPts val="0"/>
              </a:spcBef>
              <a:spcAft>
                <a:spcPts val="0"/>
              </a:spcAft>
              <a:buSzPts val="1400"/>
              <a:buNone/>
              <a:defRPr>
                <a:latin typeface="Hepta Slab Light"/>
                <a:ea typeface="Hepta Slab Light"/>
                <a:cs typeface="Hepta Slab Light"/>
                <a:sym typeface="Hepta Slab Light"/>
              </a:defRPr>
            </a:lvl9pPr>
          </a:lstStyle>
          <a:p/>
        </p:txBody>
      </p:sp>
      <p:sp>
        <p:nvSpPr>
          <p:cNvPr id="198" name="Google Shape;198;p41"/>
          <p:cNvSpPr txBox="1"/>
          <p:nvPr>
            <p:ph idx="3" type="body"/>
          </p:nvPr>
        </p:nvSpPr>
        <p:spPr>
          <a:xfrm>
            <a:off x="480425" y="534275"/>
            <a:ext cx="4878300" cy="1917600"/>
          </a:xfrm>
          <a:prstGeom prst="rect">
            <a:avLst/>
          </a:prstGeom>
          <a:noFill/>
          <a:ln>
            <a:noFill/>
          </a:ln>
        </p:spPr>
        <p:txBody>
          <a:bodyPr anchorCtr="0" anchor="t" bIns="91425" lIns="91425" spcFirstLastPara="1" rIns="91425" wrap="square" tIns="91425">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298450" lvl="1" marL="914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indent="-298450" lvl="2" marL="1371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indent="-298450" lvl="3" marL="1828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8450" lvl="5" marL="2743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indent="-298450" lvl="6" marL="3200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indent="-298450" lvl="7" marL="3657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indent="-298450" lvl="8" marL="4114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p:txBody>
      </p:sp>
      <p:sp>
        <p:nvSpPr>
          <p:cNvPr id="199" name="Google Shape;199;p41"/>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a:ea typeface="Barlow"/>
                <a:cs typeface="Barlow"/>
                <a:sym typeface="Barlow"/>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a:ea typeface="Barlow"/>
                <a:cs typeface="Barlow"/>
                <a:sym typeface="Barlow"/>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a:ea typeface="Barlow"/>
                <a:cs typeface="Barlow"/>
                <a:sym typeface="Barlow"/>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a:ea typeface="Barlow"/>
                <a:cs typeface="Barlow"/>
                <a:sym typeface="Barlow"/>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a:ea typeface="Barlow"/>
                <a:cs typeface="Barlow"/>
                <a:sym typeface="Barlow"/>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a:ea typeface="Barlow"/>
                <a:cs typeface="Barlow"/>
                <a:sym typeface="Barlow"/>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a:ea typeface="Barlow"/>
                <a:cs typeface="Barlow"/>
                <a:sym typeface="Barlow"/>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a:ea typeface="Barlow"/>
                <a:cs typeface="Barlow"/>
                <a:sym typeface="Barlow"/>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a:ea typeface="Barlow"/>
                <a:cs typeface="Barlow"/>
                <a:sym typeface="Barlow"/>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360">
          <p15:clr>
            <a:srgbClr val="E46962"/>
          </p15:clr>
        </p15:guide>
        <p15:guide id="2" orient="horz" pos="347">
          <p15:clr>
            <a:srgbClr val="E46962"/>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WOT Analysis">
  <p:cSld name="CUSTOM_14">
    <p:bg>
      <p:bgPr>
        <a:solidFill>
          <a:schemeClr val="dk1"/>
        </a:solidFill>
      </p:bgPr>
    </p:bg>
    <p:spTree>
      <p:nvGrpSpPr>
        <p:cNvPr id="200" name="Shape 200"/>
        <p:cNvGrpSpPr/>
        <p:nvPr/>
      </p:nvGrpSpPr>
      <p:grpSpPr>
        <a:xfrm>
          <a:off x="0" y="0"/>
          <a:ext cx="0" cy="0"/>
          <a:chOff x="0" y="0"/>
          <a:chExt cx="0" cy="0"/>
        </a:xfrm>
      </p:grpSpPr>
      <p:sp>
        <p:nvSpPr>
          <p:cNvPr id="201" name="Google Shape;201;p42"/>
          <p:cNvSpPr txBox="1"/>
          <p:nvPr>
            <p:ph type="title"/>
          </p:nvPr>
        </p:nvSpPr>
        <p:spPr>
          <a:xfrm>
            <a:off x="723861" y="1584738"/>
            <a:ext cx="2670600" cy="315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1pPr>
            <a:lvl2pPr lvl="1"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2pPr>
            <a:lvl3pPr lvl="2"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3pPr>
            <a:lvl4pPr lvl="3"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4pPr>
            <a:lvl5pPr lvl="4"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5pPr>
            <a:lvl6pPr lvl="5"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6pPr>
            <a:lvl7pPr lvl="6"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7pPr>
            <a:lvl8pPr lvl="7"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8pPr>
            <a:lvl9pPr lvl="8"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9pPr>
          </a:lstStyle>
          <a:p/>
        </p:txBody>
      </p:sp>
      <p:sp>
        <p:nvSpPr>
          <p:cNvPr id="202" name="Google Shape;202;p42"/>
          <p:cNvSpPr txBox="1"/>
          <p:nvPr>
            <p:ph idx="2" type="title"/>
          </p:nvPr>
        </p:nvSpPr>
        <p:spPr>
          <a:xfrm>
            <a:off x="723861" y="2390981"/>
            <a:ext cx="2670600" cy="315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1pPr>
            <a:lvl2pPr lvl="1"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2pPr>
            <a:lvl3pPr lvl="2"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3pPr>
            <a:lvl4pPr lvl="3"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4pPr>
            <a:lvl5pPr lvl="4"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5pPr>
            <a:lvl6pPr lvl="5"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6pPr>
            <a:lvl7pPr lvl="6"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7pPr>
            <a:lvl8pPr lvl="7"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8pPr>
            <a:lvl9pPr lvl="8"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9pPr>
          </a:lstStyle>
          <a:p/>
        </p:txBody>
      </p:sp>
      <p:sp>
        <p:nvSpPr>
          <p:cNvPr id="203" name="Google Shape;203;p42"/>
          <p:cNvSpPr txBox="1"/>
          <p:nvPr>
            <p:ph idx="3" type="title"/>
          </p:nvPr>
        </p:nvSpPr>
        <p:spPr>
          <a:xfrm>
            <a:off x="723861" y="3157931"/>
            <a:ext cx="2670600" cy="315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1pPr>
            <a:lvl2pPr lvl="1"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2pPr>
            <a:lvl3pPr lvl="2"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3pPr>
            <a:lvl4pPr lvl="3"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4pPr>
            <a:lvl5pPr lvl="4"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5pPr>
            <a:lvl6pPr lvl="5"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6pPr>
            <a:lvl7pPr lvl="6"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7pPr>
            <a:lvl8pPr lvl="7"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8pPr>
            <a:lvl9pPr lvl="8"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9pPr>
          </a:lstStyle>
          <a:p/>
        </p:txBody>
      </p:sp>
      <p:sp>
        <p:nvSpPr>
          <p:cNvPr id="204" name="Google Shape;204;p42"/>
          <p:cNvSpPr txBox="1"/>
          <p:nvPr>
            <p:ph idx="4" type="title"/>
          </p:nvPr>
        </p:nvSpPr>
        <p:spPr>
          <a:xfrm>
            <a:off x="723861" y="3954905"/>
            <a:ext cx="2670600" cy="315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1pPr>
            <a:lvl2pPr lvl="1"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2pPr>
            <a:lvl3pPr lvl="2"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3pPr>
            <a:lvl4pPr lvl="3"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4pPr>
            <a:lvl5pPr lvl="4"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5pPr>
            <a:lvl6pPr lvl="5"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6pPr>
            <a:lvl7pPr lvl="6"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7pPr>
            <a:lvl8pPr lvl="7"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8pPr>
            <a:lvl9pPr lvl="8" algn="l">
              <a:lnSpc>
                <a:spcPct val="100000"/>
              </a:lnSpc>
              <a:spcBef>
                <a:spcPts val="0"/>
              </a:spcBef>
              <a:spcAft>
                <a:spcPts val="0"/>
              </a:spcAft>
              <a:buClr>
                <a:schemeClr val="lt1"/>
              </a:buClr>
              <a:buSzPts val="1500"/>
              <a:buFont typeface="Barlow Medium"/>
              <a:buNone/>
              <a:defRPr sz="1500">
                <a:solidFill>
                  <a:schemeClr val="lt1"/>
                </a:solidFill>
                <a:latin typeface="Barlow Medium"/>
                <a:ea typeface="Barlow Medium"/>
                <a:cs typeface="Barlow Medium"/>
                <a:sym typeface="Barlow Medium"/>
              </a:defRPr>
            </a:lvl9pPr>
          </a:lstStyle>
          <a:p/>
        </p:txBody>
      </p:sp>
      <p:sp>
        <p:nvSpPr>
          <p:cNvPr id="205" name="Google Shape;205;p42"/>
          <p:cNvSpPr txBox="1"/>
          <p:nvPr>
            <p:ph idx="1" type="subTitle"/>
          </p:nvPr>
        </p:nvSpPr>
        <p:spPr>
          <a:xfrm>
            <a:off x="480420" y="290626"/>
            <a:ext cx="3592200" cy="337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1pPr>
            <a:lvl2pPr lvl="1" algn="l">
              <a:lnSpc>
                <a:spcPct val="100000"/>
              </a:lnSpc>
              <a:spcBef>
                <a:spcPts val="0"/>
              </a:spcBef>
              <a:spcAft>
                <a:spcPts val="0"/>
              </a:spcAft>
              <a:buSzPts val="1400"/>
              <a:buNone/>
              <a:defRPr>
                <a:latin typeface="Barlow Light"/>
                <a:ea typeface="Barlow Light"/>
                <a:cs typeface="Barlow Light"/>
                <a:sym typeface="Barlow Light"/>
              </a:defRPr>
            </a:lvl2pPr>
            <a:lvl3pPr lvl="2" algn="l">
              <a:lnSpc>
                <a:spcPct val="100000"/>
              </a:lnSpc>
              <a:spcBef>
                <a:spcPts val="0"/>
              </a:spcBef>
              <a:spcAft>
                <a:spcPts val="0"/>
              </a:spcAft>
              <a:buSzPts val="1400"/>
              <a:buNone/>
              <a:defRPr>
                <a:latin typeface="Barlow Light"/>
                <a:ea typeface="Barlow Light"/>
                <a:cs typeface="Barlow Light"/>
                <a:sym typeface="Barlow Light"/>
              </a:defRPr>
            </a:lvl3pPr>
            <a:lvl4pPr lvl="3" algn="l">
              <a:lnSpc>
                <a:spcPct val="100000"/>
              </a:lnSpc>
              <a:spcBef>
                <a:spcPts val="0"/>
              </a:spcBef>
              <a:spcAft>
                <a:spcPts val="0"/>
              </a:spcAft>
              <a:buSzPts val="1400"/>
              <a:buNone/>
              <a:defRPr>
                <a:latin typeface="Barlow Light"/>
                <a:ea typeface="Barlow Light"/>
                <a:cs typeface="Barlow Light"/>
                <a:sym typeface="Barlow Light"/>
              </a:defRPr>
            </a:lvl4pPr>
            <a:lvl5pPr lvl="4" algn="l">
              <a:lnSpc>
                <a:spcPct val="100000"/>
              </a:lnSpc>
              <a:spcBef>
                <a:spcPts val="0"/>
              </a:spcBef>
              <a:spcAft>
                <a:spcPts val="0"/>
              </a:spcAft>
              <a:buSzPts val="1400"/>
              <a:buNone/>
              <a:defRPr>
                <a:latin typeface="Barlow Light"/>
                <a:ea typeface="Barlow Light"/>
                <a:cs typeface="Barlow Light"/>
                <a:sym typeface="Barlow Light"/>
              </a:defRPr>
            </a:lvl5pPr>
            <a:lvl6pPr lvl="5" algn="l">
              <a:lnSpc>
                <a:spcPct val="100000"/>
              </a:lnSpc>
              <a:spcBef>
                <a:spcPts val="0"/>
              </a:spcBef>
              <a:spcAft>
                <a:spcPts val="0"/>
              </a:spcAft>
              <a:buSzPts val="1400"/>
              <a:buNone/>
              <a:defRPr>
                <a:latin typeface="Barlow Light"/>
                <a:ea typeface="Barlow Light"/>
                <a:cs typeface="Barlow Light"/>
                <a:sym typeface="Barlow Light"/>
              </a:defRPr>
            </a:lvl6pPr>
            <a:lvl7pPr lvl="6" algn="l">
              <a:lnSpc>
                <a:spcPct val="100000"/>
              </a:lnSpc>
              <a:spcBef>
                <a:spcPts val="0"/>
              </a:spcBef>
              <a:spcAft>
                <a:spcPts val="0"/>
              </a:spcAft>
              <a:buSzPts val="1400"/>
              <a:buNone/>
              <a:defRPr>
                <a:latin typeface="Barlow Light"/>
                <a:ea typeface="Barlow Light"/>
                <a:cs typeface="Barlow Light"/>
                <a:sym typeface="Barlow Light"/>
              </a:defRPr>
            </a:lvl7pPr>
            <a:lvl8pPr lvl="7" algn="l">
              <a:lnSpc>
                <a:spcPct val="100000"/>
              </a:lnSpc>
              <a:spcBef>
                <a:spcPts val="0"/>
              </a:spcBef>
              <a:spcAft>
                <a:spcPts val="0"/>
              </a:spcAft>
              <a:buSzPts val="1400"/>
              <a:buNone/>
              <a:defRPr>
                <a:latin typeface="Barlow Light"/>
                <a:ea typeface="Barlow Light"/>
                <a:cs typeface="Barlow Light"/>
                <a:sym typeface="Barlow Light"/>
              </a:defRPr>
            </a:lvl8pPr>
            <a:lvl9pPr lvl="8" algn="l">
              <a:lnSpc>
                <a:spcPct val="100000"/>
              </a:lnSpc>
              <a:spcBef>
                <a:spcPts val="0"/>
              </a:spcBef>
              <a:spcAft>
                <a:spcPts val="0"/>
              </a:spcAft>
              <a:buSzPts val="1400"/>
              <a:buNone/>
              <a:defRPr>
                <a:latin typeface="Barlow Light"/>
                <a:ea typeface="Barlow Light"/>
                <a:cs typeface="Barlow Light"/>
                <a:sym typeface="Barlow Light"/>
              </a:defRPr>
            </a:lvl9pPr>
          </a:lstStyle>
          <a:p/>
        </p:txBody>
      </p:sp>
      <p:sp>
        <p:nvSpPr>
          <p:cNvPr id="206" name="Google Shape;206;p42"/>
          <p:cNvSpPr txBox="1"/>
          <p:nvPr>
            <p:ph idx="5" type="body"/>
          </p:nvPr>
        </p:nvSpPr>
        <p:spPr>
          <a:xfrm>
            <a:off x="480425" y="610475"/>
            <a:ext cx="4878300" cy="376800"/>
          </a:xfrm>
          <a:prstGeom prst="rect">
            <a:avLst/>
          </a:prstGeom>
          <a:noFill/>
          <a:ln>
            <a:noFill/>
          </a:ln>
        </p:spPr>
        <p:txBody>
          <a:bodyPr anchorCtr="0" anchor="t" bIns="91425" lIns="91425" spcFirstLastPara="1" rIns="91425" wrap="square" tIns="91425">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317500" lvl="1" marL="914400" algn="l">
              <a:lnSpc>
                <a:spcPct val="100000"/>
              </a:lnSpc>
              <a:spcBef>
                <a:spcPts val="0"/>
              </a:spcBef>
              <a:spcAft>
                <a:spcPts val="0"/>
              </a:spcAft>
              <a:buClr>
                <a:schemeClr val="lt1"/>
              </a:buClr>
              <a:buSzPts val="1400"/>
              <a:buFont typeface="Barlow"/>
              <a:buChar char="○"/>
              <a:defRPr>
                <a:solidFill>
                  <a:schemeClr val="lt1"/>
                </a:solidFill>
                <a:latin typeface="Barlow"/>
                <a:ea typeface="Barlow"/>
                <a:cs typeface="Barlow"/>
                <a:sym typeface="Barlow"/>
              </a:defRPr>
            </a:lvl2pPr>
            <a:lvl3pPr indent="-311150" lvl="2" marL="1371600" algn="l">
              <a:lnSpc>
                <a:spcPct val="100000"/>
              </a:lnSpc>
              <a:spcBef>
                <a:spcPts val="0"/>
              </a:spcBef>
              <a:spcAft>
                <a:spcPts val="0"/>
              </a:spcAft>
              <a:buClr>
                <a:schemeClr val="lt1"/>
              </a:buClr>
              <a:buSzPts val="1300"/>
              <a:buFont typeface="Barlow"/>
              <a:buChar char="■"/>
              <a:defRPr>
                <a:solidFill>
                  <a:schemeClr val="lt1"/>
                </a:solidFill>
                <a:latin typeface="Barlow"/>
                <a:ea typeface="Barlow"/>
                <a:cs typeface="Barlow"/>
                <a:sym typeface="Barlow"/>
              </a:defRPr>
            </a:lvl3pPr>
            <a:lvl4pPr indent="-304800" lvl="3" marL="1828800" algn="l">
              <a:lnSpc>
                <a:spcPct val="100000"/>
              </a:lnSpc>
              <a:spcBef>
                <a:spcPts val="0"/>
              </a:spcBef>
              <a:spcAft>
                <a:spcPts val="0"/>
              </a:spcAft>
              <a:buClr>
                <a:schemeClr val="lt1"/>
              </a:buClr>
              <a:buSzPts val="1200"/>
              <a:buFont typeface="Barlow"/>
              <a:buChar char="●"/>
              <a:defRPr>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2100" lvl="5" marL="2743200" algn="l">
              <a:lnSpc>
                <a:spcPct val="100000"/>
              </a:lnSpc>
              <a:spcBef>
                <a:spcPts val="0"/>
              </a:spcBef>
              <a:spcAft>
                <a:spcPts val="0"/>
              </a:spcAft>
              <a:buClr>
                <a:schemeClr val="lt1"/>
              </a:buClr>
              <a:buSzPts val="1000"/>
              <a:buFont typeface="Barlow"/>
              <a:buChar char="■"/>
              <a:defRPr>
                <a:solidFill>
                  <a:schemeClr val="lt1"/>
                </a:solidFill>
                <a:latin typeface="Barlow"/>
                <a:ea typeface="Barlow"/>
                <a:cs typeface="Barlow"/>
                <a:sym typeface="Barlow"/>
              </a:defRPr>
            </a:lvl6pPr>
            <a:lvl7pPr indent="-285750" lvl="6" marL="3200400" algn="l">
              <a:lnSpc>
                <a:spcPct val="100000"/>
              </a:lnSpc>
              <a:spcBef>
                <a:spcPts val="0"/>
              </a:spcBef>
              <a:spcAft>
                <a:spcPts val="0"/>
              </a:spcAft>
              <a:buClr>
                <a:schemeClr val="lt1"/>
              </a:buClr>
              <a:buSzPts val="900"/>
              <a:buFont typeface="Barlow"/>
              <a:buChar char="●"/>
              <a:defRPr>
                <a:solidFill>
                  <a:schemeClr val="lt1"/>
                </a:solidFill>
                <a:latin typeface="Barlow"/>
                <a:ea typeface="Barlow"/>
                <a:cs typeface="Barlow"/>
                <a:sym typeface="Barlow"/>
              </a:defRPr>
            </a:lvl7pPr>
            <a:lvl8pPr indent="-279400" lvl="7" marL="3657600" algn="l">
              <a:lnSpc>
                <a:spcPct val="100000"/>
              </a:lnSpc>
              <a:spcBef>
                <a:spcPts val="0"/>
              </a:spcBef>
              <a:spcAft>
                <a:spcPts val="0"/>
              </a:spcAft>
              <a:buClr>
                <a:schemeClr val="lt1"/>
              </a:buClr>
              <a:buSzPts val="800"/>
              <a:buFont typeface="Barlow"/>
              <a:buChar char="○"/>
              <a:defRPr>
                <a:solidFill>
                  <a:schemeClr val="lt1"/>
                </a:solidFill>
                <a:latin typeface="Barlow"/>
                <a:ea typeface="Barlow"/>
                <a:cs typeface="Barlow"/>
                <a:sym typeface="Barlow"/>
              </a:defRPr>
            </a:lvl8pPr>
            <a:lvl9pPr indent="-273050" lvl="8" marL="4114800" algn="l">
              <a:lnSpc>
                <a:spcPct val="100000"/>
              </a:lnSpc>
              <a:spcBef>
                <a:spcPts val="0"/>
              </a:spcBef>
              <a:spcAft>
                <a:spcPts val="0"/>
              </a:spcAft>
              <a:buClr>
                <a:schemeClr val="lt1"/>
              </a:buClr>
              <a:buSzPts val="700"/>
              <a:buFont typeface="Barlow"/>
              <a:buChar char="■"/>
              <a:defRPr>
                <a:solidFill>
                  <a:schemeClr val="lt1"/>
                </a:solidFill>
                <a:latin typeface="Barlow"/>
                <a:ea typeface="Barlow"/>
                <a:cs typeface="Barlow"/>
                <a:sym typeface="Barlow"/>
              </a:defRPr>
            </a:lvl9pPr>
          </a:lstStyle>
          <a:p/>
        </p:txBody>
      </p:sp>
      <p:sp>
        <p:nvSpPr>
          <p:cNvPr id="207" name="Google Shape;207;p42"/>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3"/>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osing / Thank You">
  <p:cSld name="CUSTOM_13">
    <p:bg>
      <p:bgPr>
        <a:solidFill>
          <a:schemeClr val="lt1"/>
        </a:solidFill>
      </p:bgPr>
    </p:bg>
    <p:spTree>
      <p:nvGrpSpPr>
        <p:cNvPr id="208" name="Shape 208"/>
        <p:cNvGrpSpPr/>
        <p:nvPr/>
      </p:nvGrpSpPr>
      <p:grpSpPr>
        <a:xfrm>
          <a:off x="0" y="0"/>
          <a:ext cx="0" cy="0"/>
          <a:chOff x="0" y="0"/>
          <a:chExt cx="0" cy="0"/>
        </a:xfrm>
      </p:grpSpPr>
      <p:sp>
        <p:nvSpPr>
          <p:cNvPr id="209" name="Google Shape;209;p43"/>
          <p:cNvSpPr txBox="1"/>
          <p:nvPr>
            <p:ph type="title"/>
          </p:nvPr>
        </p:nvSpPr>
        <p:spPr>
          <a:xfrm>
            <a:off x="455221" y="1321125"/>
            <a:ext cx="5094600" cy="1749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5400"/>
              <a:buNone/>
              <a:defRPr sz="5400"/>
            </a:lvl1pPr>
            <a:lvl2pPr lvl="1"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2pPr>
            <a:lvl3pPr lvl="2"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3pPr>
            <a:lvl4pPr lvl="3"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4pPr>
            <a:lvl5pPr lvl="4"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5pPr>
            <a:lvl6pPr lvl="5"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6pPr>
            <a:lvl7pPr lvl="6"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7pPr>
            <a:lvl8pPr lvl="7"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8pPr>
            <a:lvl9pPr lvl="8" algn="l">
              <a:lnSpc>
                <a:spcPct val="100000"/>
              </a:lnSpc>
              <a:spcBef>
                <a:spcPts val="0"/>
              </a:spcBef>
              <a:spcAft>
                <a:spcPts val="0"/>
              </a:spcAft>
              <a:buClr>
                <a:schemeClr val="dk1"/>
              </a:buClr>
              <a:buSzPts val="1400"/>
              <a:buNone/>
              <a:defRPr>
                <a:solidFill>
                  <a:schemeClr val="dk1"/>
                </a:solidFill>
                <a:latin typeface="Barlow Light"/>
                <a:ea typeface="Barlow Light"/>
                <a:cs typeface="Barlow Light"/>
                <a:sym typeface="Barlow Light"/>
              </a:defRPr>
            </a:lvl9pPr>
          </a:lstStyle>
          <a:p/>
        </p:txBody>
      </p:sp>
      <p:sp>
        <p:nvSpPr>
          <p:cNvPr id="210" name="Google Shape;210;p43"/>
          <p:cNvSpPr txBox="1"/>
          <p:nvPr>
            <p:ph idx="1" type="body"/>
          </p:nvPr>
        </p:nvSpPr>
        <p:spPr>
          <a:xfrm>
            <a:off x="567029" y="4500404"/>
            <a:ext cx="1015800" cy="266100"/>
          </a:xfrm>
          <a:prstGeom prst="rect">
            <a:avLst/>
          </a:prstGeom>
          <a:noFill/>
          <a:ln cap="flat" cmpd="sng" w="9525">
            <a:solidFill>
              <a:schemeClr val="dk1"/>
            </a:solidFill>
            <a:prstDash val="solid"/>
            <a:round/>
            <a:headEnd len="sm" w="sm" type="none"/>
            <a:tailEnd len="sm" w="sm" type="none"/>
          </a:ln>
        </p:spPr>
        <p:txBody>
          <a:bodyPr anchorCtr="0" anchor="t" bIns="0" lIns="0" spcFirstLastPara="1" rIns="0" wrap="square" tIns="0">
            <a:spAutoFit/>
          </a:bodyPr>
          <a:lstStyle>
            <a:lvl1pPr indent="-298450" lvl="0" marL="4572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1pPr>
            <a:lvl2pPr indent="-298450" lvl="1" marL="9144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2pPr>
            <a:lvl3pPr indent="-298450" lvl="2" marL="13716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3pPr>
            <a:lvl4pPr indent="-298450" lvl="3" marL="18288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4pPr>
            <a:lvl5pPr indent="-298450" lvl="4" marL="2286000" algn="l">
              <a:lnSpc>
                <a:spcPct val="100000"/>
              </a:lnSpc>
              <a:spcBef>
                <a:spcPts val="0"/>
              </a:spcBef>
              <a:spcAft>
                <a:spcPts val="0"/>
              </a:spcAft>
              <a:buSzPts val="1100"/>
              <a:buFont typeface="Barlow Medium"/>
              <a:buChar char="○"/>
              <a:defRPr>
                <a:latin typeface="Barlow Medium"/>
                <a:ea typeface="Barlow Medium"/>
                <a:cs typeface="Barlow Medium"/>
                <a:sym typeface="Barlow Medium"/>
              </a:defRPr>
            </a:lvl5pPr>
            <a:lvl6pPr indent="-298450" lvl="5" marL="27432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6pPr>
            <a:lvl7pPr indent="-298450" lvl="6" marL="32004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7pPr>
            <a:lvl8pPr indent="-298450" lvl="7" marL="36576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8pPr>
            <a:lvl9pPr indent="-298450" lvl="8" marL="4114800" algn="l">
              <a:lnSpc>
                <a:spcPct val="100000"/>
              </a:lnSpc>
              <a:spcBef>
                <a:spcPts val="0"/>
              </a:spcBef>
              <a:spcAft>
                <a:spcPts val="0"/>
              </a:spcAft>
              <a:buSzPts val="1100"/>
              <a:buFont typeface="Barlow Medium"/>
              <a:buChar char="■"/>
              <a:defRPr sz="1100">
                <a:latin typeface="Barlow Medium"/>
                <a:ea typeface="Barlow Medium"/>
                <a:cs typeface="Barlow Medium"/>
                <a:sym typeface="Barlow Medium"/>
              </a:defRPr>
            </a:lvl9pPr>
          </a:lstStyle>
          <a:p/>
        </p:txBody>
      </p:sp>
      <p:sp>
        <p:nvSpPr>
          <p:cNvPr id="211" name="Google Shape;211;p43"/>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Medium"/>
                <a:ea typeface="Barlow Medium"/>
                <a:cs typeface="Barlow Medium"/>
                <a:sym typeface="Barlow Medium"/>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_TITLE_AND_DESCRIPTION">
    <p:spTree>
      <p:nvGrpSpPr>
        <p:cNvPr id="212" name="Shape 212"/>
        <p:cNvGrpSpPr/>
        <p:nvPr/>
      </p:nvGrpSpPr>
      <p:grpSpPr>
        <a:xfrm>
          <a:off x="0" y="0"/>
          <a:ext cx="0" cy="0"/>
          <a:chOff x="0" y="0"/>
          <a:chExt cx="0" cy="0"/>
        </a:xfrm>
      </p:grpSpPr>
      <p:sp>
        <p:nvSpPr>
          <p:cNvPr id="213" name="Google Shape;213;p44"/>
          <p:cNvSpPr txBox="1"/>
          <p:nvPr>
            <p:ph type="title"/>
          </p:nvPr>
        </p:nvSpPr>
        <p:spPr>
          <a:xfrm>
            <a:off x="697350" y="2932550"/>
            <a:ext cx="7749300" cy="1015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Clr>
                <a:schemeClr val="accent5"/>
              </a:buClr>
              <a:buSzPts val="3600"/>
              <a:buFont typeface="Hepta Slab Medium"/>
              <a:buNone/>
              <a:defRPr>
                <a:solidFill>
                  <a:schemeClr val="accent5"/>
                </a:solidFill>
                <a:latin typeface="Hepta Slab Medium"/>
                <a:ea typeface="Hepta Slab Medium"/>
                <a:cs typeface="Hepta Slab Medium"/>
                <a:sym typeface="Hepta Slab Medium"/>
              </a:defRPr>
            </a:lvl1pPr>
            <a:lvl2pPr lvl="1"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2pPr>
            <a:lvl3pPr lvl="2"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3pPr>
            <a:lvl4pPr lvl="3"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4pPr>
            <a:lvl5pPr lvl="4"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5pPr>
            <a:lvl6pPr lvl="5"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6pPr>
            <a:lvl7pPr lvl="6"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7pPr>
            <a:lvl8pPr lvl="7"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8pPr>
            <a:lvl9pPr lvl="8" algn="ctr">
              <a:lnSpc>
                <a:spcPct val="100000"/>
              </a:lnSpc>
              <a:spcBef>
                <a:spcPts val="0"/>
              </a:spcBef>
              <a:spcAft>
                <a:spcPts val="0"/>
              </a:spcAft>
              <a:buClr>
                <a:schemeClr val="accent5"/>
              </a:buClr>
              <a:buSzPts val="12800"/>
              <a:buFont typeface="Hepta Slab Medium"/>
              <a:buNone/>
              <a:defRPr sz="12800">
                <a:solidFill>
                  <a:schemeClr val="accent5"/>
                </a:solidFill>
                <a:latin typeface="Hepta Slab Medium"/>
                <a:ea typeface="Hepta Slab Medium"/>
                <a:cs typeface="Hepta Slab Medium"/>
                <a:sym typeface="Hepta Slab Medium"/>
              </a:defRPr>
            </a:lvl9pPr>
          </a:lstStyle>
          <a:p/>
        </p:txBody>
      </p:sp>
      <p:sp>
        <p:nvSpPr>
          <p:cNvPr id="214" name="Google Shape;214;p44"/>
          <p:cNvSpPr txBox="1"/>
          <p:nvPr>
            <p:ph idx="2" type="title"/>
          </p:nvPr>
        </p:nvSpPr>
        <p:spPr>
          <a:xfrm>
            <a:off x="3278250" y="1194450"/>
            <a:ext cx="2587500" cy="1992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dk2"/>
              </a:buClr>
              <a:buSzPts val="12800"/>
              <a:buNone/>
              <a:defRPr sz="12800">
                <a:solidFill>
                  <a:schemeClr val="dk2"/>
                </a:solidFill>
              </a:defRPr>
            </a:lvl1pPr>
            <a:lvl2pPr lvl="1"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2pPr>
            <a:lvl3pPr lvl="2"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3pPr>
            <a:lvl4pPr lvl="3"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4pPr>
            <a:lvl5pPr lvl="4"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5pPr>
            <a:lvl6pPr lvl="5"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6pPr>
            <a:lvl7pPr lvl="6"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7pPr>
            <a:lvl8pPr lvl="7"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8pPr>
            <a:lvl9pPr lvl="8" algn="ctr">
              <a:lnSpc>
                <a:spcPct val="100000"/>
              </a:lnSpc>
              <a:spcBef>
                <a:spcPts val="0"/>
              </a:spcBef>
              <a:spcAft>
                <a:spcPts val="0"/>
              </a:spcAft>
              <a:buClr>
                <a:schemeClr val="dk2"/>
              </a:buClr>
              <a:buSzPts val="12800"/>
              <a:buNone/>
              <a:defRPr sz="12800">
                <a:solidFill>
                  <a:schemeClr val="dk2"/>
                </a:solidFill>
                <a:latin typeface="Barlow Light"/>
                <a:ea typeface="Barlow Light"/>
                <a:cs typeface="Barlow Light"/>
                <a:sym typeface="Barlow Light"/>
              </a:defRPr>
            </a:lvl9pPr>
          </a:lstStyle>
          <a:p/>
        </p:txBody>
      </p:sp>
      <p:sp>
        <p:nvSpPr>
          <p:cNvPr id="215" name="Google Shape;215;p44"/>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rket Size / Pie Graph">
  <p:cSld name="CAPTION_ONLY">
    <p:bg>
      <p:bgPr>
        <a:solidFill>
          <a:schemeClr val="dk1"/>
        </a:solidFill>
      </p:bgPr>
    </p:bg>
    <p:spTree>
      <p:nvGrpSpPr>
        <p:cNvPr id="216" name="Shape 216"/>
        <p:cNvGrpSpPr/>
        <p:nvPr/>
      </p:nvGrpSpPr>
      <p:grpSpPr>
        <a:xfrm>
          <a:off x="0" y="0"/>
          <a:ext cx="0" cy="0"/>
          <a:chOff x="0" y="0"/>
          <a:chExt cx="0" cy="0"/>
        </a:xfrm>
      </p:grpSpPr>
      <p:sp>
        <p:nvSpPr>
          <p:cNvPr id="217" name="Google Shape;217;p45"/>
          <p:cNvSpPr/>
          <p:nvPr/>
        </p:nvSpPr>
        <p:spPr>
          <a:xfrm>
            <a:off x="0" y="0"/>
            <a:ext cx="9144000" cy="1631100"/>
          </a:xfrm>
          <a:prstGeom prst="rect">
            <a:avLst/>
          </a:pr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8" name="Google Shape;218;p45"/>
          <p:cNvSpPr txBox="1"/>
          <p:nvPr>
            <p:ph idx="1" type="subTitle"/>
          </p:nvPr>
        </p:nvSpPr>
        <p:spPr>
          <a:xfrm>
            <a:off x="791150" y="522625"/>
            <a:ext cx="4977300" cy="11082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lt1"/>
              </a:buClr>
              <a:buSzPts val="3600"/>
              <a:buFont typeface="Hepta Slab Medium"/>
              <a:buNone/>
              <a:defRPr sz="3600">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3"/>
              </a:buClr>
              <a:buSzPts val="1400"/>
              <a:buFont typeface="Hepta Slab Medium"/>
              <a:buNone/>
              <a:defRPr>
                <a:solidFill>
                  <a:schemeClr val="accent3"/>
                </a:solidFill>
                <a:latin typeface="Hepta Slab Medium"/>
                <a:ea typeface="Hepta Slab Medium"/>
                <a:cs typeface="Hepta Slab Medium"/>
                <a:sym typeface="Hepta Slab Medium"/>
              </a:defRPr>
            </a:lvl9pPr>
          </a:lstStyle>
          <a:p/>
        </p:txBody>
      </p:sp>
      <p:sp>
        <p:nvSpPr>
          <p:cNvPr id="219" name="Google Shape;219;p45"/>
          <p:cNvSpPr txBox="1"/>
          <p:nvPr>
            <p:ph idx="2" type="body"/>
          </p:nvPr>
        </p:nvSpPr>
        <p:spPr>
          <a:xfrm>
            <a:off x="714950" y="1989025"/>
            <a:ext cx="2792400" cy="2804100"/>
          </a:xfrm>
          <a:prstGeom prst="rect">
            <a:avLst/>
          </a:prstGeom>
          <a:noFill/>
          <a:ln>
            <a:noFill/>
          </a:ln>
        </p:spPr>
        <p:txBody>
          <a:bodyPr anchorCtr="0" anchor="t" bIns="91425" lIns="91425" spcFirstLastPara="1" rIns="91425" wrap="square" tIns="91425">
            <a:noAutofit/>
          </a:bodyPr>
          <a:lstStyle>
            <a:lvl1pPr indent="-323850" lvl="0" marL="457200" algn="l">
              <a:lnSpc>
                <a:spcPct val="100000"/>
              </a:lnSpc>
              <a:spcBef>
                <a:spcPts val="0"/>
              </a:spcBef>
              <a:spcAft>
                <a:spcPts val="0"/>
              </a:spcAft>
              <a:buClr>
                <a:schemeClr val="lt1"/>
              </a:buClr>
              <a:buSzPts val="1500"/>
              <a:buChar char="●"/>
              <a:defRPr>
                <a:solidFill>
                  <a:schemeClr val="lt1"/>
                </a:solidFill>
              </a:defRPr>
            </a:lvl1pPr>
          </a:lstStyle>
          <a:p/>
        </p:txBody>
      </p:sp>
      <p:sp>
        <p:nvSpPr>
          <p:cNvPr id="220" name="Google Shape;220;p45"/>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
        <p:nvSpPr>
          <p:cNvPr id="221" name="Google Shape;221;p45"/>
          <p:cNvSpPr/>
          <p:nvPr/>
        </p:nvSpPr>
        <p:spPr>
          <a:xfrm>
            <a:off x="4416275" y="1976923"/>
            <a:ext cx="4045200" cy="2871300"/>
          </a:xfrm>
          <a:prstGeom prst="roundRect">
            <a:avLst>
              <a:gd fmla="val 16667" name="adj"/>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2" name="Google Shape;222;p45"/>
          <p:cNvSpPr/>
          <p:nvPr/>
        </p:nvSpPr>
        <p:spPr>
          <a:xfrm rot="444408">
            <a:off x="5636457" y="2500588"/>
            <a:ext cx="1505663" cy="1505327"/>
          </a:xfrm>
          <a:prstGeom prst="pie">
            <a:avLst>
              <a:gd fmla="val 8241844" name="adj1"/>
              <a:gd fmla="val 12554936" name="adj2"/>
            </a:avLst>
          </a:prstGeom>
          <a:solidFill>
            <a:schemeClr val="lt1"/>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ifferentiators / 4 column text">
  <p:cSld name="BIG_NUMBER">
    <p:bg>
      <p:bgPr>
        <a:solidFill>
          <a:schemeClr val="dk1"/>
        </a:solidFill>
      </p:bgPr>
    </p:bg>
    <p:spTree>
      <p:nvGrpSpPr>
        <p:cNvPr id="223" name="Shape 223"/>
        <p:cNvGrpSpPr/>
        <p:nvPr/>
      </p:nvGrpSpPr>
      <p:grpSpPr>
        <a:xfrm>
          <a:off x="0" y="0"/>
          <a:ext cx="0" cy="0"/>
          <a:chOff x="0" y="0"/>
          <a:chExt cx="0" cy="0"/>
        </a:xfrm>
      </p:grpSpPr>
      <p:sp>
        <p:nvSpPr>
          <p:cNvPr id="224" name="Google Shape;224;p46"/>
          <p:cNvSpPr/>
          <p:nvPr/>
        </p:nvSpPr>
        <p:spPr>
          <a:xfrm>
            <a:off x="0" y="1324925"/>
            <a:ext cx="4572000" cy="1910400"/>
          </a:xfrm>
          <a:prstGeom prst="rect">
            <a:avLst/>
          </a:pr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000000"/>
              </a:solidFill>
              <a:latin typeface="Arial"/>
              <a:ea typeface="Arial"/>
              <a:cs typeface="Arial"/>
              <a:sym typeface="Arial"/>
            </a:endParaRPr>
          </a:p>
        </p:txBody>
      </p:sp>
      <p:sp>
        <p:nvSpPr>
          <p:cNvPr id="225" name="Google Shape;225;p46"/>
          <p:cNvSpPr/>
          <p:nvPr/>
        </p:nvSpPr>
        <p:spPr>
          <a:xfrm>
            <a:off x="0" y="3235076"/>
            <a:ext cx="4572000" cy="1914900"/>
          </a:xfrm>
          <a:prstGeom prst="rect">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dk2"/>
              </a:solidFill>
              <a:latin typeface="Arial"/>
              <a:ea typeface="Arial"/>
              <a:cs typeface="Arial"/>
              <a:sym typeface="Arial"/>
            </a:endParaRPr>
          </a:p>
        </p:txBody>
      </p:sp>
      <p:sp>
        <p:nvSpPr>
          <p:cNvPr id="226" name="Google Shape;226;p46"/>
          <p:cNvSpPr/>
          <p:nvPr/>
        </p:nvSpPr>
        <p:spPr>
          <a:xfrm>
            <a:off x="4571892" y="3235076"/>
            <a:ext cx="4572000" cy="1914900"/>
          </a:xfrm>
          <a:prstGeom prst="rect">
            <a:avLst/>
          </a:pr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Arial"/>
              <a:ea typeface="Arial"/>
              <a:cs typeface="Arial"/>
              <a:sym typeface="Arial"/>
            </a:endParaRPr>
          </a:p>
        </p:txBody>
      </p:sp>
      <p:sp>
        <p:nvSpPr>
          <p:cNvPr id="227" name="Google Shape;227;p46"/>
          <p:cNvSpPr/>
          <p:nvPr/>
        </p:nvSpPr>
        <p:spPr>
          <a:xfrm>
            <a:off x="4571892" y="1324925"/>
            <a:ext cx="4572000" cy="1910400"/>
          </a:xfrm>
          <a:prstGeom prst="rect">
            <a:avLst/>
          </a:prstGeom>
          <a:solidFill>
            <a:schemeClr val="dk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accent5"/>
              </a:solidFill>
              <a:latin typeface="Arial"/>
              <a:ea typeface="Arial"/>
              <a:cs typeface="Arial"/>
              <a:sym typeface="Arial"/>
            </a:endParaRPr>
          </a:p>
        </p:txBody>
      </p:sp>
      <p:sp>
        <p:nvSpPr>
          <p:cNvPr id="228" name="Google Shape;228;p46"/>
          <p:cNvSpPr txBox="1"/>
          <p:nvPr>
            <p:ph idx="1" type="subTitle"/>
          </p:nvPr>
        </p:nvSpPr>
        <p:spPr>
          <a:xfrm>
            <a:off x="480420" y="290626"/>
            <a:ext cx="3592200" cy="337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14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p:txBody>
      </p:sp>
      <p:sp>
        <p:nvSpPr>
          <p:cNvPr id="229" name="Google Shape;229;p46"/>
          <p:cNvSpPr txBox="1"/>
          <p:nvPr>
            <p:ph idx="2" type="body"/>
          </p:nvPr>
        </p:nvSpPr>
        <p:spPr>
          <a:xfrm>
            <a:off x="480425" y="610475"/>
            <a:ext cx="4878300" cy="600300"/>
          </a:xfrm>
          <a:prstGeom prst="rect">
            <a:avLst/>
          </a:prstGeom>
          <a:noFill/>
          <a:ln>
            <a:noFill/>
          </a:ln>
        </p:spPr>
        <p:txBody>
          <a:bodyPr anchorCtr="0" anchor="t" bIns="91425" lIns="91425" spcFirstLastPara="1" rIns="91425" wrap="square" tIns="91425">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298450" lvl="1" marL="914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indent="-298450" lvl="2" marL="1371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indent="-298450" lvl="3" marL="1828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8450" lvl="5" marL="2743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indent="-298450" lvl="6" marL="3200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indent="-298450" lvl="7" marL="3657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indent="-298450" lvl="8" marL="4114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p:txBody>
      </p:sp>
      <p:sp>
        <p:nvSpPr>
          <p:cNvPr id="230" name="Google Shape;230;p46"/>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dk2"/>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blank">
  <p:cSld name="BLANK">
    <p:spTree>
      <p:nvGrpSpPr>
        <p:cNvPr id="231" name="Shape 231"/>
        <p:cNvGrpSpPr/>
        <p:nvPr/>
      </p:nvGrpSpPr>
      <p:grpSpPr>
        <a:xfrm>
          <a:off x="0" y="0"/>
          <a:ext cx="0" cy="0"/>
          <a:chOff x="0" y="0"/>
          <a:chExt cx="0" cy="0"/>
        </a:xfrm>
      </p:grpSpPr>
      <p:sp>
        <p:nvSpPr>
          <p:cNvPr id="232" name="Google Shape;232;p47"/>
          <p:cNvSpPr txBox="1"/>
          <p:nvPr>
            <p:ph type="title"/>
          </p:nvPr>
        </p:nvSpPr>
        <p:spPr>
          <a:xfrm>
            <a:off x="697350" y="2932550"/>
            <a:ext cx="7749300" cy="1015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Clr>
                <a:schemeClr val="dk1"/>
              </a:buClr>
              <a:buSzPts val="3600"/>
              <a:buFont typeface="Hepta Slab Medium"/>
              <a:buNone/>
              <a:defRPr>
                <a:latin typeface="Hepta Slab Medium"/>
                <a:ea typeface="Hepta Slab Medium"/>
                <a:cs typeface="Hepta Slab Medium"/>
                <a:sym typeface="Hepta Slab Medium"/>
              </a:defRPr>
            </a:lvl1pPr>
            <a:lvl2pPr lvl="1"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2pPr>
            <a:lvl3pPr lvl="2"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3pPr>
            <a:lvl4pPr lvl="3"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4pPr>
            <a:lvl5pPr lvl="4"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5pPr>
            <a:lvl6pPr lvl="5"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6pPr>
            <a:lvl7pPr lvl="6"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7pPr>
            <a:lvl8pPr lvl="7"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8pPr>
            <a:lvl9pPr lvl="8"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9pPr>
          </a:lstStyle>
          <a:p/>
        </p:txBody>
      </p:sp>
      <p:sp>
        <p:nvSpPr>
          <p:cNvPr id="233" name="Google Shape;233;p47"/>
          <p:cNvSpPr txBox="1"/>
          <p:nvPr>
            <p:ph idx="2" type="title"/>
          </p:nvPr>
        </p:nvSpPr>
        <p:spPr>
          <a:xfrm>
            <a:off x="3278250" y="1194450"/>
            <a:ext cx="2587500" cy="1992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1"/>
              </a:buClr>
              <a:buSzPts val="12800"/>
              <a:buNone/>
              <a:defRPr sz="12800">
                <a:solidFill>
                  <a:schemeClr val="accent1"/>
                </a:solidFill>
              </a:defRPr>
            </a:lvl1pPr>
            <a:lvl2pPr lvl="1"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2pPr>
            <a:lvl3pPr lvl="2"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3pPr>
            <a:lvl4pPr lvl="3"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4pPr>
            <a:lvl5pPr lvl="4"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5pPr>
            <a:lvl6pPr lvl="5"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6pPr>
            <a:lvl7pPr lvl="6"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7pPr>
            <a:lvl8pPr lvl="7"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8pPr>
            <a:lvl9pPr lvl="8" algn="ctr">
              <a:lnSpc>
                <a:spcPct val="100000"/>
              </a:lnSpc>
              <a:spcBef>
                <a:spcPts val="0"/>
              </a:spcBef>
              <a:spcAft>
                <a:spcPts val="0"/>
              </a:spcAft>
              <a:buClr>
                <a:schemeClr val="accent1"/>
              </a:buClr>
              <a:buSzPts val="12800"/>
              <a:buNone/>
              <a:defRPr sz="12800">
                <a:solidFill>
                  <a:schemeClr val="accent1"/>
                </a:solidFill>
                <a:latin typeface="Barlow Light"/>
                <a:ea typeface="Barlow Light"/>
                <a:cs typeface="Barlow Light"/>
                <a:sym typeface="Barlow Light"/>
              </a:defRPr>
            </a:lvl9pPr>
          </a:lstStyle>
          <a:p/>
        </p:txBody>
      </p:sp>
      <p:sp>
        <p:nvSpPr>
          <p:cNvPr id="234" name="Google Shape;234;p47"/>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1 column text">
  <p:cSld name="TITLE_1">
    <p:bg>
      <p:bgPr>
        <a:solidFill>
          <a:schemeClr val="dk1"/>
        </a:solidFill>
      </p:bgPr>
    </p:bg>
    <p:spTree>
      <p:nvGrpSpPr>
        <p:cNvPr id="235" name="Shape 235"/>
        <p:cNvGrpSpPr/>
        <p:nvPr/>
      </p:nvGrpSpPr>
      <p:grpSpPr>
        <a:xfrm>
          <a:off x="0" y="0"/>
          <a:ext cx="0" cy="0"/>
          <a:chOff x="0" y="0"/>
          <a:chExt cx="0" cy="0"/>
        </a:xfrm>
      </p:grpSpPr>
      <p:sp>
        <p:nvSpPr>
          <p:cNvPr id="236" name="Google Shape;236;p48"/>
          <p:cNvSpPr/>
          <p:nvPr/>
        </p:nvSpPr>
        <p:spPr>
          <a:xfrm>
            <a:off x="0" y="0"/>
            <a:ext cx="9144000" cy="16311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 name="Google Shape;237;p48"/>
          <p:cNvSpPr txBox="1"/>
          <p:nvPr>
            <p:ph idx="1" type="subTitle"/>
          </p:nvPr>
        </p:nvSpPr>
        <p:spPr>
          <a:xfrm>
            <a:off x="791150" y="522625"/>
            <a:ext cx="5938800" cy="11082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accent1"/>
              </a:buClr>
              <a:buSzPts val="3600"/>
              <a:buFont typeface="Hepta Slab Medium"/>
              <a:buNone/>
              <a:defRPr sz="3600">
                <a:solidFill>
                  <a:schemeClr val="accen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9pPr>
          </a:lstStyle>
          <a:p/>
        </p:txBody>
      </p:sp>
      <p:sp>
        <p:nvSpPr>
          <p:cNvPr id="238" name="Google Shape;238;p48"/>
          <p:cNvSpPr txBox="1"/>
          <p:nvPr>
            <p:ph idx="2" type="body"/>
          </p:nvPr>
        </p:nvSpPr>
        <p:spPr>
          <a:xfrm>
            <a:off x="810075" y="2065225"/>
            <a:ext cx="7539900" cy="2777400"/>
          </a:xfrm>
          <a:prstGeom prst="rect">
            <a:avLst/>
          </a:prstGeom>
          <a:noFill/>
          <a:ln>
            <a:noFill/>
          </a:ln>
        </p:spPr>
        <p:txBody>
          <a:bodyPr anchorCtr="0" anchor="t" bIns="91425" lIns="91425" spcFirstLastPara="1" rIns="91425" wrap="square" tIns="91425">
            <a:noAutofit/>
          </a:bodyPr>
          <a:lstStyle>
            <a:lvl1pPr indent="-406400" lvl="0" marL="457200" algn="l">
              <a:lnSpc>
                <a:spcPct val="100000"/>
              </a:lnSpc>
              <a:spcBef>
                <a:spcPts val="0"/>
              </a:spcBef>
              <a:spcAft>
                <a:spcPts val="0"/>
              </a:spcAft>
              <a:buClr>
                <a:schemeClr val="lt1"/>
              </a:buClr>
              <a:buSzPts val="2800"/>
              <a:buChar char="●"/>
              <a:defRPr sz="2800">
                <a:solidFill>
                  <a:schemeClr val="lt1"/>
                </a:solidFill>
              </a:defRPr>
            </a:lvl1pPr>
            <a:lvl2pPr indent="-406400" lvl="1" marL="914400" algn="l">
              <a:lnSpc>
                <a:spcPct val="100000"/>
              </a:lnSpc>
              <a:spcBef>
                <a:spcPts val="0"/>
              </a:spcBef>
              <a:spcAft>
                <a:spcPts val="0"/>
              </a:spcAft>
              <a:buClr>
                <a:schemeClr val="lt1"/>
              </a:buClr>
              <a:buSzPts val="2800"/>
              <a:buChar char="○"/>
              <a:defRPr sz="2800">
                <a:solidFill>
                  <a:schemeClr val="lt1"/>
                </a:solidFill>
              </a:defRPr>
            </a:lvl2pPr>
            <a:lvl3pPr indent="-406400" lvl="2" marL="1371600" algn="l">
              <a:lnSpc>
                <a:spcPct val="100000"/>
              </a:lnSpc>
              <a:spcBef>
                <a:spcPts val="0"/>
              </a:spcBef>
              <a:spcAft>
                <a:spcPts val="0"/>
              </a:spcAft>
              <a:buClr>
                <a:schemeClr val="lt1"/>
              </a:buClr>
              <a:buSzPts val="2800"/>
              <a:buChar char="■"/>
              <a:defRPr sz="2800">
                <a:solidFill>
                  <a:schemeClr val="lt1"/>
                </a:solidFill>
              </a:defRPr>
            </a:lvl3pPr>
            <a:lvl4pPr indent="-406400" lvl="3" marL="1828800" algn="l">
              <a:lnSpc>
                <a:spcPct val="100000"/>
              </a:lnSpc>
              <a:spcBef>
                <a:spcPts val="0"/>
              </a:spcBef>
              <a:spcAft>
                <a:spcPts val="0"/>
              </a:spcAft>
              <a:buClr>
                <a:schemeClr val="lt1"/>
              </a:buClr>
              <a:buSzPts val="2800"/>
              <a:buChar char="●"/>
              <a:defRPr sz="2800">
                <a:solidFill>
                  <a:schemeClr val="lt1"/>
                </a:solidFill>
              </a:defRPr>
            </a:lvl4pPr>
            <a:lvl5pPr indent="-406400" lvl="4" marL="2286000" algn="l">
              <a:lnSpc>
                <a:spcPct val="100000"/>
              </a:lnSpc>
              <a:spcBef>
                <a:spcPts val="0"/>
              </a:spcBef>
              <a:spcAft>
                <a:spcPts val="0"/>
              </a:spcAft>
              <a:buClr>
                <a:schemeClr val="lt1"/>
              </a:buClr>
              <a:buSzPts val="2800"/>
              <a:buChar char="○"/>
              <a:defRPr sz="2800">
                <a:solidFill>
                  <a:schemeClr val="lt1"/>
                </a:solidFill>
              </a:defRPr>
            </a:lvl5pPr>
            <a:lvl6pPr indent="-406400" lvl="5" marL="2743200" algn="l">
              <a:lnSpc>
                <a:spcPct val="100000"/>
              </a:lnSpc>
              <a:spcBef>
                <a:spcPts val="0"/>
              </a:spcBef>
              <a:spcAft>
                <a:spcPts val="0"/>
              </a:spcAft>
              <a:buClr>
                <a:schemeClr val="lt1"/>
              </a:buClr>
              <a:buSzPts val="2800"/>
              <a:buChar char="■"/>
              <a:defRPr sz="2800">
                <a:solidFill>
                  <a:schemeClr val="lt1"/>
                </a:solidFill>
              </a:defRPr>
            </a:lvl6pPr>
            <a:lvl7pPr indent="-406400" lvl="6" marL="3200400" algn="l">
              <a:lnSpc>
                <a:spcPct val="100000"/>
              </a:lnSpc>
              <a:spcBef>
                <a:spcPts val="0"/>
              </a:spcBef>
              <a:spcAft>
                <a:spcPts val="0"/>
              </a:spcAft>
              <a:buClr>
                <a:schemeClr val="lt1"/>
              </a:buClr>
              <a:buSzPts val="2800"/>
              <a:buChar char="●"/>
              <a:defRPr sz="2800">
                <a:solidFill>
                  <a:schemeClr val="lt1"/>
                </a:solidFill>
              </a:defRPr>
            </a:lvl7pPr>
            <a:lvl8pPr indent="-406400" lvl="7" marL="3657600" algn="l">
              <a:lnSpc>
                <a:spcPct val="100000"/>
              </a:lnSpc>
              <a:spcBef>
                <a:spcPts val="0"/>
              </a:spcBef>
              <a:spcAft>
                <a:spcPts val="0"/>
              </a:spcAft>
              <a:buClr>
                <a:schemeClr val="lt1"/>
              </a:buClr>
              <a:buSzPts val="2800"/>
              <a:buChar char="○"/>
              <a:defRPr sz="2800">
                <a:solidFill>
                  <a:schemeClr val="lt1"/>
                </a:solidFill>
              </a:defRPr>
            </a:lvl8pPr>
            <a:lvl9pPr indent="-406400" lvl="8" marL="4114800" algn="l">
              <a:lnSpc>
                <a:spcPct val="100000"/>
              </a:lnSpc>
              <a:spcBef>
                <a:spcPts val="0"/>
              </a:spcBef>
              <a:spcAft>
                <a:spcPts val="0"/>
              </a:spcAft>
              <a:buClr>
                <a:schemeClr val="lt1"/>
              </a:buClr>
              <a:buSzPts val="2800"/>
              <a:buChar char="■"/>
              <a:defRPr sz="2800">
                <a:solidFill>
                  <a:schemeClr val="lt1"/>
                </a:solidFill>
              </a:defRPr>
            </a:lvl9pPr>
          </a:lstStyle>
          <a:p/>
        </p:txBody>
      </p:sp>
      <p:sp>
        <p:nvSpPr>
          <p:cNvPr id="239" name="Google Shape;239;p48"/>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 Background Image + Text">
  <p:cSld name="CUSTOM">
    <p:spTree>
      <p:nvGrpSpPr>
        <p:cNvPr id="240" name="Shape 240"/>
        <p:cNvGrpSpPr/>
        <p:nvPr/>
      </p:nvGrpSpPr>
      <p:grpSpPr>
        <a:xfrm>
          <a:off x="0" y="0"/>
          <a:ext cx="0" cy="0"/>
          <a:chOff x="0" y="0"/>
          <a:chExt cx="0" cy="0"/>
        </a:xfrm>
      </p:grpSpPr>
      <p:sp>
        <p:nvSpPr>
          <p:cNvPr id="241" name="Google Shape;241;p49"/>
          <p:cNvSpPr/>
          <p:nvPr>
            <p:ph idx="2" type="pic"/>
          </p:nvPr>
        </p:nvSpPr>
        <p:spPr>
          <a:xfrm>
            <a:off x="0" y="0"/>
            <a:ext cx="9144000" cy="5143500"/>
          </a:xfrm>
          <a:prstGeom prst="rect">
            <a:avLst/>
          </a:prstGeom>
          <a:noFill/>
          <a:ln>
            <a:noFill/>
          </a:ln>
        </p:spPr>
      </p:sp>
      <p:sp>
        <p:nvSpPr>
          <p:cNvPr id="242" name="Google Shape;242;p49"/>
          <p:cNvSpPr txBox="1"/>
          <p:nvPr>
            <p:ph idx="1" type="body"/>
          </p:nvPr>
        </p:nvSpPr>
        <p:spPr>
          <a:xfrm>
            <a:off x="4655675" y="956675"/>
            <a:ext cx="3965400" cy="775200"/>
          </a:xfrm>
          <a:prstGeom prst="rect">
            <a:avLst/>
          </a:prstGeom>
          <a:solidFill>
            <a:schemeClr val="lt1"/>
          </a:solidFill>
          <a:ln>
            <a:noFill/>
          </a:ln>
        </p:spPr>
        <p:txBody>
          <a:bodyPr anchorCtr="0" anchor="t" bIns="274300" lIns="274300" spcFirstLastPara="1" rIns="274300" wrap="square" tIns="0">
            <a:noAutofit/>
          </a:bodyPr>
          <a:lstStyle>
            <a:lvl1pPr indent="-298450" lvl="0" marL="45720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1pPr>
            <a:lvl2pPr indent="-298450" lvl="1" marL="91440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2pPr>
            <a:lvl3pPr indent="-298450" lvl="2" marL="137160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3pPr>
            <a:lvl4pPr indent="-298450" lvl="3" marL="182880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4pPr>
            <a:lvl5pPr indent="-298450" lvl="4" marL="2286000" algn="l">
              <a:lnSpc>
                <a:spcPct val="100000"/>
              </a:lnSpc>
              <a:spcBef>
                <a:spcPts val="0"/>
              </a:spcBef>
              <a:spcAft>
                <a:spcPts val="0"/>
              </a:spcAft>
              <a:buClr>
                <a:schemeClr val="dk1"/>
              </a:buClr>
              <a:buSzPts val="1100"/>
              <a:buFont typeface="Barlow"/>
              <a:buChar char="○"/>
              <a:defRPr>
                <a:latin typeface="Barlow"/>
                <a:ea typeface="Barlow"/>
                <a:cs typeface="Barlow"/>
                <a:sym typeface="Barlow"/>
              </a:defRPr>
            </a:lvl5pPr>
            <a:lvl6pPr indent="-298450" lvl="5" marL="274320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6pPr>
            <a:lvl7pPr indent="-298450" lvl="6" marL="320040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7pPr>
            <a:lvl8pPr indent="-298450" lvl="7" marL="365760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8pPr>
            <a:lvl9pPr indent="-298450" lvl="8" marL="4114800" algn="l">
              <a:lnSpc>
                <a:spcPct val="100000"/>
              </a:lnSpc>
              <a:spcBef>
                <a:spcPts val="0"/>
              </a:spcBef>
              <a:spcAft>
                <a:spcPts val="0"/>
              </a:spcAft>
              <a:buClr>
                <a:schemeClr val="dk1"/>
              </a:buClr>
              <a:buSzPts val="1100"/>
              <a:buFont typeface="Barlow"/>
              <a:buChar char="■"/>
              <a:defRPr sz="1100">
                <a:latin typeface="Barlow"/>
                <a:ea typeface="Barlow"/>
                <a:cs typeface="Barlow"/>
                <a:sym typeface="Barlow"/>
              </a:defRPr>
            </a:lvl9pPr>
          </a:lstStyle>
          <a:p/>
        </p:txBody>
      </p:sp>
      <p:sp>
        <p:nvSpPr>
          <p:cNvPr id="243" name="Google Shape;243;p49"/>
          <p:cNvSpPr txBox="1"/>
          <p:nvPr>
            <p:ph idx="3" type="subTitle"/>
          </p:nvPr>
        </p:nvSpPr>
        <p:spPr>
          <a:xfrm>
            <a:off x="4655675" y="522900"/>
            <a:ext cx="3965400" cy="442800"/>
          </a:xfrm>
          <a:prstGeom prst="rect">
            <a:avLst/>
          </a:prstGeom>
          <a:solidFill>
            <a:schemeClr val="lt1"/>
          </a:solidFill>
          <a:ln>
            <a:noFill/>
          </a:ln>
        </p:spPr>
        <p:txBody>
          <a:bodyPr anchorCtr="0" anchor="b" bIns="0" lIns="274300" spcFirstLastPara="1" rIns="274300" wrap="square" tIns="274300">
            <a:noAutofit/>
          </a:bodyPr>
          <a:lstStyle>
            <a:lvl1pPr lvl="0"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9pPr>
          </a:lstStyle>
          <a:p/>
        </p:txBody>
      </p:sp>
      <p:sp>
        <p:nvSpPr>
          <p:cNvPr id="244" name="Google Shape;244;p49"/>
          <p:cNvSpPr txBox="1"/>
          <p:nvPr>
            <p:ph idx="4" type="body"/>
          </p:nvPr>
        </p:nvSpPr>
        <p:spPr>
          <a:xfrm>
            <a:off x="524350" y="4144800"/>
            <a:ext cx="1558800" cy="475800"/>
          </a:xfrm>
          <a:prstGeom prst="rect">
            <a:avLst/>
          </a:prstGeom>
          <a:solidFill>
            <a:schemeClr val="lt1"/>
          </a:solidFill>
          <a:ln>
            <a:noFill/>
          </a:ln>
        </p:spPr>
        <p:txBody>
          <a:bodyPr anchorCtr="0" anchor="t" bIns="137150" lIns="137150" spcFirstLastPara="1" rIns="137150" wrap="square" tIns="137150">
            <a:noAutofit/>
          </a:bodyPr>
          <a:lstStyle>
            <a:lvl1pPr indent="-273050" lvl="0" marL="45720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1pPr>
            <a:lvl2pPr indent="-273050" lvl="1" marL="91440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2pPr>
            <a:lvl3pPr indent="-273050" lvl="2" marL="137160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3pPr>
            <a:lvl4pPr indent="-273050" lvl="3" marL="182880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4pPr>
            <a:lvl5pPr indent="-273050" lvl="4" marL="228600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5pPr>
            <a:lvl6pPr indent="-273050" lvl="5" marL="274320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6pPr>
            <a:lvl7pPr indent="-273050" lvl="6" marL="320040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7pPr>
            <a:lvl8pPr indent="-273050" lvl="7" marL="365760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8pPr>
            <a:lvl9pPr indent="-273050" lvl="8" marL="4114800" algn="l">
              <a:lnSpc>
                <a:spcPct val="100000"/>
              </a:lnSpc>
              <a:spcBef>
                <a:spcPts val="0"/>
              </a:spcBef>
              <a:spcAft>
                <a:spcPts val="0"/>
              </a:spcAft>
              <a:buClr>
                <a:schemeClr val="dk1"/>
              </a:buClr>
              <a:buSzPts val="700"/>
              <a:buFont typeface="Barlow"/>
              <a:buChar char="■"/>
              <a:defRPr sz="700">
                <a:latin typeface="Barlow"/>
                <a:ea typeface="Barlow"/>
                <a:cs typeface="Barlow"/>
                <a:sym typeface="Barlow"/>
              </a:defRPr>
            </a:lvl9pPr>
          </a:lstStyle>
          <a:p/>
        </p:txBody>
      </p:sp>
      <p:sp>
        <p:nvSpPr>
          <p:cNvPr id="245" name="Google Shape;245;p49"/>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a:ea typeface="Barlow"/>
                <a:cs typeface="Barlow"/>
                <a:sym typeface="Barlow"/>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a:ea typeface="Barlow"/>
                <a:cs typeface="Barlow"/>
                <a:sym typeface="Barlow"/>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a:ea typeface="Barlow"/>
                <a:cs typeface="Barlow"/>
                <a:sym typeface="Barlow"/>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a:ea typeface="Barlow"/>
                <a:cs typeface="Barlow"/>
                <a:sym typeface="Barlow"/>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a:ea typeface="Barlow"/>
                <a:cs typeface="Barlow"/>
                <a:sym typeface="Barlow"/>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a:ea typeface="Barlow"/>
                <a:cs typeface="Barlow"/>
                <a:sym typeface="Barlow"/>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a:ea typeface="Barlow"/>
                <a:cs typeface="Barlow"/>
                <a:sym typeface="Barlow"/>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a:ea typeface="Barlow"/>
                <a:cs typeface="Barlow"/>
                <a:sym typeface="Barlow"/>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a:ea typeface="Barlow"/>
                <a:cs typeface="Barlow"/>
                <a:sym typeface="Barlow"/>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Image">
  <p:cSld name="CUSTOM_1">
    <p:bg>
      <p:bgPr>
        <a:solidFill>
          <a:schemeClr val="lt2"/>
        </a:solidFill>
      </p:bgPr>
    </p:bg>
    <p:spTree>
      <p:nvGrpSpPr>
        <p:cNvPr id="246" name="Shape 246"/>
        <p:cNvGrpSpPr/>
        <p:nvPr/>
      </p:nvGrpSpPr>
      <p:grpSpPr>
        <a:xfrm>
          <a:off x="0" y="0"/>
          <a:ext cx="0" cy="0"/>
          <a:chOff x="0" y="0"/>
          <a:chExt cx="0" cy="0"/>
        </a:xfrm>
      </p:grpSpPr>
      <p:sp>
        <p:nvSpPr>
          <p:cNvPr id="247" name="Google Shape;247;p50"/>
          <p:cNvSpPr/>
          <p:nvPr>
            <p:ph idx="2" type="pic"/>
          </p:nvPr>
        </p:nvSpPr>
        <p:spPr>
          <a:xfrm>
            <a:off x="5485725" y="523025"/>
            <a:ext cx="3135300" cy="4097700"/>
          </a:xfrm>
          <a:prstGeom prst="roundRect">
            <a:avLst>
              <a:gd fmla="val 16667" name="adj"/>
            </a:avLst>
          </a:prstGeom>
          <a:noFill/>
          <a:ln>
            <a:noFill/>
          </a:ln>
        </p:spPr>
      </p:sp>
      <p:sp>
        <p:nvSpPr>
          <p:cNvPr id="248" name="Google Shape;248;p50"/>
          <p:cNvSpPr txBox="1"/>
          <p:nvPr>
            <p:ph type="title"/>
          </p:nvPr>
        </p:nvSpPr>
        <p:spPr>
          <a:xfrm>
            <a:off x="591441" y="391675"/>
            <a:ext cx="4397400" cy="31782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3600"/>
              <a:buFont typeface="Hepta Slab Medium"/>
              <a:buNone/>
              <a:defRPr>
                <a:solidFill>
                  <a:schemeClr val="l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2pPr>
            <a:lvl3pPr lvl="2"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3pPr>
            <a:lvl4pPr lvl="3"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4pPr>
            <a:lvl5pPr lvl="4"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5pPr>
            <a:lvl6pPr lvl="5"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6pPr>
            <a:lvl7pPr lvl="6"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7pPr>
            <a:lvl8pPr lvl="7"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8pPr>
            <a:lvl9pPr lvl="8" algn="l">
              <a:lnSpc>
                <a:spcPct val="100000"/>
              </a:lnSpc>
              <a:spcBef>
                <a:spcPts val="0"/>
              </a:spcBef>
              <a:spcAft>
                <a:spcPts val="0"/>
              </a:spcAft>
              <a:buClr>
                <a:schemeClr val="lt1"/>
              </a:buClr>
              <a:buSzPts val="1400"/>
              <a:buNone/>
              <a:defRPr>
                <a:solidFill>
                  <a:schemeClr val="lt1"/>
                </a:solidFill>
                <a:latin typeface="Barlow Light"/>
                <a:ea typeface="Barlow Light"/>
                <a:cs typeface="Barlow Light"/>
                <a:sym typeface="Barlow Light"/>
              </a:defRPr>
            </a:lvl9pPr>
          </a:lstStyle>
          <a:p/>
        </p:txBody>
      </p:sp>
      <p:sp>
        <p:nvSpPr>
          <p:cNvPr id="249" name="Google Shape;249;p50"/>
          <p:cNvSpPr txBox="1"/>
          <p:nvPr>
            <p:ph idx="1" type="body"/>
          </p:nvPr>
        </p:nvSpPr>
        <p:spPr>
          <a:xfrm>
            <a:off x="638750" y="4413181"/>
            <a:ext cx="5537100" cy="310500"/>
          </a:xfrm>
          <a:prstGeom prst="rect">
            <a:avLst/>
          </a:prstGeom>
          <a:noFill/>
          <a:ln>
            <a:noFill/>
          </a:ln>
        </p:spPr>
        <p:txBody>
          <a:bodyPr anchorCtr="0" anchor="b" bIns="91425" lIns="91425" spcFirstLastPara="1" rIns="91425" wrap="square" tIns="91425">
            <a:noAutofit/>
          </a:bodyPr>
          <a:lstStyle>
            <a:lvl1pPr indent="-298450" lvl="0" marL="45720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1pPr>
            <a:lvl2pPr indent="-298450" lvl="1" marL="91440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2pPr>
            <a:lvl3pPr indent="-298450" lvl="2" marL="137160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3pPr>
            <a:lvl4pPr indent="-298450" lvl="3" marL="182880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4pPr>
            <a:lvl5pPr indent="-298450" lvl="4" marL="2286000" algn="l">
              <a:lnSpc>
                <a:spcPct val="100000"/>
              </a:lnSpc>
              <a:spcBef>
                <a:spcPts val="0"/>
              </a:spcBef>
              <a:spcAft>
                <a:spcPts val="0"/>
              </a:spcAft>
              <a:buClr>
                <a:schemeClr val="lt1"/>
              </a:buClr>
              <a:buSzPts val="1100"/>
              <a:buFont typeface="Barlow Medium"/>
              <a:buChar char="○"/>
              <a:defRPr>
                <a:solidFill>
                  <a:schemeClr val="lt1"/>
                </a:solidFill>
                <a:latin typeface="Barlow Medium"/>
                <a:ea typeface="Barlow Medium"/>
                <a:cs typeface="Barlow Medium"/>
                <a:sym typeface="Barlow Medium"/>
              </a:defRPr>
            </a:lvl5pPr>
            <a:lvl6pPr indent="-298450" lvl="5" marL="274320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6pPr>
            <a:lvl7pPr indent="-298450" lvl="6" marL="320040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7pPr>
            <a:lvl8pPr indent="-298450" lvl="7" marL="365760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8pPr>
            <a:lvl9pPr indent="-298450" lvl="8" marL="4114800" algn="l">
              <a:lnSpc>
                <a:spcPct val="100000"/>
              </a:lnSpc>
              <a:spcBef>
                <a:spcPts val="0"/>
              </a:spcBef>
              <a:spcAft>
                <a:spcPts val="0"/>
              </a:spcAft>
              <a:buClr>
                <a:schemeClr val="lt1"/>
              </a:buClr>
              <a:buSzPts val="1100"/>
              <a:buFont typeface="Barlow Medium"/>
              <a:buChar char="■"/>
              <a:defRPr sz="1100">
                <a:solidFill>
                  <a:schemeClr val="lt1"/>
                </a:solidFill>
                <a:latin typeface="Barlow Medium"/>
                <a:ea typeface="Barlow Medium"/>
                <a:cs typeface="Barlow Medium"/>
                <a:sym typeface="Barlow Medium"/>
              </a:defRPr>
            </a:lvl9pPr>
          </a:lstStyle>
          <a:p/>
        </p:txBody>
      </p:sp>
      <p:sp>
        <p:nvSpPr>
          <p:cNvPr id="250" name="Google Shape;250;p50"/>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oals + 5 Images">
  <p:cSld name="CUSTOM_2">
    <p:bg>
      <p:bgPr>
        <a:solidFill>
          <a:schemeClr val="dk1"/>
        </a:solidFill>
      </p:bgPr>
    </p:bg>
    <p:spTree>
      <p:nvGrpSpPr>
        <p:cNvPr id="251" name="Shape 251"/>
        <p:cNvGrpSpPr/>
        <p:nvPr/>
      </p:nvGrpSpPr>
      <p:grpSpPr>
        <a:xfrm>
          <a:off x="0" y="0"/>
          <a:ext cx="0" cy="0"/>
          <a:chOff x="0" y="0"/>
          <a:chExt cx="0" cy="0"/>
        </a:xfrm>
      </p:grpSpPr>
      <p:sp>
        <p:nvSpPr>
          <p:cNvPr id="252" name="Google Shape;252;p51"/>
          <p:cNvSpPr txBox="1"/>
          <p:nvPr>
            <p:ph idx="1" type="body"/>
          </p:nvPr>
        </p:nvSpPr>
        <p:spPr>
          <a:xfrm>
            <a:off x="5481425" y="2715575"/>
            <a:ext cx="1294800" cy="223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sp>
        <p:nvSpPr>
          <p:cNvPr id="253" name="Google Shape;253;p51"/>
          <p:cNvSpPr txBox="1"/>
          <p:nvPr>
            <p:ph idx="2" type="body"/>
          </p:nvPr>
        </p:nvSpPr>
        <p:spPr>
          <a:xfrm>
            <a:off x="3918400" y="2715725"/>
            <a:ext cx="1294800" cy="223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sp>
        <p:nvSpPr>
          <p:cNvPr id="254" name="Google Shape;254;p51"/>
          <p:cNvSpPr txBox="1"/>
          <p:nvPr>
            <p:ph idx="3" type="body"/>
          </p:nvPr>
        </p:nvSpPr>
        <p:spPr>
          <a:xfrm>
            <a:off x="2349550" y="2715575"/>
            <a:ext cx="1294800" cy="223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sp>
        <p:nvSpPr>
          <p:cNvPr id="255" name="Google Shape;255;p51"/>
          <p:cNvSpPr txBox="1"/>
          <p:nvPr>
            <p:ph idx="4" type="body"/>
          </p:nvPr>
        </p:nvSpPr>
        <p:spPr>
          <a:xfrm>
            <a:off x="791150" y="2615450"/>
            <a:ext cx="1294800" cy="100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9pPr>
          </a:lstStyle>
          <a:p/>
        </p:txBody>
      </p:sp>
      <p:sp>
        <p:nvSpPr>
          <p:cNvPr id="256" name="Google Shape;256;p51"/>
          <p:cNvSpPr txBox="1"/>
          <p:nvPr>
            <p:ph idx="5" type="body"/>
          </p:nvPr>
        </p:nvSpPr>
        <p:spPr>
          <a:xfrm>
            <a:off x="791150" y="2715500"/>
            <a:ext cx="1294800" cy="223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sp>
        <p:nvSpPr>
          <p:cNvPr id="257" name="Google Shape;257;p51"/>
          <p:cNvSpPr txBox="1"/>
          <p:nvPr>
            <p:ph idx="6" type="body"/>
          </p:nvPr>
        </p:nvSpPr>
        <p:spPr>
          <a:xfrm>
            <a:off x="7044450" y="2715500"/>
            <a:ext cx="1294800" cy="223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cxnSp>
        <p:nvCxnSpPr>
          <p:cNvPr id="258" name="Google Shape;258;p51"/>
          <p:cNvCxnSpPr/>
          <p:nvPr/>
        </p:nvCxnSpPr>
        <p:spPr>
          <a:xfrm rot="10800000">
            <a:off x="827250" y="1481375"/>
            <a:ext cx="7489500" cy="0"/>
          </a:xfrm>
          <a:prstGeom prst="straightConnector1">
            <a:avLst/>
          </a:prstGeom>
          <a:noFill/>
          <a:ln cap="flat" cmpd="sng" w="19050">
            <a:solidFill>
              <a:schemeClr val="accent1"/>
            </a:solidFill>
            <a:prstDash val="solid"/>
            <a:round/>
            <a:headEnd len="sm" w="sm" type="none"/>
            <a:tailEnd len="sm" w="sm" type="none"/>
          </a:ln>
        </p:spPr>
      </p:cxnSp>
      <p:sp>
        <p:nvSpPr>
          <p:cNvPr id="259" name="Google Shape;259;p51"/>
          <p:cNvSpPr/>
          <p:nvPr>
            <p:ph idx="7" type="pic"/>
          </p:nvPr>
        </p:nvSpPr>
        <p:spPr>
          <a:xfrm>
            <a:off x="7049625" y="523025"/>
            <a:ext cx="1305900" cy="1918500"/>
          </a:xfrm>
          <a:prstGeom prst="roundRect">
            <a:avLst>
              <a:gd fmla="val 16667" name="adj"/>
            </a:avLst>
          </a:prstGeom>
          <a:noFill/>
          <a:ln>
            <a:noFill/>
          </a:ln>
        </p:spPr>
      </p:sp>
      <p:sp>
        <p:nvSpPr>
          <p:cNvPr id="260" name="Google Shape;260;p51"/>
          <p:cNvSpPr/>
          <p:nvPr>
            <p:ph idx="8" type="pic"/>
          </p:nvPr>
        </p:nvSpPr>
        <p:spPr>
          <a:xfrm>
            <a:off x="784775" y="522100"/>
            <a:ext cx="1305900" cy="1918500"/>
          </a:xfrm>
          <a:prstGeom prst="roundRect">
            <a:avLst>
              <a:gd fmla="val 16667" name="adj"/>
            </a:avLst>
          </a:prstGeom>
          <a:noFill/>
          <a:ln>
            <a:noFill/>
          </a:ln>
        </p:spPr>
      </p:sp>
      <p:sp>
        <p:nvSpPr>
          <p:cNvPr id="261" name="Google Shape;261;p51"/>
          <p:cNvSpPr/>
          <p:nvPr>
            <p:ph idx="9" type="pic"/>
          </p:nvPr>
        </p:nvSpPr>
        <p:spPr>
          <a:xfrm>
            <a:off x="2343950" y="523500"/>
            <a:ext cx="1305900" cy="1918500"/>
          </a:xfrm>
          <a:prstGeom prst="roundRect">
            <a:avLst>
              <a:gd fmla="val 16667" name="adj"/>
            </a:avLst>
          </a:prstGeom>
          <a:noFill/>
          <a:ln>
            <a:noFill/>
          </a:ln>
        </p:spPr>
      </p:sp>
      <p:sp>
        <p:nvSpPr>
          <p:cNvPr id="262" name="Google Shape;262;p51"/>
          <p:cNvSpPr/>
          <p:nvPr>
            <p:ph idx="13" type="pic"/>
          </p:nvPr>
        </p:nvSpPr>
        <p:spPr>
          <a:xfrm>
            <a:off x="3915213" y="523500"/>
            <a:ext cx="1305900" cy="1918500"/>
          </a:xfrm>
          <a:prstGeom prst="roundRect">
            <a:avLst>
              <a:gd fmla="val 16667" name="adj"/>
            </a:avLst>
          </a:prstGeom>
          <a:noFill/>
          <a:ln>
            <a:noFill/>
          </a:ln>
        </p:spPr>
      </p:sp>
      <p:sp>
        <p:nvSpPr>
          <p:cNvPr id="263" name="Google Shape;263;p51"/>
          <p:cNvSpPr/>
          <p:nvPr>
            <p:ph idx="14" type="pic"/>
          </p:nvPr>
        </p:nvSpPr>
        <p:spPr>
          <a:xfrm>
            <a:off x="5490975" y="523500"/>
            <a:ext cx="1305900" cy="1918500"/>
          </a:xfrm>
          <a:prstGeom prst="roundRect">
            <a:avLst>
              <a:gd fmla="val 16667" name="adj"/>
            </a:avLst>
          </a:prstGeom>
          <a:noFill/>
          <a:ln>
            <a:noFill/>
          </a:ln>
        </p:spPr>
      </p:sp>
      <p:sp>
        <p:nvSpPr>
          <p:cNvPr id="264" name="Google Shape;264;p51"/>
          <p:cNvSpPr txBox="1"/>
          <p:nvPr>
            <p:ph idx="15" type="body"/>
          </p:nvPr>
        </p:nvSpPr>
        <p:spPr>
          <a:xfrm>
            <a:off x="5481425" y="4112700"/>
            <a:ext cx="2877600" cy="505200"/>
          </a:xfrm>
          <a:prstGeom prst="rect">
            <a:avLst/>
          </a:prstGeom>
          <a:noFill/>
          <a:ln>
            <a:noFill/>
          </a:ln>
        </p:spPr>
        <p:txBody>
          <a:bodyPr anchorCtr="0" anchor="t" bIns="0" lIns="0" spcFirstLastPara="1" rIns="0" wrap="square" tIns="0">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298450" lvl="1" marL="914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indent="-298450" lvl="2" marL="1371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indent="-298450" lvl="3" marL="1828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8450" lvl="5" marL="2743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indent="-298450" lvl="6" marL="3200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indent="-298450" lvl="7" marL="3657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indent="-298450" lvl="8" marL="4114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p:txBody>
      </p:sp>
      <p:sp>
        <p:nvSpPr>
          <p:cNvPr id="265" name="Google Shape;265;p51"/>
          <p:cNvSpPr txBox="1"/>
          <p:nvPr>
            <p:ph idx="16" type="subTitle"/>
          </p:nvPr>
        </p:nvSpPr>
        <p:spPr>
          <a:xfrm>
            <a:off x="5481425" y="3897300"/>
            <a:ext cx="2877600" cy="215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1"/>
              </a:buClr>
              <a:buSzPts val="1400"/>
              <a:buFont typeface="Hepta Slab Medium"/>
              <a:buNone/>
              <a:defRPr>
                <a:solidFill>
                  <a:schemeClr val="accent1"/>
                </a:solidFill>
                <a:latin typeface="Hepta Slab Medium"/>
                <a:ea typeface="Hepta Slab Medium"/>
                <a:cs typeface="Hepta Slab Medium"/>
                <a:sym typeface="Hepta Slab Medium"/>
              </a:defRPr>
            </a:lvl9pPr>
          </a:lstStyle>
          <a:p/>
        </p:txBody>
      </p:sp>
      <p:sp>
        <p:nvSpPr>
          <p:cNvPr id="266" name="Google Shape;266;p51"/>
          <p:cNvSpPr txBox="1"/>
          <p:nvPr>
            <p:ph idx="17" type="body"/>
          </p:nvPr>
        </p:nvSpPr>
        <p:spPr>
          <a:xfrm>
            <a:off x="2349500" y="2615450"/>
            <a:ext cx="1294800" cy="100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9pPr>
          </a:lstStyle>
          <a:p/>
        </p:txBody>
      </p:sp>
      <p:sp>
        <p:nvSpPr>
          <p:cNvPr id="267" name="Google Shape;267;p51"/>
          <p:cNvSpPr txBox="1"/>
          <p:nvPr>
            <p:ph idx="18" type="body"/>
          </p:nvPr>
        </p:nvSpPr>
        <p:spPr>
          <a:xfrm>
            <a:off x="3915488" y="2615450"/>
            <a:ext cx="1294800" cy="100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9pPr>
          </a:lstStyle>
          <a:p/>
        </p:txBody>
      </p:sp>
      <p:sp>
        <p:nvSpPr>
          <p:cNvPr id="268" name="Google Shape;268;p51"/>
          <p:cNvSpPr txBox="1"/>
          <p:nvPr>
            <p:ph idx="19" type="body"/>
          </p:nvPr>
        </p:nvSpPr>
        <p:spPr>
          <a:xfrm>
            <a:off x="5479963" y="2615450"/>
            <a:ext cx="1294800" cy="100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9pPr>
          </a:lstStyle>
          <a:p/>
        </p:txBody>
      </p:sp>
      <p:sp>
        <p:nvSpPr>
          <p:cNvPr id="269" name="Google Shape;269;p51"/>
          <p:cNvSpPr txBox="1"/>
          <p:nvPr>
            <p:ph idx="20" type="body"/>
          </p:nvPr>
        </p:nvSpPr>
        <p:spPr>
          <a:xfrm>
            <a:off x="7047338" y="2615450"/>
            <a:ext cx="1294800" cy="100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1"/>
              </a:buClr>
              <a:buSzPts val="700"/>
              <a:buFont typeface="Barlow Medium"/>
              <a:buChar char="■"/>
              <a:defRPr sz="700">
                <a:solidFill>
                  <a:schemeClr val="accent1"/>
                </a:solidFill>
                <a:latin typeface="Barlow Medium"/>
                <a:ea typeface="Barlow Medium"/>
                <a:cs typeface="Barlow Medium"/>
                <a:sym typeface="Barlow Medium"/>
              </a:defRPr>
            </a:lvl9pPr>
          </a:lstStyle>
          <a:p/>
        </p:txBody>
      </p:sp>
      <p:sp>
        <p:nvSpPr>
          <p:cNvPr id="270" name="Google Shape;270;p51"/>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rategy Canvas / Line Graph">
  <p:cSld name="CUSTOM_3">
    <p:bg>
      <p:bgPr>
        <a:solidFill>
          <a:schemeClr val="dk1"/>
        </a:solidFill>
      </p:bgPr>
    </p:bg>
    <p:spTree>
      <p:nvGrpSpPr>
        <p:cNvPr id="271" name="Shape 271"/>
        <p:cNvGrpSpPr/>
        <p:nvPr/>
      </p:nvGrpSpPr>
      <p:grpSpPr>
        <a:xfrm>
          <a:off x="0" y="0"/>
          <a:ext cx="0" cy="0"/>
          <a:chOff x="0" y="0"/>
          <a:chExt cx="0" cy="0"/>
        </a:xfrm>
      </p:grpSpPr>
      <p:sp>
        <p:nvSpPr>
          <p:cNvPr id="272" name="Google Shape;272;p52"/>
          <p:cNvSpPr txBox="1"/>
          <p:nvPr>
            <p:ph idx="1" type="body"/>
          </p:nvPr>
        </p:nvSpPr>
        <p:spPr>
          <a:xfrm>
            <a:off x="3917825" y="4024920"/>
            <a:ext cx="4441200" cy="505200"/>
          </a:xfrm>
          <a:prstGeom prst="rect">
            <a:avLst/>
          </a:prstGeom>
          <a:noFill/>
          <a:ln>
            <a:noFill/>
          </a:ln>
        </p:spPr>
        <p:txBody>
          <a:bodyPr anchorCtr="0" anchor="t" bIns="0" lIns="0" spcFirstLastPara="1" rIns="0" wrap="square" tIns="0">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298450" lvl="1" marL="914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indent="-298450" lvl="2" marL="1371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indent="-298450" lvl="3" marL="1828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8450" lvl="5" marL="2743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indent="-298450" lvl="6" marL="3200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indent="-298450" lvl="7" marL="3657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indent="-298450" lvl="8" marL="4114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p:txBody>
      </p:sp>
      <p:sp>
        <p:nvSpPr>
          <p:cNvPr id="273" name="Google Shape;273;p52"/>
          <p:cNvSpPr txBox="1"/>
          <p:nvPr>
            <p:ph idx="2" type="subTitle"/>
          </p:nvPr>
        </p:nvSpPr>
        <p:spPr>
          <a:xfrm>
            <a:off x="783675" y="3967895"/>
            <a:ext cx="2877600" cy="4311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1pPr>
            <a:lvl2pPr lvl="1"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2pPr>
            <a:lvl3pPr lvl="2"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3pPr>
            <a:lvl4pPr lvl="3"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4pPr>
            <a:lvl5pPr lvl="4"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5pPr>
            <a:lvl6pPr lvl="5"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6pPr>
            <a:lvl7pPr lvl="6"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7pPr>
            <a:lvl8pPr lvl="7"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8pPr>
            <a:lvl9pPr lvl="8" algn="l">
              <a:lnSpc>
                <a:spcPct val="100000"/>
              </a:lnSpc>
              <a:spcBef>
                <a:spcPts val="0"/>
              </a:spcBef>
              <a:spcAft>
                <a:spcPts val="0"/>
              </a:spcAft>
              <a:buClr>
                <a:schemeClr val="accent1"/>
              </a:buClr>
              <a:buSzPts val="2800"/>
              <a:buFont typeface="Barlow ExtraLight"/>
              <a:buNone/>
              <a:defRPr sz="2800">
                <a:solidFill>
                  <a:schemeClr val="accent1"/>
                </a:solidFill>
                <a:latin typeface="Barlow ExtraLight"/>
                <a:ea typeface="Barlow ExtraLight"/>
                <a:cs typeface="Barlow ExtraLight"/>
                <a:sym typeface="Barlow ExtraLight"/>
              </a:defRPr>
            </a:lvl9pPr>
          </a:lstStyle>
          <a:p/>
        </p:txBody>
      </p:sp>
      <p:sp>
        <p:nvSpPr>
          <p:cNvPr id="274" name="Google Shape;274;p52"/>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CUSTOM_4">
    <p:spTree>
      <p:nvGrpSpPr>
        <p:cNvPr id="275" name="Shape 275"/>
        <p:cNvGrpSpPr/>
        <p:nvPr/>
      </p:nvGrpSpPr>
      <p:grpSpPr>
        <a:xfrm>
          <a:off x="0" y="0"/>
          <a:ext cx="0" cy="0"/>
          <a:chOff x="0" y="0"/>
          <a:chExt cx="0" cy="0"/>
        </a:xfrm>
      </p:grpSpPr>
      <p:sp>
        <p:nvSpPr>
          <p:cNvPr id="276" name="Google Shape;276;p53"/>
          <p:cNvSpPr txBox="1"/>
          <p:nvPr>
            <p:ph type="title"/>
          </p:nvPr>
        </p:nvSpPr>
        <p:spPr>
          <a:xfrm>
            <a:off x="697350" y="2932550"/>
            <a:ext cx="7749300" cy="1015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Clr>
                <a:schemeClr val="dk1"/>
              </a:buClr>
              <a:buSzPts val="3600"/>
              <a:buFont typeface="Hepta Slab Medium"/>
              <a:buNone/>
              <a:defRPr>
                <a:latin typeface="Hepta Slab Medium"/>
                <a:ea typeface="Hepta Slab Medium"/>
                <a:cs typeface="Hepta Slab Medium"/>
                <a:sym typeface="Hepta Slab Medium"/>
              </a:defRPr>
            </a:lvl1pPr>
            <a:lvl2pPr lvl="1"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2pPr>
            <a:lvl3pPr lvl="2"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3pPr>
            <a:lvl4pPr lvl="3"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4pPr>
            <a:lvl5pPr lvl="4"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5pPr>
            <a:lvl6pPr lvl="5"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6pPr>
            <a:lvl7pPr lvl="6"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7pPr>
            <a:lvl8pPr lvl="7"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8pPr>
            <a:lvl9pPr lvl="8" algn="ctr">
              <a:lnSpc>
                <a:spcPct val="100000"/>
              </a:lnSpc>
              <a:spcBef>
                <a:spcPts val="0"/>
              </a:spcBef>
              <a:spcAft>
                <a:spcPts val="0"/>
              </a:spcAft>
              <a:buClr>
                <a:schemeClr val="dk1"/>
              </a:buClr>
              <a:buSzPts val="12800"/>
              <a:buFont typeface="Hepta Slab Medium"/>
              <a:buNone/>
              <a:defRPr sz="12800">
                <a:solidFill>
                  <a:schemeClr val="dk1"/>
                </a:solidFill>
                <a:latin typeface="Hepta Slab Medium"/>
                <a:ea typeface="Hepta Slab Medium"/>
                <a:cs typeface="Hepta Slab Medium"/>
                <a:sym typeface="Hepta Slab Medium"/>
              </a:defRPr>
            </a:lvl9pPr>
          </a:lstStyle>
          <a:p/>
        </p:txBody>
      </p:sp>
      <p:sp>
        <p:nvSpPr>
          <p:cNvPr id="277" name="Google Shape;277;p53"/>
          <p:cNvSpPr txBox="1"/>
          <p:nvPr>
            <p:ph idx="2" type="title"/>
          </p:nvPr>
        </p:nvSpPr>
        <p:spPr>
          <a:xfrm>
            <a:off x="3278250" y="1194450"/>
            <a:ext cx="2587500" cy="1992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2"/>
              </a:buClr>
              <a:buSzPts val="12800"/>
              <a:buNone/>
              <a:defRPr sz="12800">
                <a:solidFill>
                  <a:schemeClr val="accent2"/>
                </a:solidFill>
              </a:defRPr>
            </a:lvl1pPr>
            <a:lvl2pPr lvl="1"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2pPr>
            <a:lvl3pPr lvl="2"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3pPr>
            <a:lvl4pPr lvl="3"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4pPr>
            <a:lvl5pPr lvl="4"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5pPr>
            <a:lvl6pPr lvl="5"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6pPr>
            <a:lvl7pPr lvl="6"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7pPr>
            <a:lvl8pPr lvl="7"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8pPr>
            <a:lvl9pPr lvl="8" algn="ctr">
              <a:lnSpc>
                <a:spcPct val="100000"/>
              </a:lnSpc>
              <a:spcBef>
                <a:spcPts val="0"/>
              </a:spcBef>
              <a:spcAft>
                <a:spcPts val="0"/>
              </a:spcAft>
              <a:buClr>
                <a:schemeClr val="accent2"/>
              </a:buClr>
              <a:buSzPts val="12800"/>
              <a:buNone/>
              <a:defRPr sz="12800">
                <a:solidFill>
                  <a:schemeClr val="accent2"/>
                </a:solidFill>
                <a:latin typeface="Barlow Light"/>
                <a:ea typeface="Barlow Light"/>
                <a:cs typeface="Barlow Light"/>
                <a:sym typeface="Barlow Light"/>
              </a:defRPr>
            </a:lvl9pPr>
          </a:lstStyle>
          <a:p/>
        </p:txBody>
      </p:sp>
      <p:sp>
        <p:nvSpPr>
          <p:cNvPr id="278" name="Google Shape;278;p53"/>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KPIs / Objectives">
  <p:cSld name="CUSTOM_5">
    <p:bg>
      <p:bgPr>
        <a:solidFill>
          <a:schemeClr val="dk1"/>
        </a:solidFill>
      </p:bgPr>
    </p:bg>
    <p:spTree>
      <p:nvGrpSpPr>
        <p:cNvPr id="279" name="Shape 279"/>
        <p:cNvGrpSpPr/>
        <p:nvPr/>
      </p:nvGrpSpPr>
      <p:grpSpPr>
        <a:xfrm>
          <a:off x="0" y="0"/>
          <a:ext cx="0" cy="0"/>
          <a:chOff x="0" y="0"/>
          <a:chExt cx="0" cy="0"/>
        </a:xfrm>
      </p:grpSpPr>
      <p:sp>
        <p:nvSpPr>
          <p:cNvPr id="280" name="Google Shape;280;p54"/>
          <p:cNvSpPr/>
          <p:nvPr/>
        </p:nvSpPr>
        <p:spPr>
          <a:xfrm rot="-5400000">
            <a:off x="4090300" y="-436575"/>
            <a:ext cx="4099200" cy="6015000"/>
          </a:xfrm>
          <a:prstGeom prst="round2SameRect">
            <a:avLst>
              <a:gd fmla="val 16667" name="adj1"/>
              <a:gd fmla="val 0" name="adj2"/>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chemeClr val="accent2"/>
              </a:solidFill>
              <a:latin typeface="Arial"/>
              <a:ea typeface="Arial"/>
              <a:cs typeface="Arial"/>
              <a:sym typeface="Arial"/>
            </a:endParaRPr>
          </a:p>
        </p:txBody>
      </p:sp>
      <p:sp>
        <p:nvSpPr>
          <p:cNvPr id="281" name="Google Shape;281;p54"/>
          <p:cNvSpPr txBox="1"/>
          <p:nvPr>
            <p:ph idx="1" type="body"/>
          </p:nvPr>
        </p:nvSpPr>
        <p:spPr>
          <a:xfrm>
            <a:off x="3918400" y="3680775"/>
            <a:ext cx="1294800" cy="100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p:txBody>
      </p:sp>
      <p:sp>
        <p:nvSpPr>
          <p:cNvPr id="282" name="Google Shape;282;p54"/>
          <p:cNvSpPr txBox="1"/>
          <p:nvPr>
            <p:ph idx="2" type="body"/>
          </p:nvPr>
        </p:nvSpPr>
        <p:spPr>
          <a:xfrm>
            <a:off x="3918400" y="3780825"/>
            <a:ext cx="1294800" cy="223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sp>
        <p:nvSpPr>
          <p:cNvPr id="283" name="Google Shape;283;p54"/>
          <p:cNvSpPr txBox="1"/>
          <p:nvPr>
            <p:ph idx="3" type="body"/>
          </p:nvPr>
        </p:nvSpPr>
        <p:spPr>
          <a:xfrm>
            <a:off x="7044450" y="3680550"/>
            <a:ext cx="1294800" cy="100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p:txBody>
      </p:sp>
      <p:sp>
        <p:nvSpPr>
          <p:cNvPr id="284" name="Google Shape;284;p54"/>
          <p:cNvSpPr txBox="1"/>
          <p:nvPr>
            <p:ph idx="4" type="body"/>
          </p:nvPr>
        </p:nvSpPr>
        <p:spPr>
          <a:xfrm>
            <a:off x="7044450" y="3780600"/>
            <a:ext cx="1294800" cy="223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sp>
        <p:nvSpPr>
          <p:cNvPr id="285" name="Google Shape;285;p54"/>
          <p:cNvSpPr/>
          <p:nvPr>
            <p:ph idx="5" type="pic"/>
          </p:nvPr>
        </p:nvSpPr>
        <p:spPr>
          <a:xfrm>
            <a:off x="7049625" y="1588125"/>
            <a:ext cx="1305900" cy="1918500"/>
          </a:xfrm>
          <a:prstGeom prst="roundRect">
            <a:avLst>
              <a:gd fmla="val 16667" name="adj"/>
            </a:avLst>
          </a:prstGeom>
          <a:noFill/>
          <a:ln>
            <a:noFill/>
          </a:ln>
        </p:spPr>
      </p:sp>
      <p:sp>
        <p:nvSpPr>
          <p:cNvPr id="286" name="Google Shape;286;p54"/>
          <p:cNvSpPr/>
          <p:nvPr>
            <p:ph idx="6" type="pic"/>
          </p:nvPr>
        </p:nvSpPr>
        <p:spPr>
          <a:xfrm>
            <a:off x="3915213" y="1588600"/>
            <a:ext cx="1305900" cy="1918500"/>
          </a:xfrm>
          <a:prstGeom prst="roundRect">
            <a:avLst>
              <a:gd fmla="val 16667" name="adj"/>
            </a:avLst>
          </a:prstGeom>
          <a:noFill/>
          <a:ln>
            <a:noFill/>
          </a:ln>
        </p:spPr>
      </p:sp>
      <p:sp>
        <p:nvSpPr>
          <p:cNvPr id="287" name="Google Shape;287;p54"/>
          <p:cNvSpPr/>
          <p:nvPr>
            <p:ph idx="7" type="pic"/>
          </p:nvPr>
        </p:nvSpPr>
        <p:spPr>
          <a:xfrm>
            <a:off x="5490975" y="1588600"/>
            <a:ext cx="1305900" cy="1918500"/>
          </a:xfrm>
          <a:prstGeom prst="roundRect">
            <a:avLst>
              <a:gd fmla="val 16667" name="adj"/>
            </a:avLst>
          </a:prstGeom>
          <a:noFill/>
          <a:ln>
            <a:noFill/>
          </a:ln>
        </p:spPr>
      </p:sp>
      <p:sp>
        <p:nvSpPr>
          <p:cNvPr id="288" name="Google Shape;288;p54"/>
          <p:cNvSpPr txBox="1"/>
          <p:nvPr>
            <p:ph idx="8" type="subTitle"/>
          </p:nvPr>
        </p:nvSpPr>
        <p:spPr>
          <a:xfrm>
            <a:off x="3918800" y="1034575"/>
            <a:ext cx="1307100" cy="554100"/>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Clr>
                <a:schemeClr val="accent2"/>
              </a:buClr>
              <a:buSzPts val="3600"/>
              <a:buFont typeface="Barlow ExtraLight"/>
              <a:buNone/>
              <a:defRPr sz="3600">
                <a:solidFill>
                  <a:schemeClr val="accent2"/>
                </a:solidFill>
                <a:latin typeface="Barlow ExtraLight"/>
                <a:ea typeface="Barlow ExtraLight"/>
                <a:cs typeface="Barlow ExtraLight"/>
                <a:sym typeface="Barlow ExtraLight"/>
              </a:defRPr>
            </a:lvl1pPr>
            <a:lvl2pPr lvl="1"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2pPr>
            <a:lvl3pPr lvl="2"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3pPr>
            <a:lvl4pPr lvl="3"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4pPr>
            <a:lvl5pPr lvl="4"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5pPr>
            <a:lvl6pPr lvl="5"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6pPr>
            <a:lvl7pPr lvl="6"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7pPr>
            <a:lvl8pPr lvl="7"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8pPr>
            <a:lvl9pPr lvl="8"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9pPr>
          </a:lstStyle>
          <a:p/>
        </p:txBody>
      </p:sp>
      <p:sp>
        <p:nvSpPr>
          <p:cNvPr id="289" name="Google Shape;289;p54"/>
          <p:cNvSpPr txBox="1"/>
          <p:nvPr>
            <p:ph idx="9" type="subTitle"/>
          </p:nvPr>
        </p:nvSpPr>
        <p:spPr>
          <a:xfrm>
            <a:off x="5484775" y="1034575"/>
            <a:ext cx="1307100" cy="554100"/>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Clr>
                <a:schemeClr val="accent2"/>
              </a:buClr>
              <a:buSzPts val="3600"/>
              <a:buFont typeface="Barlow ExtraLight"/>
              <a:buNone/>
              <a:defRPr sz="3600">
                <a:solidFill>
                  <a:schemeClr val="accent2"/>
                </a:solidFill>
                <a:latin typeface="Barlow ExtraLight"/>
                <a:ea typeface="Barlow ExtraLight"/>
                <a:cs typeface="Barlow ExtraLight"/>
                <a:sym typeface="Barlow ExtraLight"/>
              </a:defRPr>
            </a:lvl1pPr>
            <a:lvl2pPr lvl="1"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2pPr>
            <a:lvl3pPr lvl="2"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3pPr>
            <a:lvl4pPr lvl="3"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4pPr>
            <a:lvl5pPr lvl="4"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5pPr>
            <a:lvl6pPr lvl="5"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6pPr>
            <a:lvl7pPr lvl="6"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7pPr>
            <a:lvl8pPr lvl="7"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8pPr>
            <a:lvl9pPr lvl="8"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9pPr>
          </a:lstStyle>
          <a:p/>
        </p:txBody>
      </p:sp>
      <p:sp>
        <p:nvSpPr>
          <p:cNvPr id="290" name="Google Shape;290;p54"/>
          <p:cNvSpPr txBox="1"/>
          <p:nvPr>
            <p:ph idx="13" type="subTitle"/>
          </p:nvPr>
        </p:nvSpPr>
        <p:spPr>
          <a:xfrm>
            <a:off x="7050750" y="1032775"/>
            <a:ext cx="1307100" cy="554100"/>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Clr>
                <a:schemeClr val="accent2"/>
              </a:buClr>
              <a:buSzPts val="3600"/>
              <a:buFont typeface="Barlow ExtraLight"/>
              <a:buNone/>
              <a:defRPr sz="3600">
                <a:solidFill>
                  <a:schemeClr val="accent2"/>
                </a:solidFill>
                <a:latin typeface="Barlow ExtraLight"/>
                <a:ea typeface="Barlow ExtraLight"/>
                <a:cs typeface="Barlow ExtraLight"/>
                <a:sym typeface="Barlow ExtraLight"/>
              </a:defRPr>
            </a:lvl1pPr>
            <a:lvl2pPr lvl="1"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2pPr>
            <a:lvl3pPr lvl="2"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3pPr>
            <a:lvl4pPr lvl="3"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4pPr>
            <a:lvl5pPr lvl="4"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5pPr>
            <a:lvl6pPr lvl="5"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6pPr>
            <a:lvl7pPr lvl="6"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7pPr>
            <a:lvl8pPr lvl="7"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8pPr>
            <a:lvl9pPr lvl="8" algn="r">
              <a:lnSpc>
                <a:spcPct val="100000"/>
              </a:lnSpc>
              <a:spcBef>
                <a:spcPts val="0"/>
              </a:spcBef>
              <a:spcAft>
                <a:spcPts val="0"/>
              </a:spcAft>
              <a:buClr>
                <a:schemeClr val="accent3"/>
              </a:buClr>
              <a:buSzPts val="2800"/>
              <a:buFont typeface="Barlow ExtraLight"/>
              <a:buNone/>
              <a:defRPr sz="2800">
                <a:solidFill>
                  <a:schemeClr val="accent3"/>
                </a:solidFill>
                <a:latin typeface="Barlow ExtraLight"/>
                <a:ea typeface="Barlow ExtraLight"/>
                <a:cs typeface="Barlow ExtraLight"/>
                <a:sym typeface="Barlow ExtraLight"/>
              </a:defRPr>
            </a:lvl9pPr>
          </a:lstStyle>
          <a:p/>
        </p:txBody>
      </p:sp>
      <p:sp>
        <p:nvSpPr>
          <p:cNvPr id="291" name="Google Shape;291;p54"/>
          <p:cNvSpPr txBox="1"/>
          <p:nvPr>
            <p:ph idx="14" type="body"/>
          </p:nvPr>
        </p:nvSpPr>
        <p:spPr>
          <a:xfrm>
            <a:off x="507400" y="1828050"/>
            <a:ext cx="2136300" cy="2973300"/>
          </a:xfrm>
          <a:prstGeom prst="rect">
            <a:avLst/>
          </a:prstGeom>
          <a:noFill/>
          <a:ln>
            <a:noFill/>
          </a:ln>
        </p:spPr>
        <p:txBody>
          <a:bodyPr anchorCtr="0" anchor="t" bIns="91425" lIns="91425" spcFirstLastPara="1" rIns="91425" wrap="square" tIns="91425">
            <a:noAutofit/>
          </a:bodyPr>
          <a:lstStyle>
            <a:lvl1pPr indent="-406400" lvl="0" marL="457200" algn="l">
              <a:lnSpc>
                <a:spcPct val="100000"/>
              </a:lnSpc>
              <a:spcBef>
                <a:spcPts val="0"/>
              </a:spcBef>
              <a:spcAft>
                <a:spcPts val="0"/>
              </a:spcAft>
              <a:buClr>
                <a:schemeClr val="accent2"/>
              </a:buClr>
              <a:buSzPts val="2800"/>
              <a:buChar char="●"/>
              <a:defRPr sz="2800">
                <a:solidFill>
                  <a:schemeClr val="accent2"/>
                </a:solidFill>
              </a:defRPr>
            </a:lvl1pPr>
            <a:lvl2pPr indent="-406400" lvl="1" marL="914400" algn="l">
              <a:lnSpc>
                <a:spcPct val="100000"/>
              </a:lnSpc>
              <a:spcBef>
                <a:spcPts val="0"/>
              </a:spcBef>
              <a:spcAft>
                <a:spcPts val="0"/>
              </a:spcAft>
              <a:buClr>
                <a:schemeClr val="accent2"/>
              </a:buClr>
              <a:buSzPts val="2800"/>
              <a:buChar char="○"/>
              <a:defRPr sz="2800">
                <a:solidFill>
                  <a:schemeClr val="accent2"/>
                </a:solidFill>
              </a:defRPr>
            </a:lvl2pPr>
            <a:lvl3pPr indent="-406400" lvl="2" marL="1371600" algn="l">
              <a:lnSpc>
                <a:spcPct val="100000"/>
              </a:lnSpc>
              <a:spcBef>
                <a:spcPts val="0"/>
              </a:spcBef>
              <a:spcAft>
                <a:spcPts val="0"/>
              </a:spcAft>
              <a:buClr>
                <a:schemeClr val="accent2"/>
              </a:buClr>
              <a:buSzPts val="2800"/>
              <a:buChar char="■"/>
              <a:defRPr sz="2800">
                <a:solidFill>
                  <a:schemeClr val="accent2"/>
                </a:solidFill>
              </a:defRPr>
            </a:lvl3pPr>
            <a:lvl4pPr indent="-406400" lvl="3" marL="1828800" algn="l">
              <a:lnSpc>
                <a:spcPct val="100000"/>
              </a:lnSpc>
              <a:spcBef>
                <a:spcPts val="0"/>
              </a:spcBef>
              <a:spcAft>
                <a:spcPts val="0"/>
              </a:spcAft>
              <a:buClr>
                <a:schemeClr val="accent2"/>
              </a:buClr>
              <a:buSzPts val="2800"/>
              <a:buChar char="●"/>
              <a:defRPr sz="2800">
                <a:solidFill>
                  <a:schemeClr val="accent2"/>
                </a:solidFill>
              </a:defRPr>
            </a:lvl4pPr>
            <a:lvl5pPr indent="-406400" lvl="4" marL="2286000" algn="l">
              <a:lnSpc>
                <a:spcPct val="100000"/>
              </a:lnSpc>
              <a:spcBef>
                <a:spcPts val="0"/>
              </a:spcBef>
              <a:spcAft>
                <a:spcPts val="0"/>
              </a:spcAft>
              <a:buClr>
                <a:schemeClr val="accent2"/>
              </a:buClr>
              <a:buSzPts val="2800"/>
              <a:buChar char="○"/>
              <a:defRPr sz="2800">
                <a:solidFill>
                  <a:schemeClr val="accent2"/>
                </a:solidFill>
              </a:defRPr>
            </a:lvl5pPr>
            <a:lvl6pPr indent="-406400" lvl="5" marL="2743200" algn="l">
              <a:lnSpc>
                <a:spcPct val="100000"/>
              </a:lnSpc>
              <a:spcBef>
                <a:spcPts val="0"/>
              </a:spcBef>
              <a:spcAft>
                <a:spcPts val="0"/>
              </a:spcAft>
              <a:buClr>
                <a:schemeClr val="accent2"/>
              </a:buClr>
              <a:buSzPts val="2800"/>
              <a:buChar char="■"/>
              <a:defRPr sz="2800">
                <a:solidFill>
                  <a:schemeClr val="accent2"/>
                </a:solidFill>
              </a:defRPr>
            </a:lvl6pPr>
            <a:lvl7pPr indent="-406400" lvl="6" marL="3200400" algn="l">
              <a:lnSpc>
                <a:spcPct val="100000"/>
              </a:lnSpc>
              <a:spcBef>
                <a:spcPts val="0"/>
              </a:spcBef>
              <a:spcAft>
                <a:spcPts val="0"/>
              </a:spcAft>
              <a:buClr>
                <a:schemeClr val="accent2"/>
              </a:buClr>
              <a:buSzPts val="2800"/>
              <a:buChar char="●"/>
              <a:defRPr sz="2800">
                <a:solidFill>
                  <a:schemeClr val="accent2"/>
                </a:solidFill>
              </a:defRPr>
            </a:lvl7pPr>
            <a:lvl8pPr indent="-406400" lvl="7" marL="3657600" algn="l">
              <a:lnSpc>
                <a:spcPct val="100000"/>
              </a:lnSpc>
              <a:spcBef>
                <a:spcPts val="0"/>
              </a:spcBef>
              <a:spcAft>
                <a:spcPts val="0"/>
              </a:spcAft>
              <a:buClr>
                <a:schemeClr val="accent2"/>
              </a:buClr>
              <a:buSzPts val="2800"/>
              <a:buChar char="○"/>
              <a:defRPr sz="2800">
                <a:solidFill>
                  <a:schemeClr val="accent2"/>
                </a:solidFill>
              </a:defRPr>
            </a:lvl8pPr>
            <a:lvl9pPr indent="-406400" lvl="8" marL="4114800" algn="l">
              <a:lnSpc>
                <a:spcPct val="100000"/>
              </a:lnSpc>
              <a:spcBef>
                <a:spcPts val="0"/>
              </a:spcBef>
              <a:spcAft>
                <a:spcPts val="0"/>
              </a:spcAft>
              <a:buClr>
                <a:schemeClr val="accent2"/>
              </a:buClr>
              <a:buSzPts val="2800"/>
              <a:buChar char="■"/>
              <a:defRPr sz="2800">
                <a:solidFill>
                  <a:schemeClr val="accent2"/>
                </a:solidFill>
              </a:defRPr>
            </a:lvl9pPr>
          </a:lstStyle>
          <a:p/>
        </p:txBody>
      </p:sp>
      <p:sp>
        <p:nvSpPr>
          <p:cNvPr id="292" name="Google Shape;292;p54"/>
          <p:cNvSpPr txBox="1"/>
          <p:nvPr>
            <p:ph idx="15" type="body"/>
          </p:nvPr>
        </p:nvSpPr>
        <p:spPr>
          <a:xfrm>
            <a:off x="5481425" y="3680775"/>
            <a:ext cx="1294800" cy="100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p:txBody>
      </p:sp>
      <p:sp>
        <p:nvSpPr>
          <p:cNvPr id="293" name="Google Shape;293;p54"/>
          <p:cNvSpPr txBox="1"/>
          <p:nvPr>
            <p:ph idx="16" type="body"/>
          </p:nvPr>
        </p:nvSpPr>
        <p:spPr>
          <a:xfrm>
            <a:off x="5481425" y="3780825"/>
            <a:ext cx="1294800" cy="223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sp>
        <p:nvSpPr>
          <p:cNvPr id="294" name="Google Shape;294;p54"/>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432">
          <p15:clr>
            <a:srgbClr val="E46962"/>
          </p15:clr>
        </p15:guide>
        <p15:guide id="2" orient="horz" pos="2088">
          <p15:clr>
            <a:srgbClr val="E46962"/>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ction Plan + 5 Images">
  <p:cSld name="CUSTOM_6">
    <p:bg>
      <p:bgPr>
        <a:solidFill>
          <a:schemeClr val="accent6"/>
        </a:solidFill>
      </p:bgPr>
    </p:bg>
    <p:spTree>
      <p:nvGrpSpPr>
        <p:cNvPr id="295" name="Shape 295"/>
        <p:cNvGrpSpPr/>
        <p:nvPr/>
      </p:nvGrpSpPr>
      <p:grpSpPr>
        <a:xfrm>
          <a:off x="0" y="0"/>
          <a:ext cx="0" cy="0"/>
          <a:chOff x="0" y="0"/>
          <a:chExt cx="0" cy="0"/>
        </a:xfrm>
      </p:grpSpPr>
      <p:sp>
        <p:nvSpPr>
          <p:cNvPr id="296" name="Google Shape;296;p55"/>
          <p:cNvSpPr txBox="1"/>
          <p:nvPr>
            <p:ph idx="1" type="body"/>
          </p:nvPr>
        </p:nvSpPr>
        <p:spPr>
          <a:xfrm>
            <a:off x="791150" y="2615450"/>
            <a:ext cx="1294800" cy="100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p:txBody>
      </p:sp>
      <p:sp>
        <p:nvSpPr>
          <p:cNvPr id="297" name="Google Shape;297;p55"/>
          <p:cNvSpPr txBox="1"/>
          <p:nvPr>
            <p:ph idx="2" type="body"/>
          </p:nvPr>
        </p:nvSpPr>
        <p:spPr>
          <a:xfrm>
            <a:off x="791150" y="2715500"/>
            <a:ext cx="1294800" cy="223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cxnSp>
        <p:nvCxnSpPr>
          <p:cNvPr id="298" name="Google Shape;298;p55"/>
          <p:cNvCxnSpPr/>
          <p:nvPr/>
        </p:nvCxnSpPr>
        <p:spPr>
          <a:xfrm rot="10800000">
            <a:off x="827250" y="1481375"/>
            <a:ext cx="7489500" cy="0"/>
          </a:xfrm>
          <a:prstGeom prst="straightConnector1">
            <a:avLst/>
          </a:prstGeom>
          <a:noFill/>
          <a:ln cap="flat" cmpd="sng" w="19050">
            <a:solidFill>
              <a:schemeClr val="accent2"/>
            </a:solidFill>
            <a:prstDash val="solid"/>
            <a:round/>
            <a:headEnd len="sm" w="sm" type="none"/>
            <a:tailEnd len="sm" w="sm" type="none"/>
          </a:ln>
        </p:spPr>
      </p:cxnSp>
      <p:sp>
        <p:nvSpPr>
          <p:cNvPr id="299" name="Google Shape;299;p55"/>
          <p:cNvSpPr/>
          <p:nvPr>
            <p:ph idx="3" type="pic"/>
          </p:nvPr>
        </p:nvSpPr>
        <p:spPr>
          <a:xfrm>
            <a:off x="7049625" y="523025"/>
            <a:ext cx="1305900" cy="1918500"/>
          </a:xfrm>
          <a:prstGeom prst="roundRect">
            <a:avLst>
              <a:gd fmla="val 16667" name="adj"/>
            </a:avLst>
          </a:prstGeom>
          <a:noFill/>
          <a:ln>
            <a:noFill/>
          </a:ln>
        </p:spPr>
      </p:sp>
      <p:sp>
        <p:nvSpPr>
          <p:cNvPr id="300" name="Google Shape;300;p55"/>
          <p:cNvSpPr/>
          <p:nvPr>
            <p:ph idx="4" type="pic"/>
          </p:nvPr>
        </p:nvSpPr>
        <p:spPr>
          <a:xfrm>
            <a:off x="784775" y="522100"/>
            <a:ext cx="1305900" cy="1918500"/>
          </a:xfrm>
          <a:prstGeom prst="roundRect">
            <a:avLst>
              <a:gd fmla="val 16667" name="adj"/>
            </a:avLst>
          </a:prstGeom>
          <a:noFill/>
          <a:ln>
            <a:noFill/>
          </a:ln>
        </p:spPr>
      </p:sp>
      <p:sp>
        <p:nvSpPr>
          <p:cNvPr id="301" name="Google Shape;301;p55"/>
          <p:cNvSpPr/>
          <p:nvPr>
            <p:ph idx="5" type="pic"/>
          </p:nvPr>
        </p:nvSpPr>
        <p:spPr>
          <a:xfrm>
            <a:off x="2343950" y="523500"/>
            <a:ext cx="1305900" cy="1918500"/>
          </a:xfrm>
          <a:prstGeom prst="roundRect">
            <a:avLst>
              <a:gd fmla="val 16667" name="adj"/>
            </a:avLst>
          </a:prstGeom>
          <a:noFill/>
          <a:ln>
            <a:noFill/>
          </a:ln>
        </p:spPr>
      </p:sp>
      <p:sp>
        <p:nvSpPr>
          <p:cNvPr id="302" name="Google Shape;302;p55"/>
          <p:cNvSpPr/>
          <p:nvPr>
            <p:ph idx="6" type="pic"/>
          </p:nvPr>
        </p:nvSpPr>
        <p:spPr>
          <a:xfrm>
            <a:off x="3915213" y="523500"/>
            <a:ext cx="1305900" cy="1918500"/>
          </a:xfrm>
          <a:prstGeom prst="roundRect">
            <a:avLst>
              <a:gd fmla="val 16667" name="adj"/>
            </a:avLst>
          </a:prstGeom>
          <a:noFill/>
          <a:ln>
            <a:noFill/>
          </a:ln>
        </p:spPr>
      </p:sp>
      <p:sp>
        <p:nvSpPr>
          <p:cNvPr id="303" name="Google Shape;303;p55"/>
          <p:cNvSpPr/>
          <p:nvPr>
            <p:ph idx="7" type="pic"/>
          </p:nvPr>
        </p:nvSpPr>
        <p:spPr>
          <a:xfrm>
            <a:off x="5490975" y="523500"/>
            <a:ext cx="1305900" cy="1918500"/>
          </a:xfrm>
          <a:prstGeom prst="roundRect">
            <a:avLst>
              <a:gd fmla="val 16667" name="adj"/>
            </a:avLst>
          </a:prstGeom>
          <a:noFill/>
          <a:ln>
            <a:noFill/>
          </a:ln>
        </p:spPr>
      </p:sp>
      <p:sp>
        <p:nvSpPr>
          <p:cNvPr id="304" name="Google Shape;304;p55"/>
          <p:cNvSpPr txBox="1"/>
          <p:nvPr>
            <p:ph idx="8" type="body"/>
          </p:nvPr>
        </p:nvSpPr>
        <p:spPr>
          <a:xfrm>
            <a:off x="5481425" y="4112700"/>
            <a:ext cx="2877600" cy="505200"/>
          </a:xfrm>
          <a:prstGeom prst="rect">
            <a:avLst/>
          </a:prstGeom>
          <a:noFill/>
          <a:ln>
            <a:noFill/>
          </a:ln>
        </p:spPr>
        <p:txBody>
          <a:bodyPr anchorCtr="0" anchor="t" bIns="0" lIns="0" spcFirstLastPara="1" rIns="0" wrap="square" tIns="0">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298450" lvl="1" marL="914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indent="-298450" lvl="2" marL="1371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indent="-298450" lvl="3" marL="1828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8450" lvl="5" marL="2743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indent="-298450" lvl="6" marL="3200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indent="-298450" lvl="7" marL="3657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indent="-298450" lvl="8" marL="4114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p:txBody>
      </p:sp>
      <p:sp>
        <p:nvSpPr>
          <p:cNvPr id="305" name="Google Shape;305;p55"/>
          <p:cNvSpPr txBox="1"/>
          <p:nvPr>
            <p:ph idx="9" type="subTitle"/>
          </p:nvPr>
        </p:nvSpPr>
        <p:spPr>
          <a:xfrm>
            <a:off x="5481425" y="3897300"/>
            <a:ext cx="2877600" cy="215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1pPr>
            <a:lvl2pPr lvl="1"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2pPr>
            <a:lvl3pPr lvl="2"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3pPr>
            <a:lvl4pPr lvl="3"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4pPr>
            <a:lvl5pPr lvl="4"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5pPr>
            <a:lvl6pPr lvl="5"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6pPr>
            <a:lvl7pPr lvl="6"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7pPr>
            <a:lvl8pPr lvl="7"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8pPr>
            <a:lvl9pPr lvl="8"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9pPr>
          </a:lstStyle>
          <a:p/>
        </p:txBody>
      </p:sp>
      <p:sp>
        <p:nvSpPr>
          <p:cNvPr id="306" name="Google Shape;306;p55"/>
          <p:cNvSpPr txBox="1"/>
          <p:nvPr>
            <p:ph idx="13" type="body"/>
          </p:nvPr>
        </p:nvSpPr>
        <p:spPr>
          <a:xfrm>
            <a:off x="2349500" y="2615450"/>
            <a:ext cx="1294800" cy="100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p:txBody>
      </p:sp>
      <p:sp>
        <p:nvSpPr>
          <p:cNvPr id="307" name="Google Shape;307;p55"/>
          <p:cNvSpPr txBox="1"/>
          <p:nvPr>
            <p:ph idx="14" type="body"/>
          </p:nvPr>
        </p:nvSpPr>
        <p:spPr>
          <a:xfrm>
            <a:off x="2349500" y="2715500"/>
            <a:ext cx="1294800" cy="223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sp>
        <p:nvSpPr>
          <p:cNvPr id="308" name="Google Shape;308;p55"/>
          <p:cNvSpPr txBox="1"/>
          <p:nvPr>
            <p:ph idx="15" type="body"/>
          </p:nvPr>
        </p:nvSpPr>
        <p:spPr>
          <a:xfrm>
            <a:off x="3907850" y="2615450"/>
            <a:ext cx="1294800" cy="100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p:txBody>
      </p:sp>
      <p:sp>
        <p:nvSpPr>
          <p:cNvPr id="309" name="Google Shape;309;p55"/>
          <p:cNvSpPr txBox="1"/>
          <p:nvPr>
            <p:ph idx="16" type="body"/>
          </p:nvPr>
        </p:nvSpPr>
        <p:spPr>
          <a:xfrm>
            <a:off x="3907850" y="2715500"/>
            <a:ext cx="1294800" cy="223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sp>
        <p:nvSpPr>
          <p:cNvPr id="310" name="Google Shape;310;p55"/>
          <p:cNvSpPr txBox="1"/>
          <p:nvPr>
            <p:ph idx="17" type="body"/>
          </p:nvPr>
        </p:nvSpPr>
        <p:spPr>
          <a:xfrm>
            <a:off x="5496525" y="2615450"/>
            <a:ext cx="1294800" cy="100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p:txBody>
      </p:sp>
      <p:sp>
        <p:nvSpPr>
          <p:cNvPr id="311" name="Google Shape;311;p55"/>
          <p:cNvSpPr txBox="1"/>
          <p:nvPr>
            <p:ph idx="18" type="body"/>
          </p:nvPr>
        </p:nvSpPr>
        <p:spPr>
          <a:xfrm>
            <a:off x="5496525" y="2715500"/>
            <a:ext cx="1294800" cy="223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sp>
        <p:nvSpPr>
          <p:cNvPr id="312" name="Google Shape;312;p55"/>
          <p:cNvSpPr txBox="1"/>
          <p:nvPr>
            <p:ph idx="19" type="body"/>
          </p:nvPr>
        </p:nvSpPr>
        <p:spPr>
          <a:xfrm>
            <a:off x="7085200" y="2615450"/>
            <a:ext cx="1294800" cy="100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accent2"/>
              </a:buClr>
              <a:buSzPts val="700"/>
              <a:buFont typeface="Barlow Medium"/>
              <a:buChar char="■"/>
              <a:defRPr sz="700">
                <a:solidFill>
                  <a:schemeClr val="accent2"/>
                </a:solidFill>
                <a:latin typeface="Barlow Medium"/>
                <a:ea typeface="Barlow Medium"/>
                <a:cs typeface="Barlow Medium"/>
                <a:sym typeface="Barlow Medium"/>
              </a:defRPr>
            </a:lvl9pPr>
          </a:lstStyle>
          <a:p/>
        </p:txBody>
      </p:sp>
      <p:sp>
        <p:nvSpPr>
          <p:cNvPr id="313" name="Google Shape;313;p55"/>
          <p:cNvSpPr txBox="1"/>
          <p:nvPr>
            <p:ph idx="20" type="body"/>
          </p:nvPr>
        </p:nvSpPr>
        <p:spPr>
          <a:xfrm>
            <a:off x="7085200" y="2715500"/>
            <a:ext cx="1294800" cy="223200"/>
          </a:xfrm>
          <a:prstGeom prst="rect">
            <a:avLst/>
          </a:prstGeom>
          <a:noFill/>
          <a:ln>
            <a:noFill/>
          </a:ln>
        </p:spPr>
        <p:txBody>
          <a:bodyPr anchorCtr="0" anchor="t" bIns="0" lIns="0" spcFirstLastPara="1" rIns="0" wrap="square" tIns="0">
            <a:noAutofit/>
          </a:bodyPr>
          <a:lstStyle>
            <a:lvl1pPr indent="-273050" lvl="0" marL="457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1pPr>
            <a:lvl2pPr indent="-273050" lvl="1" marL="914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2pPr>
            <a:lvl3pPr indent="-273050" lvl="2" marL="1371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3pPr>
            <a:lvl4pPr indent="-273050" lvl="3" marL="1828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4pPr>
            <a:lvl5pPr indent="-273050" lvl="4" marL="22860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5pPr>
            <a:lvl6pPr indent="-273050" lvl="5" marL="27432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6pPr>
            <a:lvl7pPr indent="-273050" lvl="6" marL="32004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7pPr>
            <a:lvl8pPr indent="-273050" lvl="7" marL="36576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8pPr>
            <a:lvl9pPr indent="-273050" lvl="8" marL="4114800" algn="l">
              <a:lnSpc>
                <a:spcPct val="100000"/>
              </a:lnSpc>
              <a:spcBef>
                <a:spcPts val="0"/>
              </a:spcBef>
              <a:spcAft>
                <a:spcPts val="0"/>
              </a:spcAft>
              <a:buClr>
                <a:schemeClr val="lt1"/>
              </a:buClr>
              <a:buSzPts val="700"/>
              <a:buFont typeface="Barlow Medium"/>
              <a:buChar char="■"/>
              <a:defRPr sz="700">
                <a:solidFill>
                  <a:schemeClr val="lt1"/>
                </a:solidFill>
                <a:latin typeface="Barlow Medium"/>
                <a:ea typeface="Barlow Medium"/>
                <a:cs typeface="Barlow Medium"/>
                <a:sym typeface="Barlow Medium"/>
              </a:defRPr>
            </a:lvl9pPr>
          </a:lstStyle>
          <a:p/>
        </p:txBody>
      </p:sp>
      <p:sp>
        <p:nvSpPr>
          <p:cNvPr id="314" name="Google Shape;314;p55"/>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meline Graphic">
  <p:cSld name="CUSTOM_9">
    <p:bg>
      <p:bgPr>
        <a:solidFill>
          <a:schemeClr val="dk1"/>
        </a:solidFill>
      </p:bgPr>
    </p:bg>
    <p:spTree>
      <p:nvGrpSpPr>
        <p:cNvPr id="315" name="Shape 315"/>
        <p:cNvGrpSpPr/>
        <p:nvPr/>
      </p:nvGrpSpPr>
      <p:grpSpPr>
        <a:xfrm>
          <a:off x="0" y="0"/>
          <a:ext cx="0" cy="0"/>
          <a:chOff x="0" y="0"/>
          <a:chExt cx="0" cy="0"/>
        </a:xfrm>
      </p:grpSpPr>
      <p:sp>
        <p:nvSpPr>
          <p:cNvPr id="316" name="Google Shape;316;p56"/>
          <p:cNvSpPr txBox="1"/>
          <p:nvPr>
            <p:ph idx="1" type="body"/>
          </p:nvPr>
        </p:nvSpPr>
        <p:spPr>
          <a:xfrm>
            <a:off x="3133000" y="514275"/>
            <a:ext cx="3890700" cy="505200"/>
          </a:xfrm>
          <a:prstGeom prst="rect">
            <a:avLst/>
          </a:prstGeom>
          <a:noFill/>
          <a:ln>
            <a:noFill/>
          </a:ln>
        </p:spPr>
        <p:txBody>
          <a:bodyPr anchorCtr="0" anchor="t" bIns="0" lIns="0" spcFirstLastPara="1" rIns="0" wrap="square" tIns="0">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298450" lvl="1" marL="914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indent="-298450" lvl="2" marL="1371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indent="-298450" lvl="3" marL="1828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8450" lvl="5" marL="2743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indent="-298450" lvl="6" marL="3200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indent="-298450" lvl="7" marL="3657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indent="-298450" lvl="8" marL="4114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p:txBody>
      </p:sp>
      <p:sp>
        <p:nvSpPr>
          <p:cNvPr id="317" name="Google Shape;317;p56"/>
          <p:cNvSpPr txBox="1"/>
          <p:nvPr>
            <p:ph idx="2" type="body"/>
          </p:nvPr>
        </p:nvSpPr>
        <p:spPr>
          <a:xfrm>
            <a:off x="657679" y="436194"/>
            <a:ext cx="2278800" cy="1985100"/>
          </a:xfrm>
          <a:prstGeom prst="rect">
            <a:avLst/>
          </a:prstGeom>
          <a:noFill/>
          <a:ln>
            <a:noFill/>
          </a:ln>
        </p:spPr>
        <p:txBody>
          <a:bodyPr anchorCtr="0" anchor="t" bIns="91425" lIns="91425" spcFirstLastPara="1" rIns="91425" wrap="square" tIns="91425">
            <a:noAutofit/>
          </a:bodyPr>
          <a:lstStyle>
            <a:lvl1pPr indent="-406400" lvl="0" marL="457200" algn="l">
              <a:lnSpc>
                <a:spcPct val="80000"/>
              </a:lnSpc>
              <a:spcBef>
                <a:spcPts val="0"/>
              </a:spcBef>
              <a:spcAft>
                <a:spcPts val="0"/>
              </a:spcAft>
              <a:buClr>
                <a:schemeClr val="accent2"/>
              </a:buClr>
              <a:buSzPts val="2800"/>
              <a:buChar char="●"/>
              <a:defRPr sz="2800">
                <a:solidFill>
                  <a:schemeClr val="accent2"/>
                </a:solidFill>
              </a:defRPr>
            </a:lvl1pPr>
            <a:lvl2pPr indent="-406400" lvl="1" marL="914400" algn="l">
              <a:lnSpc>
                <a:spcPct val="80000"/>
              </a:lnSpc>
              <a:spcBef>
                <a:spcPts val="0"/>
              </a:spcBef>
              <a:spcAft>
                <a:spcPts val="0"/>
              </a:spcAft>
              <a:buClr>
                <a:schemeClr val="accent2"/>
              </a:buClr>
              <a:buSzPts val="2800"/>
              <a:buChar char="○"/>
              <a:defRPr sz="2800">
                <a:solidFill>
                  <a:schemeClr val="accent2"/>
                </a:solidFill>
              </a:defRPr>
            </a:lvl2pPr>
            <a:lvl3pPr indent="-406400" lvl="2" marL="1371600" algn="l">
              <a:lnSpc>
                <a:spcPct val="80000"/>
              </a:lnSpc>
              <a:spcBef>
                <a:spcPts val="0"/>
              </a:spcBef>
              <a:spcAft>
                <a:spcPts val="0"/>
              </a:spcAft>
              <a:buClr>
                <a:schemeClr val="accent2"/>
              </a:buClr>
              <a:buSzPts val="2800"/>
              <a:buChar char="■"/>
              <a:defRPr sz="2800">
                <a:solidFill>
                  <a:schemeClr val="accent2"/>
                </a:solidFill>
              </a:defRPr>
            </a:lvl3pPr>
            <a:lvl4pPr indent="-406400" lvl="3" marL="1828800" algn="l">
              <a:lnSpc>
                <a:spcPct val="80000"/>
              </a:lnSpc>
              <a:spcBef>
                <a:spcPts val="0"/>
              </a:spcBef>
              <a:spcAft>
                <a:spcPts val="0"/>
              </a:spcAft>
              <a:buClr>
                <a:schemeClr val="accent2"/>
              </a:buClr>
              <a:buSzPts val="2800"/>
              <a:buChar char="●"/>
              <a:defRPr sz="2800">
                <a:solidFill>
                  <a:schemeClr val="accent2"/>
                </a:solidFill>
              </a:defRPr>
            </a:lvl4pPr>
            <a:lvl5pPr indent="-406400" lvl="4" marL="2286000" algn="l">
              <a:lnSpc>
                <a:spcPct val="80000"/>
              </a:lnSpc>
              <a:spcBef>
                <a:spcPts val="0"/>
              </a:spcBef>
              <a:spcAft>
                <a:spcPts val="0"/>
              </a:spcAft>
              <a:buClr>
                <a:schemeClr val="accent2"/>
              </a:buClr>
              <a:buSzPts val="2800"/>
              <a:buChar char="○"/>
              <a:defRPr sz="2800">
                <a:solidFill>
                  <a:schemeClr val="accent2"/>
                </a:solidFill>
              </a:defRPr>
            </a:lvl5pPr>
            <a:lvl6pPr indent="-406400" lvl="5" marL="2743200" algn="l">
              <a:lnSpc>
                <a:spcPct val="80000"/>
              </a:lnSpc>
              <a:spcBef>
                <a:spcPts val="0"/>
              </a:spcBef>
              <a:spcAft>
                <a:spcPts val="0"/>
              </a:spcAft>
              <a:buClr>
                <a:schemeClr val="accent2"/>
              </a:buClr>
              <a:buSzPts val="2800"/>
              <a:buChar char="■"/>
              <a:defRPr sz="2800">
                <a:solidFill>
                  <a:schemeClr val="accent2"/>
                </a:solidFill>
              </a:defRPr>
            </a:lvl6pPr>
            <a:lvl7pPr indent="-406400" lvl="6" marL="3200400" algn="l">
              <a:lnSpc>
                <a:spcPct val="80000"/>
              </a:lnSpc>
              <a:spcBef>
                <a:spcPts val="0"/>
              </a:spcBef>
              <a:spcAft>
                <a:spcPts val="0"/>
              </a:spcAft>
              <a:buClr>
                <a:schemeClr val="accent2"/>
              </a:buClr>
              <a:buSzPts val="2800"/>
              <a:buChar char="●"/>
              <a:defRPr sz="2800">
                <a:solidFill>
                  <a:schemeClr val="accent2"/>
                </a:solidFill>
              </a:defRPr>
            </a:lvl7pPr>
            <a:lvl8pPr indent="-406400" lvl="7" marL="3657600" algn="l">
              <a:lnSpc>
                <a:spcPct val="80000"/>
              </a:lnSpc>
              <a:spcBef>
                <a:spcPts val="0"/>
              </a:spcBef>
              <a:spcAft>
                <a:spcPts val="0"/>
              </a:spcAft>
              <a:buClr>
                <a:schemeClr val="accent2"/>
              </a:buClr>
              <a:buSzPts val="2800"/>
              <a:buChar char="○"/>
              <a:defRPr sz="2800">
                <a:solidFill>
                  <a:schemeClr val="accent2"/>
                </a:solidFill>
              </a:defRPr>
            </a:lvl8pPr>
            <a:lvl9pPr indent="-406400" lvl="8" marL="4114800" algn="l">
              <a:lnSpc>
                <a:spcPct val="80000"/>
              </a:lnSpc>
              <a:spcBef>
                <a:spcPts val="0"/>
              </a:spcBef>
              <a:spcAft>
                <a:spcPts val="0"/>
              </a:spcAft>
              <a:buClr>
                <a:schemeClr val="accent2"/>
              </a:buClr>
              <a:buSzPts val="2800"/>
              <a:buChar char="■"/>
              <a:defRPr sz="2800">
                <a:solidFill>
                  <a:schemeClr val="accent2"/>
                </a:solidFill>
              </a:defRPr>
            </a:lvl9pPr>
          </a:lstStyle>
          <a:p/>
        </p:txBody>
      </p:sp>
      <p:sp>
        <p:nvSpPr>
          <p:cNvPr id="318" name="Google Shape;318;p56"/>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494">
          <p15:clr>
            <a:srgbClr val="E46962"/>
          </p15:clr>
        </p15:guide>
        <p15:guide id="2" orient="horz" pos="504">
          <p15:clr>
            <a:srgbClr val="E46962"/>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evenue / Graphic">
  <p:cSld name="CUSTOM_12">
    <p:bg>
      <p:bgPr>
        <a:solidFill>
          <a:schemeClr val="dk1"/>
        </a:solidFill>
      </p:bgPr>
    </p:bg>
    <p:spTree>
      <p:nvGrpSpPr>
        <p:cNvPr id="319" name="Shape 319"/>
        <p:cNvGrpSpPr/>
        <p:nvPr/>
      </p:nvGrpSpPr>
      <p:grpSpPr>
        <a:xfrm>
          <a:off x="0" y="0"/>
          <a:ext cx="0" cy="0"/>
          <a:chOff x="0" y="0"/>
          <a:chExt cx="0" cy="0"/>
        </a:xfrm>
      </p:grpSpPr>
      <p:sp>
        <p:nvSpPr>
          <p:cNvPr id="320" name="Google Shape;320;p57"/>
          <p:cNvSpPr txBox="1"/>
          <p:nvPr>
            <p:ph idx="1" type="body"/>
          </p:nvPr>
        </p:nvSpPr>
        <p:spPr>
          <a:xfrm>
            <a:off x="569725" y="3435300"/>
            <a:ext cx="2884200" cy="1185300"/>
          </a:xfrm>
          <a:prstGeom prst="rect">
            <a:avLst/>
          </a:prstGeom>
          <a:noFill/>
          <a:ln>
            <a:noFill/>
          </a:ln>
        </p:spPr>
        <p:txBody>
          <a:bodyPr anchorCtr="0" anchor="b" bIns="0" lIns="0" spcFirstLastPara="1" rIns="0" wrap="square" tIns="0">
            <a:noAutofit/>
          </a:bodyPr>
          <a:lstStyle>
            <a:lvl1pPr indent="-298450" lvl="0" marL="457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1pPr>
            <a:lvl2pPr indent="-298450" lvl="1" marL="914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2pPr>
            <a:lvl3pPr indent="-298450" lvl="2" marL="1371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3pPr>
            <a:lvl4pPr indent="-298450" lvl="3" marL="1828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4pPr>
            <a:lvl5pPr indent="-298450" lvl="4" marL="2286000" algn="l">
              <a:lnSpc>
                <a:spcPct val="100000"/>
              </a:lnSpc>
              <a:spcBef>
                <a:spcPts val="0"/>
              </a:spcBef>
              <a:spcAft>
                <a:spcPts val="0"/>
              </a:spcAft>
              <a:buClr>
                <a:schemeClr val="lt1"/>
              </a:buClr>
              <a:buSzPts val="1100"/>
              <a:buFont typeface="Barlow"/>
              <a:buChar char="○"/>
              <a:defRPr>
                <a:solidFill>
                  <a:schemeClr val="lt1"/>
                </a:solidFill>
                <a:latin typeface="Barlow"/>
                <a:ea typeface="Barlow"/>
                <a:cs typeface="Barlow"/>
                <a:sym typeface="Barlow"/>
              </a:defRPr>
            </a:lvl5pPr>
            <a:lvl6pPr indent="-298450" lvl="5" marL="27432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6pPr>
            <a:lvl7pPr indent="-298450" lvl="6" marL="32004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7pPr>
            <a:lvl8pPr indent="-298450" lvl="7" marL="36576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8pPr>
            <a:lvl9pPr indent="-298450" lvl="8" marL="4114800" algn="l">
              <a:lnSpc>
                <a:spcPct val="100000"/>
              </a:lnSpc>
              <a:spcBef>
                <a:spcPts val="0"/>
              </a:spcBef>
              <a:spcAft>
                <a:spcPts val="0"/>
              </a:spcAft>
              <a:buClr>
                <a:schemeClr val="lt1"/>
              </a:buClr>
              <a:buSzPts val="1100"/>
              <a:buFont typeface="Barlow"/>
              <a:buChar char="■"/>
              <a:defRPr sz="1100">
                <a:solidFill>
                  <a:schemeClr val="lt1"/>
                </a:solidFill>
                <a:latin typeface="Barlow"/>
                <a:ea typeface="Barlow"/>
                <a:cs typeface="Barlow"/>
                <a:sym typeface="Barlow"/>
              </a:defRPr>
            </a:lvl9pPr>
          </a:lstStyle>
          <a:p/>
        </p:txBody>
      </p:sp>
      <p:sp>
        <p:nvSpPr>
          <p:cNvPr id="321" name="Google Shape;321;p57"/>
          <p:cNvSpPr txBox="1"/>
          <p:nvPr>
            <p:ph idx="2" type="subTitle"/>
          </p:nvPr>
        </p:nvSpPr>
        <p:spPr>
          <a:xfrm>
            <a:off x="466802" y="445100"/>
            <a:ext cx="2403600" cy="537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2"/>
              </a:buClr>
              <a:buSzPts val="1400"/>
              <a:buFont typeface="Hepta Slab Medium"/>
              <a:buNone/>
              <a:defRPr>
                <a:solidFill>
                  <a:schemeClr val="accent2"/>
                </a:solidFill>
                <a:latin typeface="Hepta Slab Medium"/>
                <a:ea typeface="Hepta Slab Medium"/>
                <a:cs typeface="Hepta Slab Medium"/>
                <a:sym typeface="Hepta Slab Medium"/>
              </a:defRPr>
            </a:lvl1pPr>
            <a:lvl2pPr lvl="1"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2pPr>
            <a:lvl3pPr lvl="2"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3pPr>
            <a:lvl4pPr lvl="3"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4pPr>
            <a:lvl5pPr lvl="4"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5pPr>
            <a:lvl6pPr lvl="5"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6pPr>
            <a:lvl7pPr lvl="6"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7pPr>
            <a:lvl8pPr lvl="7"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8pPr>
            <a:lvl9pPr lvl="8" algn="l">
              <a:lnSpc>
                <a:spcPct val="100000"/>
              </a:lnSpc>
              <a:spcBef>
                <a:spcPts val="0"/>
              </a:spcBef>
              <a:spcAft>
                <a:spcPts val="0"/>
              </a:spcAft>
              <a:buSzPts val="1400"/>
              <a:buFont typeface="Hepta Slab Medium"/>
              <a:buNone/>
              <a:defRPr>
                <a:latin typeface="Hepta Slab Medium"/>
                <a:ea typeface="Hepta Slab Medium"/>
                <a:cs typeface="Hepta Slab Medium"/>
                <a:sym typeface="Hepta Slab Medium"/>
              </a:defRPr>
            </a:lvl9pPr>
          </a:lstStyle>
          <a:p/>
        </p:txBody>
      </p:sp>
      <p:sp>
        <p:nvSpPr>
          <p:cNvPr id="322" name="Google Shape;322;p57"/>
          <p:cNvSpPr txBox="1"/>
          <p:nvPr>
            <p:ph idx="12" type="sldNum"/>
          </p:nvPr>
        </p:nvSpPr>
        <p:spPr>
          <a:xfrm>
            <a:off x="8490529" y="250829"/>
            <a:ext cx="348900" cy="1782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100"/>
              <a:buFont typeface="Arial"/>
              <a:buNone/>
              <a:defRPr b="0" i="0" sz="1100" u="none" cap="none" strike="noStrike">
                <a:solidFill>
                  <a:schemeClr val="accent2"/>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331">
          <p15:clr>
            <a:srgbClr val="E46962"/>
          </p15:clr>
        </p15:guide>
      </p15:sldGuideLst>
    </p:ext>
  </p:extLst>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5">
    <p:spTree>
      <p:nvGrpSpPr>
        <p:cNvPr id="323" name="Shape 323"/>
        <p:cNvGrpSpPr/>
        <p:nvPr/>
      </p:nvGrpSpPr>
      <p:grpSpPr>
        <a:xfrm>
          <a:off x="0" y="0"/>
          <a:ext cx="0" cy="0"/>
          <a:chOff x="0" y="0"/>
          <a:chExt cx="0" cy="0"/>
        </a:xfrm>
      </p:grpSpPr>
      <p:sp>
        <p:nvSpPr>
          <p:cNvPr id="324" name="Google Shape;324;g342d93776e7_0_6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325" name="Google Shape;325;g342d93776e7_0_6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326" name="Google Shape;326;g342d93776e7_0_64"/>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6">
    <p:spTree>
      <p:nvGrpSpPr>
        <p:cNvPr id="327" name="Shape 327"/>
        <p:cNvGrpSpPr/>
        <p:nvPr/>
      </p:nvGrpSpPr>
      <p:grpSpPr>
        <a:xfrm>
          <a:off x="0" y="0"/>
          <a:ext cx="0" cy="0"/>
          <a:chOff x="0" y="0"/>
          <a:chExt cx="0" cy="0"/>
        </a:xfrm>
      </p:grpSpPr>
      <p:sp>
        <p:nvSpPr>
          <p:cNvPr id="328" name="Google Shape;328;g342d93776e7_0_153"/>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329" name="Google Shape;329;g342d93776e7_0_153"/>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330" name="Google Shape;330;g342d93776e7_0_153"/>
          <p:cNvSpPr txBox="1"/>
          <p:nvPr>
            <p:ph idx="12" type="sldNum"/>
          </p:nvPr>
        </p:nvSpPr>
        <p:spPr>
          <a:xfrm>
            <a:off x="8472458" y="4663217"/>
            <a:ext cx="548700" cy="393600"/>
          </a:xfrm>
          <a:prstGeom prst="rect">
            <a:avLst/>
          </a:prstGeom>
          <a:noFill/>
          <a:ln>
            <a:noFill/>
          </a:ln>
        </p:spPr>
        <p:txBody>
          <a:bodyPr anchorCtr="0" anchor="t" bIns="91425" lIns="91425" spcFirstLastPara="1" rIns="91425" wrap="square" tIns="91425">
            <a:noAutofit/>
          </a:bodyPr>
          <a:lstStyle>
            <a:lvl1pPr indent="0" lvl="0"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20" Type="http://schemas.openxmlformats.org/officeDocument/2006/relationships/slideLayout" Target="../slideLayouts/slideLayout2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22" Type="http://schemas.openxmlformats.org/officeDocument/2006/relationships/slideLayout" Target="../slideLayouts/slideLayout22.xml"/><Relationship Id="rId44" Type="http://schemas.openxmlformats.org/officeDocument/2006/relationships/slideLayout" Target="../slideLayouts/slideLayout44.xml"/><Relationship Id="rId21" Type="http://schemas.openxmlformats.org/officeDocument/2006/relationships/slideLayout" Target="../slideLayouts/slideLayout21.xml"/><Relationship Id="rId43" Type="http://schemas.openxmlformats.org/officeDocument/2006/relationships/slideLayout" Target="../slideLayouts/slideLayout43.xml"/><Relationship Id="rId24" Type="http://schemas.openxmlformats.org/officeDocument/2006/relationships/slideLayout" Target="../slideLayouts/slideLayout24.xml"/><Relationship Id="rId46" Type="http://schemas.openxmlformats.org/officeDocument/2006/relationships/slideLayout" Target="../slideLayouts/slideLayout46.xml"/><Relationship Id="rId23" Type="http://schemas.openxmlformats.org/officeDocument/2006/relationships/slideLayout" Target="../slideLayouts/slideLayout23.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48" Type="http://schemas.openxmlformats.org/officeDocument/2006/relationships/theme" Target="../theme/theme2.xml"/><Relationship Id="rId25" Type="http://schemas.openxmlformats.org/officeDocument/2006/relationships/slideLayout" Target="../slideLayouts/slideLayout25.xml"/><Relationship Id="rId47" Type="http://schemas.openxmlformats.org/officeDocument/2006/relationships/slideLayout" Target="../slideLayouts/slideLayout47.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37" Type="http://schemas.openxmlformats.org/officeDocument/2006/relationships/slideLayout" Target="../slideLayouts/slideLayout37.xml"/><Relationship Id="rId14" Type="http://schemas.openxmlformats.org/officeDocument/2006/relationships/slideLayout" Target="../slideLayouts/slideLayout14.xml"/><Relationship Id="rId36" Type="http://schemas.openxmlformats.org/officeDocument/2006/relationships/slideLayout" Target="../slideLayouts/slideLayout36.xml"/><Relationship Id="rId17" Type="http://schemas.openxmlformats.org/officeDocument/2006/relationships/slideLayout" Target="../slideLayouts/slideLayout17.xml"/><Relationship Id="rId39" Type="http://schemas.openxmlformats.org/officeDocument/2006/relationships/slideLayout" Target="../slideLayouts/slideLayout39.xml"/><Relationship Id="rId16" Type="http://schemas.openxmlformats.org/officeDocument/2006/relationships/slideLayout" Target="../slideLayouts/slideLayout16.xml"/><Relationship Id="rId38" Type="http://schemas.openxmlformats.org/officeDocument/2006/relationships/slideLayout" Target="../slideLayouts/slideLayout38.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2"/>
          <p:cNvSpPr txBox="1"/>
          <p:nvPr>
            <p:ph type="title"/>
          </p:nvPr>
        </p:nvSpPr>
        <p:spPr>
          <a:xfrm>
            <a:off x="459950" y="300125"/>
            <a:ext cx="8353800" cy="8388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600"/>
              <a:buFont typeface="Hepta Slab"/>
              <a:buNone/>
              <a:defRPr b="0" i="0" sz="3600" u="none" cap="none" strike="noStrike">
                <a:solidFill>
                  <a:schemeClr val="dk1"/>
                </a:solidFill>
                <a:latin typeface="Hepta Slab"/>
                <a:ea typeface="Hepta Slab"/>
                <a:cs typeface="Hepta Slab"/>
                <a:sym typeface="Hepta Slab"/>
              </a:defRPr>
            </a:lvl1pPr>
            <a:lvl2pPr lvl="1" marR="0" rtl="0" algn="l">
              <a:lnSpc>
                <a:spcPct val="100000"/>
              </a:lnSpc>
              <a:spcBef>
                <a:spcPts val="0"/>
              </a:spcBef>
              <a:spcAft>
                <a:spcPts val="0"/>
              </a:spcAft>
              <a:buClr>
                <a:srgbClr val="000000"/>
              </a:buClr>
              <a:buSzPts val="1400"/>
              <a:buFont typeface="Hepta Slab"/>
              <a:buNone/>
              <a:defRPr b="0" i="0" sz="1400" u="none" cap="none" strike="noStrike">
                <a:solidFill>
                  <a:srgbClr val="000000"/>
                </a:solidFill>
                <a:latin typeface="Hepta Slab"/>
                <a:ea typeface="Hepta Slab"/>
                <a:cs typeface="Hepta Slab"/>
                <a:sym typeface="Hepta Slab"/>
              </a:defRPr>
            </a:lvl2pPr>
            <a:lvl3pPr lvl="2" marR="0" rtl="0" algn="l">
              <a:lnSpc>
                <a:spcPct val="100000"/>
              </a:lnSpc>
              <a:spcBef>
                <a:spcPts val="0"/>
              </a:spcBef>
              <a:spcAft>
                <a:spcPts val="0"/>
              </a:spcAft>
              <a:buClr>
                <a:srgbClr val="000000"/>
              </a:buClr>
              <a:buSzPts val="1400"/>
              <a:buFont typeface="Hepta Slab"/>
              <a:buNone/>
              <a:defRPr b="0" i="0" sz="1400" u="none" cap="none" strike="noStrike">
                <a:solidFill>
                  <a:srgbClr val="000000"/>
                </a:solidFill>
                <a:latin typeface="Hepta Slab"/>
                <a:ea typeface="Hepta Slab"/>
                <a:cs typeface="Hepta Slab"/>
                <a:sym typeface="Hepta Slab"/>
              </a:defRPr>
            </a:lvl3pPr>
            <a:lvl4pPr lvl="3" marR="0" rtl="0" algn="l">
              <a:lnSpc>
                <a:spcPct val="100000"/>
              </a:lnSpc>
              <a:spcBef>
                <a:spcPts val="0"/>
              </a:spcBef>
              <a:spcAft>
                <a:spcPts val="0"/>
              </a:spcAft>
              <a:buClr>
                <a:srgbClr val="000000"/>
              </a:buClr>
              <a:buSzPts val="1400"/>
              <a:buFont typeface="Hepta Slab"/>
              <a:buNone/>
              <a:defRPr b="0" i="0" sz="1400" u="none" cap="none" strike="noStrike">
                <a:solidFill>
                  <a:srgbClr val="000000"/>
                </a:solidFill>
                <a:latin typeface="Hepta Slab"/>
                <a:ea typeface="Hepta Slab"/>
                <a:cs typeface="Hepta Slab"/>
                <a:sym typeface="Hepta Slab"/>
              </a:defRPr>
            </a:lvl4pPr>
            <a:lvl5pPr lvl="4" marR="0" rtl="0" algn="l">
              <a:lnSpc>
                <a:spcPct val="100000"/>
              </a:lnSpc>
              <a:spcBef>
                <a:spcPts val="0"/>
              </a:spcBef>
              <a:spcAft>
                <a:spcPts val="0"/>
              </a:spcAft>
              <a:buClr>
                <a:srgbClr val="000000"/>
              </a:buClr>
              <a:buSzPts val="1400"/>
              <a:buFont typeface="Hepta Slab"/>
              <a:buNone/>
              <a:defRPr b="0" i="0" sz="1400" u="none" cap="none" strike="noStrike">
                <a:solidFill>
                  <a:srgbClr val="000000"/>
                </a:solidFill>
                <a:latin typeface="Hepta Slab"/>
                <a:ea typeface="Hepta Slab"/>
                <a:cs typeface="Hepta Slab"/>
                <a:sym typeface="Hepta Slab"/>
              </a:defRPr>
            </a:lvl5pPr>
            <a:lvl6pPr lvl="5" marR="0" rtl="0" algn="l">
              <a:lnSpc>
                <a:spcPct val="100000"/>
              </a:lnSpc>
              <a:spcBef>
                <a:spcPts val="0"/>
              </a:spcBef>
              <a:spcAft>
                <a:spcPts val="0"/>
              </a:spcAft>
              <a:buClr>
                <a:srgbClr val="000000"/>
              </a:buClr>
              <a:buSzPts val="1400"/>
              <a:buFont typeface="Hepta Slab"/>
              <a:buNone/>
              <a:defRPr b="0" i="0" sz="1400" u="none" cap="none" strike="noStrike">
                <a:solidFill>
                  <a:srgbClr val="000000"/>
                </a:solidFill>
                <a:latin typeface="Hepta Slab"/>
                <a:ea typeface="Hepta Slab"/>
                <a:cs typeface="Hepta Slab"/>
                <a:sym typeface="Hepta Slab"/>
              </a:defRPr>
            </a:lvl6pPr>
            <a:lvl7pPr lvl="6" marR="0" rtl="0" algn="l">
              <a:lnSpc>
                <a:spcPct val="100000"/>
              </a:lnSpc>
              <a:spcBef>
                <a:spcPts val="0"/>
              </a:spcBef>
              <a:spcAft>
                <a:spcPts val="0"/>
              </a:spcAft>
              <a:buClr>
                <a:srgbClr val="000000"/>
              </a:buClr>
              <a:buSzPts val="1400"/>
              <a:buFont typeface="Hepta Slab"/>
              <a:buNone/>
              <a:defRPr b="0" i="0" sz="1400" u="none" cap="none" strike="noStrike">
                <a:solidFill>
                  <a:srgbClr val="000000"/>
                </a:solidFill>
                <a:latin typeface="Hepta Slab"/>
                <a:ea typeface="Hepta Slab"/>
                <a:cs typeface="Hepta Slab"/>
                <a:sym typeface="Hepta Slab"/>
              </a:defRPr>
            </a:lvl7pPr>
            <a:lvl8pPr lvl="7" marR="0" rtl="0" algn="l">
              <a:lnSpc>
                <a:spcPct val="100000"/>
              </a:lnSpc>
              <a:spcBef>
                <a:spcPts val="0"/>
              </a:spcBef>
              <a:spcAft>
                <a:spcPts val="0"/>
              </a:spcAft>
              <a:buClr>
                <a:srgbClr val="000000"/>
              </a:buClr>
              <a:buSzPts val="1400"/>
              <a:buFont typeface="Hepta Slab"/>
              <a:buNone/>
              <a:defRPr b="0" i="0" sz="1400" u="none" cap="none" strike="noStrike">
                <a:solidFill>
                  <a:srgbClr val="000000"/>
                </a:solidFill>
                <a:latin typeface="Hepta Slab"/>
                <a:ea typeface="Hepta Slab"/>
                <a:cs typeface="Hepta Slab"/>
                <a:sym typeface="Hepta Slab"/>
              </a:defRPr>
            </a:lvl8pPr>
            <a:lvl9pPr lvl="8" marR="0" rtl="0" algn="l">
              <a:lnSpc>
                <a:spcPct val="100000"/>
              </a:lnSpc>
              <a:spcBef>
                <a:spcPts val="0"/>
              </a:spcBef>
              <a:spcAft>
                <a:spcPts val="0"/>
              </a:spcAft>
              <a:buClr>
                <a:srgbClr val="000000"/>
              </a:buClr>
              <a:buSzPts val="1400"/>
              <a:buFont typeface="Hepta Slab"/>
              <a:buNone/>
              <a:defRPr b="0" i="0" sz="1400" u="none" cap="none" strike="noStrike">
                <a:solidFill>
                  <a:srgbClr val="000000"/>
                </a:solidFill>
                <a:latin typeface="Hepta Slab"/>
                <a:ea typeface="Hepta Slab"/>
                <a:cs typeface="Hepta Slab"/>
                <a:sym typeface="Hepta Slab"/>
              </a:defRPr>
            </a:lvl9pPr>
          </a:lstStyle>
          <a:p/>
        </p:txBody>
      </p:sp>
      <p:sp>
        <p:nvSpPr>
          <p:cNvPr id="7" name="Google Shape;7;p12"/>
          <p:cNvSpPr txBox="1"/>
          <p:nvPr>
            <p:ph idx="1" type="body"/>
          </p:nvPr>
        </p:nvSpPr>
        <p:spPr>
          <a:xfrm>
            <a:off x="536575" y="2676025"/>
            <a:ext cx="5275500" cy="2201100"/>
          </a:xfrm>
          <a:prstGeom prst="rect">
            <a:avLst/>
          </a:prstGeom>
          <a:noFill/>
          <a:ln>
            <a:noFill/>
          </a:ln>
        </p:spPr>
        <p:txBody>
          <a:bodyPr anchorCtr="0" anchor="t" bIns="91425" lIns="91425" spcFirstLastPara="1" rIns="91425" wrap="square" tIns="91425">
            <a:noAutofit/>
          </a:bodyPr>
          <a:lstStyle>
            <a:lvl1pPr indent="-323850" lvl="0" marL="457200" marR="0" rtl="0" algn="l">
              <a:lnSpc>
                <a:spcPct val="100000"/>
              </a:lnSpc>
              <a:spcBef>
                <a:spcPts val="0"/>
              </a:spcBef>
              <a:spcAft>
                <a:spcPts val="0"/>
              </a:spcAft>
              <a:buClr>
                <a:schemeClr val="dk1"/>
              </a:buClr>
              <a:buSzPts val="1500"/>
              <a:buFont typeface="Barlow Light"/>
              <a:buChar char="●"/>
              <a:defRPr b="0" i="0" sz="1500" u="none" cap="none" strike="noStrike">
                <a:solidFill>
                  <a:schemeClr val="dk1"/>
                </a:solidFill>
                <a:latin typeface="Barlow Light"/>
                <a:ea typeface="Barlow Light"/>
                <a:cs typeface="Barlow Light"/>
                <a:sym typeface="Barlow Light"/>
              </a:defRPr>
            </a:lvl1pPr>
            <a:lvl2pPr indent="-317500" lvl="1" marL="914400" marR="0" rtl="0" algn="l">
              <a:lnSpc>
                <a:spcPct val="100000"/>
              </a:lnSpc>
              <a:spcBef>
                <a:spcPts val="0"/>
              </a:spcBef>
              <a:spcAft>
                <a:spcPts val="0"/>
              </a:spcAft>
              <a:buClr>
                <a:schemeClr val="dk1"/>
              </a:buClr>
              <a:buSzPts val="1400"/>
              <a:buFont typeface="Barlow Light"/>
              <a:buChar char="○"/>
              <a:defRPr b="0" i="0" sz="1400" u="none" cap="none" strike="noStrike">
                <a:solidFill>
                  <a:schemeClr val="dk1"/>
                </a:solidFill>
                <a:latin typeface="Barlow Light"/>
                <a:ea typeface="Barlow Light"/>
                <a:cs typeface="Barlow Light"/>
                <a:sym typeface="Barlow Light"/>
              </a:defRPr>
            </a:lvl2pPr>
            <a:lvl3pPr indent="-311150" lvl="2" marL="1371600" marR="0" rtl="0" algn="l">
              <a:lnSpc>
                <a:spcPct val="100000"/>
              </a:lnSpc>
              <a:spcBef>
                <a:spcPts val="0"/>
              </a:spcBef>
              <a:spcAft>
                <a:spcPts val="0"/>
              </a:spcAft>
              <a:buClr>
                <a:schemeClr val="dk1"/>
              </a:buClr>
              <a:buSzPts val="1300"/>
              <a:buFont typeface="Barlow Light"/>
              <a:buChar char="■"/>
              <a:defRPr b="0" i="0" sz="1300" u="none" cap="none" strike="noStrike">
                <a:solidFill>
                  <a:schemeClr val="dk1"/>
                </a:solidFill>
                <a:latin typeface="Barlow Light"/>
                <a:ea typeface="Barlow Light"/>
                <a:cs typeface="Barlow Light"/>
                <a:sym typeface="Barlow Light"/>
              </a:defRPr>
            </a:lvl3pPr>
            <a:lvl4pPr indent="-304800" lvl="3" marL="1828800" marR="0" rtl="0" algn="l">
              <a:lnSpc>
                <a:spcPct val="100000"/>
              </a:lnSpc>
              <a:spcBef>
                <a:spcPts val="0"/>
              </a:spcBef>
              <a:spcAft>
                <a:spcPts val="0"/>
              </a:spcAft>
              <a:buClr>
                <a:schemeClr val="dk1"/>
              </a:buClr>
              <a:buSzPts val="1200"/>
              <a:buFont typeface="Barlow Light"/>
              <a:buChar char="●"/>
              <a:defRPr b="0" i="0" sz="1200" u="none" cap="none" strike="noStrike">
                <a:solidFill>
                  <a:schemeClr val="dk1"/>
                </a:solidFill>
                <a:latin typeface="Barlow Light"/>
                <a:ea typeface="Barlow Light"/>
                <a:cs typeface="Barlow Light"/>
                <a:sym typeface="Barlow Light"/>
              </a:defRPr>
            </a:lvl4pPr>
            <a:lvl5pPr indent="-298450" lvl="4" marL="2286000" marR="0" rtl="0" algn="l">
              <a:lnSpc>
                <a:spcPct val="100000"/>
              </a:lnSpc>
              <a:spcBef>
                <a:spcPts val="0"/>
              </a:spcBef>
              <a:spcAft>
                <a:spcPts val="0"/>
              </a:spcAft>
              <a:buClr>
                <a:schemeClr val="dk1"/>
              </a:buClr>
              <a:buSzPts val="1100"/>
              <a:buFont typeface="Barlow Light"/>
              <a:buChar char="○"/>
              <a:defRPr b="0" i="0" sz="1100" u="none" cap="none" strike="noStrike">
                <a:solidFill>
                  <a:schemeClr val="dk1"/>
                </a:solidFill>
                <a:latin typeface="Barlow Light"/>
                <a:ea typeface="Barlow Light"/>
                <a:cs typeface="Barlow Light"/>
                <a:sym typeface="Barlow Light"/>
              </a:defRPr>
            </a:lvl5pPr>
            <a:lvl6pPr indent="-292100" lvl="5" marL="2743200" marR="0" rtl="0" algn="l">
              <a:lnSpc>
                <a:spcPct val="100000"/>
              </a:lnSpc>
              <a:spcBef>
                <a:spcPts val="0"/>
              </a:spcBef>
              <a:spcAft>
                <a:spcPts val="0"/>
              </a:spcAft>
              <a:buClr>
                <a:schemeClr val="dk1"/>
              </a:buClr>
              <a:buSzPts val="1000"/>
              <a:buFont typeface="Barlow Light"/>
              <a:buChar char="■"/>
              <a:defRPr b="0" i="0" sz="1000" u="none" cap="none" strike="noStrike">
                <a:solidFill>
                  <a:schemeClr val="dk1"/>
                </a:solidFill>
                <a:latin typeface="Barlow Light"/>
                <a:ea typeface="Barlow Light"/>
                <a:cs typeface="Barlow Light"/>
                <a:sym typeface="Barlow Light"/>
              </a:defRPr>
            </a:lvl6pPr>
            <a:lvl7pPr indent="-285750" lvl="6" marL="3200400" marR="0" rtl="0" algn="l">
              <a:lnSpc>
                <a:spcPct val="100000"/>
              </a:lnSpc>
              <a:spcBef>
                <a:spcPts val="0"/>
              </a:spcBef>
              <a:spcAft>
                <a:spcPts val="0"/>
              </a:spcAft>
              <a:buClr>
                <a:schemeClr val="dk1"/>
              </a:buClr>
              <a:buSzPts val="900"/>
              <a:buFont typeface="Barlow Light"/>
              <a:buChar char="●"/>
              <a:defRPr b="0" i="0" sz="900" u="none" cap="none" strike="noStrike">
                <a:solidFill>
                  <a:schemeClr val="dk1"/>
                </a:solidFill>
                <a:latin typeface="Barlow Light"/>
                <a:ea typeface="Barlow Light"/>
                <a:cs typeface="Barlow Light"/>
                <a:sym typeface="Barlow Light"/>
              </a:defRPr>
            </a:lvl7pPr>
            <a:lvl8pPr indent="-279400" lvl="7" marL="3657600" marR="0" rtl="0" algn="l">
              <a:lnSpc>
                <a:spcPct val="100000"/>
              </a:lnSpc>
              <a:spcBef>
                <a:spcPts val="0"/>
              </a:spcBef>
              <a:spcAft>
                <a:spcPts val="0"/>
              </a:spcAft>
              <a:buClr>
                <a:schemeClr val="dk1"/>
              </a:buClr>
              <a:buSzPts val="800"/>
              <a:buFont typeface="Barlow Light"/>
              <a:buChar char="○"/>
              <a:defRPr b="0" i="0" sz="800" u="none" cap="none" strike="noStrike">
                <a:solidFill>
                  <a:schemeClr val="dk1"/>
                </a:solidFill>
                <a:latin typeface="Barlow Light"/>
                <a:ea typeface="Barlow Light"/>
                <a:cs typeface="Barlow Light"/>
                <a:sym typeface="Barlow Light"/>
              </a:defRPr>
            </a:lvl8pPr>
            <a:lvl9pPr indent="-273050" lvl="8" marL="4114800" marR="0" rtl="0" algn="l">
              <a:lnSpc>
                <a:spcPct val="100000"/>
              </a:lnSpc>
              <a:spcBef>
                <a:spcPts val="0"/>
              </a:spcBef>
              <a:spcAft>
                <a:spcPts val="0"/>
              </a:spcAft>
              <a:buClr>
                <a:schemeClr val="dk1"/>
              </a:buClr>
              <a:buSzPts val="700"/>
              <a:buFont typeface="Barlow Light"/>
              <a:buChar char="■"/>
              <a:defRPr b="0" i="0" sz="800" u="none" cap="none" strike="noStrike">
                <a:solidFill>
                  <a:schemeClr val="dk1"/>
                </a:solidFill>
                <a:latin typeface="Barlow Light"/>
                <a:ea typeface="Barlow Light"/>
                <a:cs typeface="Barlow Light"/>
                <a:sym typeface="Barlow Light"/>
              </a:defRPr>
            </a:lvl9pPr>
          </a:lstStyle>
          <a:p/>
        </p:txBody>
      </p:sp>
      <p:sp>
        <p:nvSpPr>
          <p:cNvPr id="8" name="Google Shape;8;p12"/>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indent="0" lvl="0"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1pPr>
            <a:lvl2pPr indent="0" lvl="1"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2pPr>
            <a:lvl3pPr indent="0" lvl="2"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3pPr>
            <a:lvl4pPr indent="0" lvl="3"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4pPr>
            <a:lvl5pPr indent="0" lvl="4"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5pPr>
            <a:lvl6pPr indent="0" lvl="5"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6pPr>
            <a:lvl7pPr indent="0" lvl="6"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7pPr>
            <a:lvl8pPr indent="0" lvl="7"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8pPr>
            <a:lvl9pPr indent="0" lvl="8" marL="0" marR="0" rtl="0" algn="r">
              <a:lnSpc>
                <a:spcPct val="100000"/>
              </a:lnSpc>
              <a:spcBef>
                <a:spcPts val="0"/>
              </a:spcBef>
              <a:spcAft>
                <a:spcPts val="0"/>
              </a:spcAft>
              <a:buClr>
                <a:srgbClr val="000000"/>
              </a:buClr>
              <a:buSzPts val="1300"/>
              <a:buFont typeface="Arial"/>
              <a:buNone/>
              <a:defRPr b="0" i="0" sz="1300" u="none" cap="none" strike="noStrike">
                <a:solidFill>
                  <a:schemeClr val="dk1"/>
                </a:solidFill>
                <a:latin typeface="Barlow Light"/>
                <a:ea typeface="Barlow Light"/>
                <a:cs typeface="Barlow Light"/>
                <a:sym typeface="Barlow Light"/>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1"/>
          <p:cNvSpPr txBox="1"/>
          <p:nvPr>
            <p:ph type="title"/>
          </p:nvPr>
        </p:nvSpPr>
        <p:spPr>
          <a:xfrm>
            <a:off x="632850" y="1124700"/>
            <a:ext cx="7878300" cy="1741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Clr>
                <a:schemeClr val="lt1"/>
              </a:buClr>
              <a:buSzPts val="1100"/>
              <a:buNone/>
            </a:pPr>
            <a:r>
              <a:rPr lang="en" sz="5200">
                <a:latin typeface="Arial"/>
                <a:ea typeface="Arial"/>
                <a:cs typeface="Arial"/>
                <a:sym typeface="Arial"/>
              </a:rPr>
              <a:t>Principles of Software Testing</a:t>
            </a:r>
            <a:endParaRPr/>
          </a:p>
        </p:txBody>
      </p:sp>
      <p:sp>
        <p:nvSpPr>
          <p:cNvPr id="336" name="Google Shape;336;p1"/>
          <p:cNvSpPr txBox="1"/>
          <p:nvPr>
            <p:ph idx="2" type="subTitle"/>
          </p:nvPr>
        </p:nvSpPr>
        <p:spPr>
          <a:xfrm>
            <a:off x="2689200" y="2911174"/>
            <a:ext cx="3765600" cy="9348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Clr>
                <a:schemeClr val="lt1"/>
              </a:buClr>
              <a:buSzPts val="1100"/>
              <a:buNone/>
            </a:pPr>
            <a:r>
              <a:rPr lang="en"/>
              <a:t>SQA: Manual &amp; Automated Testing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2"/>
          <p:cNvSpPr txBox="1"/>
          <p:nvPr>
            <p:ph type="title"/>
          </p:nvPr>
        </p:nvSpPr>
        <p:spPr>
          <a:xfrm>
            <a:off x="98600" y="-71030"/>
            <a:ext cx="8711400" cy="729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lt1"/>
              </a:buClr>
              <a:buSzPts val="1100"/>
              <a:buNone/>
            </a:pPr>
            <a:r>
              <a:rPr lang="en" sz="3400">
                <a:latin typeface="Arial"/>
                <a:ea typeface="Arial"/>
                <a:cs typeface="Arial"/>
                <a:sym typeface="Arial"/>
              </a:rPr>
              <a:t>Background</a:t>
            </a:r>
            <a:endParaRPr sz="3400"/>
          </a:p>
        </p:txBody>
      </p:sp>
      <p:sp>
        <p:nvSpPr>
          <p:cNvPr id="342" name="Google Shape;342;p2"/>
          <p:cNvSpPr txBox="1"/>
          <p:nvPr/>
        </p:nvSpPr>
        <p:spPr>
          <a:xfrm>
            <a:off x="384550" y="469278"/>
            <a:ext cx="8425500" cy="4571400"/>
          </a:xfrm>
          <a:prstGeom prst="rect">
            <a:avLst/>
          </a:prstGeom>
          <a:noFill/>
          <a:ln>
            <a:noFill/>
          </a:ln>
        </p:spPr>
        <p:txBody>
          <a:bodyPr anchorCtr="0" anchor="t" bIns="91425" lIns="91425" spcFirstLastPara="1" rIns="91425" wrap="square" tIns="91425">
            <a:spAutoFit/>
          </a:bodyPr>
          <a:lstStyle/>
          <a:p>
            <a:pPr indent="-323850" lvl="0" marL="457200" marR="0" rtl="0" algn="l">
              <a:lnSpc>
                <a:spcPct val="200000"/>
              </a:lnSpc>
              <a:spcBef>
                <a:spcPts val="0"/>
              </a:spcBef>
              <a:spcAft>
                <a:spcPts val="0"/>
              </a:spcAft>
              <a:buClr>
                <a:srgbClr val="FFFFFF"/>
              </a:buClr>
              <a:buSzPts val="1500"/>
              <a:buFont typeface="Arial"/>
              <a:buChar char="●"/>
            </a:pPr>
            <a:r>
              <a:rPr b="0" i="0" lang="en" sz="1500" u="none" cap="none" strike="noStrike">
                <a:solidFill>
                  <a:srgbClr val="FFFFFF"/>
                </a:solidFill>
                <a:latin typeface="Arial"/>
                <a:ea typeface="Arial"/>
                <a:cs typeface="Arial"/>
                <a:sym typeface="Arial"/>
              </a:rPr>
              <a:t>Software testing is a crucial part of the software development process, making sure that products are robust, functional, and up to users' needs and desires. </a:t>
            </a:r>
            <a:endParaRPr b="0"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0" i="0" lang="en" sz="1500" u="none" cap="none" strike="noStrike">
                <a:solidFill>
                  <a:srgbClr val="FFFFFF"/>
                </a:solidFill>
                <a:latin typeface="Arial"/>
                <a:ea typeface="Arial"/>
                <a:cs typeface="Arial"/>
                <a:sym typeface="Arial"/>
              </a:rPr>
              <a:t>But still, testing is more than simply verifying whether "everything works", it requires performing it efficiently and effectively</a:t>
            </a:r>
            <a:endParaRPr b="0"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0" i="0" lang="en" sz="1500" u="none" cap="none" strike="noStrike">
                <a:solidFill>
                  <a:srgbClr val="FFFFFF"/>
                </a:solidFill>
                <a:latin typeface="Arial"/>
                <a:ea typeface="Arial"/>
                <a:cs typeface="Arial"/>
                <a:sym typeface="Arial"/>
              </a:rPr>
              <a:t>It is important that you achieve optimum test results while conducting software testing without deviating from the goal</a:t>
            </a:r>
            <a:endParaRPr b="0"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0" i="0" lang="en" sz="1500" u="none" cap="none" strike="noStrike">
                <a:solidFill>
                  <a:srgbClr val="FFFFFF"/>
                </a:solidFill>
                <a:latin typeface="Arial"/>
                <a:ea typeface="Arial"/>
                <a:cs typeface="Arial"/>
                <a:sym typeface="Arial"/>
              </a:rPr>
              <a:t>But how you determine that you are following the right strategy for testing? </a:t>
            </a:r>
            <a:endParaRPr b="0"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0" i="0" lang="en" sz="1500" u="none" cap="none" strike="noStrike">
                <a:solidFill>
                  <a:srgbClr val="FFFFFF"/>
                </a:solidFill>
                <a:latin typeface="Arial"/>
                <a:ea typeface="Arial"/>
                <a:cs typeface="Arial"/>
                <a:sym typeface="Arial"/>
              </a:rPr>
              <a:t>For that, you need to stick to some basic testing principles. </a:t>
            </a:r>
            <a:endParaRPr b="0"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0" i="0" lang="en" sz="1500" u="none" cap="none" strike="noStrike">
                <a:solidFill>
                  <a:srgbClr val="FFFFFF"/>
                </a:solidFill>
                <a:latin typeface="Arial"/>
                <a:ea typeface="Arial"/>
                <a:cs typeface="Arial"/>
                <a:sym typeface="Arial"/>
              </a:rPr>
              <a:t>There are the common seven testing principles that are widely practiced in the software industry.</a:t>
            </a:r>
            <a:endParaRPr b="0" i="0" sz="1500" u="none" cap="none" strike="noStrike">
              <a:solidFill>
                <a:srgbClr val="FFFFFF"/>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g382bac4281b_0_77"/>
          <p:cNvSpPr txBox="1"/>
          <p:nvPr>
            <p:ph type="title"/>
          </p:nvPr>
        </p:nvSpPr>
        <p:spPr>
          <a:xfrm>
            <a:off x="98600" y="171425"/>
            <a:ext cx="8711400" cy="729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lt1"/>
              </a:buClr>
              <a:buSzPts val="1100"/>
              <a:buNone/>
            </a:pPr>
            <a:r>
              <a:rPr lang="en" sz="3400">
                <a:latin typeface="Arial"/>
                <a:ea typeface="Arial"/>
                <a:cs typeface="Arial"/>
                <a:sym typeface="Arial"/>
              </a:rPr>
              <a:t>Software Testing Principles: At a glance</a:t>
            </a:r>
            <a:endParaRPr sz="3400"/>
          </a:p>
        </p:txBody>
      </p:sp>
      <p:pic>
        <p:nvPicPr>
          <p:cNvPr id="348" name="Google Shape;348;g382bac4281b_0_77"/>
          <p:cNvPicPr preferRelativeResize="0"/>
          <p:nvPr/>
        </p:nvPicPr>
        <p:blipFill rotWithShape="1">
          <a:blip r:embed="rId3">
            <a:alphaModFix/>
          </a:blip>
          <a:srcRect b="0" l="0" r="0" t="0"/>
          <a:stretch/>
        </p:blipFill>
        <p:spPr>
          <a:xfrm>
            <a:off x="1516925" y="838000"/>
            <a:ext cx="5874749" cy="39376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g382bac4281b_0_0"/>
          <p:cNvSpPr txBox="1"/>
          <p:nvPr>
            <p:ph type="title"/>
          </p:nvPr>
        </p:nvSpPr>
        <p:spPr>
          <a:xfrm>
            <a:off x="98600" y="171425"/>
            <a:ext cx="8711400" cy="729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lt1"/>
              </a:buClr>
              <a:buSzPts val="1100"/>
              <a:buNone/>
            </a:pPr>
            <a:r>
              <a:rPr lang="en" sz="3400">
                <a:latin typeface="Arial"/>
                <a:ea typeface="Arial"/>
                <a:cs typeface="Arial"/>
                <a:sym typeface="Arial"/>
              </a:rPr>
              <a:t>Principle 1: Testing shows the presence of defects</a:t>
            </a:r>
            <a:endParaRPr sz="3400"/>
          </a:p>
        </p:txBody>
      </p:sp>
      <p:sp>
        <p:nvSpPr>
          <p:cNvPr id="354" name="Google Shape;354;g382bac4281b_0_0"/>
          <p:cNvSpPr txBox="1"/>
          <p:nvPr/>
        </p:nvSpPr>
        <p:spPr>
          <a:xfrm>
            <a:off x="384550" y="1342064"/>
            <a:ext cx="8425500" cy="3186300"/>
          </a:xfrm>
          <a:prstGeom prst="rect">
            <a:avLst/>
          </a:prstGeom>
          <a:noFill/>
          <a:ln>
            <a:noFill/>
          </a:ln>
        </p:spPr>
        <p:txBody>
          <a:bodyPr anchorCtr="0" anchor="t" bIns="91425" lIns="91425" spcFirstLastPara="1" rIns="91425" wrap="square" tIns="91425">
            <a:spAutoFit/>
          </a:bodyPr>
          <a:lstStyle/>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Testing can prove the presence of defects.</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Deviations discovered while testing show a failure.</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The cause of the failure might not be obvious.</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Testing reduces the probability of defects remaining undiscovered. </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The absence of failure does not prove the correctness of the software.</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The test procedure itself might contain error</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The test conditions might be unsuitable for finding errors.</a:t>
            </a:r>
            <a:endParaRPr b="1" i="0" sz="1500" u="none" cap="none" strike="noStrike">
              <a:solidFill>
                <a:srgbClr val="FFFFFF"/>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8" name="Shape 358"/>
        <p:cNvGrpSpPr/>
        <p:nvPr/>
      </p:nvGrpSpPr>
      <p:grpSpPr>
        <a:xfrm>
          <a:off x="0" y="0"/>
          <a:ext cx="0" cy="0"/>
          <a:chOff x="0" y="0"/>
          <a:chExt cx="0" cy="0"/>
        </a:xfrm>
      </p:grpSpPr>
      <p:sp>
        <p:nvSpPr>
          <p:cNvPr id="359" name="Google Shape;359;g382bac4281b_0_5"/>
          <p:cNvSpPr txBox="1"/>
          <p:nvPr>
            <p:ph type="title"/>
          </p:nvPr>
        </p:nvSpPr>
        <p:spPr>
          <a:xfrm>
            <a:off x="98600" y="171425"/>
            <a:ext cx="8922600" cy="729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lt1"/>
              </a:buClr>
              <a:buSzPts val="1100"/>
              <a:buNone/>
            </a:pPr>
            <a:r>
              <a:rPr lang="en" sz="3400">
                <a:latin typeface="Arial"/>
                <a:ea typeface="Arial"/>
                <a:cs typeface="Arial"/>
                <a:sym typeface="Arial"/>
              </a:rPr>
              <a:t>Principle 2: Exhaustive testing is not possible</a:t>
            </a:r>
            <a:endParaRPr sz="3400"/>
          </a:p>
        </p:txBody>
      </p:sp>
      <p:sp>
        <p:nvSpPr>
          <p:cNvPr id="360" name="Google Shape;360;g382bac4281b_0_5"/>
          <p:cNvSpPr txBox="1"/>
          <p:nvPr/>
        </p:nvSpPr>
        <p:spPr>
          <a:xfrm>
            <a:off x="384550" y="802624"/>
            <a:ext cx="8425500" cy="4109700"/>
          </a:xfrm>
          <a:prstGeom prst="rect">
            <a:avLst/>
          </a:prstGeom>
          <a:noFill/>
          <a:ln>
            <a:noFill/>
          </a:ln>
        </p:spPr>
        <p:txBody>
          <a:bodyPr anchorCtr="0" anchor="t" bIns="91425" lIns="91425" spcFirstLastPara="1" rIns="91425" wrap="square" tIns="91425">
            <a:spAutoFit/>
          </a:bodyPr>
          <a:lstStyle/>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Exhaustive testing: </a:t>
            </a:r>
            <a:r>
              <a:rPr i="0" lang="en" sz="1500" u="none" cap="none" strike="noStrike">
                <a:solidFill>
                  <a:srgbClr val="FFFFFF"/>
                </a:solidFill>
              </a:rPr>
              <a:t>A test approach in which the test suite comprises all combinations of input values and preconditions</a:t>
            </a:r>
            <a:endParaRPr i="0" sz="1500" u="none" cap="none" strike="noStrike">
              <a:solidFill>
                <a:srgbClr val="FFFFFF"/>
              </a:solidFil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Test case explosion: </a:t>
            </a:r>
            <a:r>
              <a:rPr i="0" lang="en" sz="1500" u="none" cap="none" strike="noStrike">
                <a:solidFill>
                  <a:srgbClr val="FFFFFF"/>
                </a:solidFill>
              </a:rPr>
              <a:t>Defines the exponential increase of efforts and costs when testing exhaustively</a:t>
            </a:r>
            <a:endParaRPr i="0" sz="1500" u="none" cap="none" strike="noStrike">
              <a:solidFill>
                <a:srgbClr val="FFFFFF"/>
              </a:solidFil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Sample test: </a:t>
            </a:r>
            <a:r>
              <a:rPr i="0" lang="en" sz="1500" u="none" cap="none" strike="noStrike">
                <a:solidFill>
                  <a:srgbClr val="FFFFFF"/>
                </a:solidFill>
              </a:rPr>
              <a:t>The test includes only a (systematically or randomly derived) subset of all possible input values</a:t>
            </a:r>
            <a:endParaRPr i="0" sz="1500" u="none" cap="none" strike="noStrike">
              <a:solidFill>
                <a:srgbClr val="FFFFFF"/>
              </a:solidFil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Under real life conditions, </a:t>
            </a:r>
            <a:r>
              <a:rPr i="0" lang="en" sz="1500" u="none" cap="none" strike="noStrike">
                <a:solidFill>
                  <a:srgbClr val="FFFFFF"/>
                </a:solidFill>
              </a:rPr>
              <a:t>sample tests are generally used.</a:t>
            </a:r>
            <a:r>
              <a:rPr b="1" i="0" lang="en" sz="1500" u="none" cap="none" strike="noStrike">
                <a:solidFill>
                  <a:srgbClr val="FFFFFF"/>
                </a:solidFill>
                <a:latin typeface="Arial"/>
                <a:ea typeface="Arial"/>
                <a:cs typeface="Arial"/>
                <a:sym typeface="Arial"/>
              </a:rPr>
              <a:t> </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i="0" lang="en" sz="1500" u="none" cap="none" strike="noStrike">
                <a:solidFill>
                  <a:srgbClr val="FFFFFF"/>
                </a:solidFill>
              </a:rPr>
              <a:t>Testing</a:t>
            </a:r>
            <a:r>
              <a:rPr b="1" i="0" lang="en" sz="1500" u="none" cap="none" strike="noStrike">
                <a:solidFill>
                  <a:srgbClr val="FFFFFF"/>
                </a:solidFill>
                <a:latin typeface="Arial"/>
                <a:ea typeface="Arial"/>
                <a:cs typeface="Arial"/>
                <a:sym typeface="Arial"/>
              </a:rPr>
              <a:t> all combination</a:t>
            </a:r>
            <a:r>
              <a:rPr b="1" lang="en" sz="1500">
                <a:solidFill>
                  <a:srgbClr val="FFFFFF"/>
                </a:solidFill>
              </a:rPr>
              <a:t> </a:t>
            </a:r>
            <a:r>
              <a:rPr b="1" i="0" lang="en" sz="1500" u="none" cap="none" strike="noStrike">
                <a:solidFill>
                  <a:srgbClr val="FFFFFF"/>
                </a:solidFill>
                <a:latin typeface="Arial"/>
                <a:ea typeface="Arial"/>
                <a:cs typeface="Arial"/>
                <a:sym typeface="Arial"/>
              </a:rPr>
              <a:t>of inputs and preconditions </a:t>
            </a:r>
            <a:r>
              <a:rPr i="0" lang="en" sz="1500" u="none" cap="none" strike="noStrike">
                <a:solidFill>
                  <a:srgbClr val="FFFFFF"/>
                </a:solidFill>
              </a:rPr>
              <a:t>is</a:t>
            </a:r>
            <a:r>
              <a:rPr b="1" i="0" lang="en" sz="1500" u="none" cap="none" strike="noStrike">
                <a:solidFill>
                  <a:srgbClr val="FFFFFF"/>
                </a:solidFill>
                <a:latin typeface="Arial"/>
                <a:ea typeface="Arial"/>
                <a:cs typeface="Arial"/>
                <a:sym typeface="Arial"/>
              </a:rPr>
              <a:t> only economically feasible </a:t>
            </a:r>
            <a:r>
              <a:rPr i="0" lang="en" sz="1500" u="none" cap="none" strike="noStrike">
                <a:solidFill>
                  <a:srgbClr val="FFFFFF"/>
                </a:solidFill>
              </a:rPr>
              <a:t>in trivial case</a:t>
            </a:r>
            <a:endParaRPr i="0" sz="1500" u="none" cap="none" strike="noStrike">
              <a:solidFill>
                <a:srgbClr val="FFFFFF"/>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4" name="Shape 364"/>
        <p:cNvGrpSpPr/>
        <p:nvPr/>
      </p:nvGrpSpPr>
      <p:grpSpPr>
        <a:xfrm>
          <a:off x="0" y="0"/>
          <a:ext cx="0" cy="0"/>
          <a:chOff x="0" y="0"/>
          <a:chExt cx="0" cy="0"/>
        </a:xfrm>
      </p:grpSpPr>
      <p:sp>
        <p:nvSpPr>
          <p:cNvPr id="365" name="Google Shape;365;g382bac4281b_0_10"/>
          <p:cNvSpPr txBox="1"/>
          <p:nvPr>
            <p:ph type="title"/>
          </p:nvPr>
        </p:nvSpPr>
        <p:spPr>
          <a:xfrm>
            <a:off x="98600" y="171425"/>
            <a:ext cx="8711400" cy="729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lt1"/>
              </a:buClr>
              <a:buSzPts val="1100"/>
              <a:buNone/>
            </a:pPr>
            <a:r>
              <a:rPr lang="en" sz="3400">
                <a:latin typeface="Arial"/>
                <a:ea typeface="Arial"/>
                <a:cs typeface="Arial"/>
                <a:sym typeface="Arial"/>
              </a:rPr>
              <a:t>Principle 3: Early testing</a:t>
            </a:r>
            <a:endParaRPr sz="3400"/>
          </a:p>
        </p:txBody>
      </p:sp>
      <p:sp>
        <p:nvSpPr>
          <p:cNvPr id="366" name="Google Shape;366;g382bac4281b_0_10"/>
          <p:cNvSpPr txBox="1"/>
          <p:nvPr/>
        </p:nvSpPr>
        <p:spPr>
          <a:xfrm>
            <a:off x="384550" y="875625"/>
            <a:ext cx="8567400" cy="4109700"/>
          </a:xfrm>
          <a:prstGeom prst="rect">
            <a:avLst/>
          </a:prstGeom>
          <a:noFill/>
          <a:ln>
            <a:noFill/>
          </a:ln>
        </p:spPr>
        <p:txBody>
          <a:bodyPr anchorCtr="0" anchor="t" bIns="91425" lIns="91425" spcFirstLastPara="1" rIns="91425" wrap="square" tIns="91425">
            <a:spAutoFit/>
          </a:bodyPr>
          <a:lstStyle/>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The earlier a defect is discovered, the less costly is its correction.</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Highest cost effectiveness when errors are corrected before implementation</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Concepts and specifications may already be tested.</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Defects discovered at the conception phase are corrected with the least effort &amp; costs.</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Preparing a test is time consuming as well.</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Testing involves more than just test execution.</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Test activities can be prepared before software development is completed.</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Testing activities (including reviews) should run in parallel to software specification and design.</a:t>
            </a:r>
            <a:endParaRPr b="1" i="0" sz="1500" u="none" cap="none" strike="noStrike">
              <a:solidFill>
                <a:srgbClr val="FFFFFF"/>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0" name="Shape 370"/>
        <p:cNvGrpSpPr/>
        <p:nvPr/>
      </p:nvGrpSpPr>
      <p:grpSpPr>
        <a:xfrm>
          <a:off x="0" y="0"/>
          <a:ext cx="0" cy="0"/>
          <a:chOff x="0" y="0"/>
          <a:chExt cx="0" cy="0"/>
        </a:xfrm>
      </p:grpSpPr>
      <p:sp>
        <p:nvSpPr>
          <p:cNvPr id="371" name="Google Shape;371;g382bac4281b_0_17"/>
          <p:cNvSpPr txBox="1"/>
          <p:nvPr>
            <p:ph type="title"/>
          </p:nvPr>
        </p:nvSpPr>
        <p:spPr>
          <a:xfrm>
            <a:off x="98600" y="171425"/>
            <a:ext cx="8711400" cy="729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lt1"/>
              </a:buClr>
              <a:buSzPts val="1100"/>
              <a:buNone/>
            </a:pPr>
            <a:r>
              <a:rPr lang="en" sz="3400">
                <a:latin typeface="Arial"/>
                <a:ea typeface="Arial"/>
                <a:cs typeface="Arial"/>
                <a:sym typeface="Arial"/>
              </a:rPr>
              <a:t>Principle 4: Defect clustering</a:t>
            </a:r>
            <a:endParaRPr sz="3400"/>
          </a:p>
        </p:txBody>
      </p:sp>
      <p:sp>
        <p:nvSpPr>
          <p:cNvPr id="372" name="Google Shape;372;g382bac4281b_0_17"/>
          <p:cNvSpPr txBox="1"/>
          <p:nvPr/>
        </p:nvSpPr>
        <p:spPr>
          <a:xfrm>
            <a:off x="384550" y="875619"/>
            <a:ext cx="8425500" cy="3186300"/>
          </a:xfrm>
          <a:prstGeom prst="rect">
            <a:avLst/>
          </a:prstGeom>
          <a:noFill/>
          <a:ln>
            <a:noFill/>
          </a:ln>
        </p:spPr>
        <p:txBody>
          <a:bodyPr anchorCtr="0" anchor="t" bIns="91425" lIns="91425" spcFirstLastPara="1" rIns="91425" wrap="square" tIns="91425">
            <a:spAutoFit/>
          </a:bodyPr>
          <a:lstStyle/>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Find a defect and you will find more defects nearby!</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Defects often appear clustered like mushrooms or cockroaches</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It is worth screening the same module where one defect was found</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Testers must be flexible</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Once a defect is found it is a good idea to reconsider the direction of further testing.</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The location of a defect might be screened at higher detail level, e.g. starting additional tests or modifying existing tests.</a:t>
            </a:r>
            <a:endParaRPr b="1" i="0" sz="1500" u="none" cap="none" strike="noStrike">
              <a:solidFill>
                <a:srgbClr val="FFFFFF"/>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6" name="Shape 376"/>
        <p:cNvGrpSpPr/>
        <p:nvPr/>
      </p:nvGrpSpPr>
      <p:grpSpPr>
        <a:xfrm>
          <a:off x="0" y="0"/>
          <a:ext cx="0" cy="0"/>
          <a:chOff x="0" y="0"/>
          <a:chExt cx="0" cy="0"/>
        </a:xfrm>
      </p:grpSpPr>
      <p:sp>
        <p:nvSpPr>
          <p:cNvPr id="377" name="Google Shape;377;g382bac4281b_0_22"/>
          <p:cNvSpPr txBox="1"/>
          <p:nvPr>
            <p:ph type="title"/>
          </p:nvPr>
        </p:nvSpPr>
        <p:spPr>
          <a:xfrm>
            <a:off x="98600" y="171425"/>
            <a:ext cx="8711400" cy="729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lt1"/>
              </a:buClr>
              <a:buSzPts val="1100"/>
              <a:buNone/>
            </a:pPr>
            <a:r>
              <a:rPr lang="en" sz="3400">
                <a:latin typeface="Arial"/>
                <a:ea typeface="Arial"/>
                <a:cs typeface="Arial"/>
                <a:sym typeface="Arial"/>
              </a:rPr>
              <a:t>Principle 5: Pesticide paradox</a:t>
            </a:r>
            <a:endParaRPr sz="3400"/>
          </a:p>
        </p:txBody>
      </p:sp>
      <p:sp>
        <p:nvSpPr>
          <p:cNvPr id="378" name="Google Shape;378;g382bac4281b_0_22"/>
          <p:cNvSpPr txBox="1"/>
          <p:nvPr/>
        </p:nvSpPr>
        <p:spPr>
          <a:xfrm>
            <a:off x="384550" y="875619"/>
            <a:ext cx="8425500" cy="3648000"/>
          </a:xfrm>
          <a:prstGeom prst="rect">
            <a:avLst/>
          </a:prstGeom>
          <a:noFill/>
          <a:ln>
            <a:noFill/>
          </a:ln>
        </p:spPr>
        <p:txBody>
          <a:bodyPr anchorCtr="0" anchor="t" bIns="91425" lIns="91425" spcFirstLastPara="1" rIns="91425" wrap="square" tIns="91425">
            <a:spAutoFit/>
          </a:bodyPr>
          <a:lstStyle/>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Repeating tests under the same conditions is ineffective.</a:t>
            </a:r>
            <a:endParaRPr b="1" i="0" sz="1500" u="none" cap="none" strike="noStrike">
              <a:solidFill>
                <a:srgbClr val="FFFFFF"/>
              </a:solidFill>
              <a:latin typeface="Arial"/>
              <a:ea typeface="Arial"/>
              <a:cs typeface="Arial"/>
              <a:sym typeface="Arial"/>
            </a:endParaRPr>
          </a:p>
          <a:p>
            <a:pPr indent="-323850" lvl="1" marL="914400" marR="0" rtl="0" algn="l">
              <a:lnSpc>
                <a:spcPct val="200000"/>
              </a:lnSpc>
              <a:spcBef>
                <a:spcPts val="0"/>
              </a:spcBef>
              <a:spcAft>
                <a:spcPts val="0"/>
              </a:spcAft>
              <a:buClr>
                <a:srgbClr val="FFFFFF"/>
              </a:buClr>
              <a:buSzPts val="1500"/>
              <a:buChar char="○"/>
            </a:pPr>
            <a:r>
              <a:rPr i="0" lang="en" sz="1500" u="none" cap="none" strike="noStrike">
                <a:solidFill>
                  <a:srgbClr val="FFFFFF"/>
                </a:solidFill>
              </a:rPr>
              <a:t>Each test case should contain a unique combination of input parameters</a:t>
            </a:r>
            <a:endParaRPr i="0" sz="1500" u="none" cap="none" strike="noStrike">
              <a:solidFill>
                <a:srgbClr val="FFFFFF"/>
              </a:solidFill>
            </a:endParaRPr>
          </a:p>
          <a:p>
            <a:pPr indent="-323850" lvl="1" marL="914400" marR="0" rtl="0" algn="l">
              <a:lnSpc>
                <a:spcPct val="200000"/>
              </a:lnSpc>
              <a:spcBef>
                <a:spcPts val="0"/>
              </a:spcBef>
              <a:spcAft>
                <a:spcPts val="0"/>
              </a:spcAft>
              <a:buClr>
                <a:srgbClr val="FFFFFF"/>
              </a:buClr>
              <a:buSzPts val="1500"/>
              <a:buChar char="○"/>
            </a:pPr>
            <a:r>
              <a:rPr i="0" lang="en" sz="1500" u="none" cap="none" strike="noStrike">
                <a:solidFill>
                  <a:srgbClr val="FFFFFF"/>
                </a:solidFill>
              </a:rPr>
              <a:t>For a signal test objects, otherwise no additional information can be gained.</a:t>
            </a:r>
            <a:endParaRPr i="0" sz="1500" u="none" cap="none" strike="noStrike">
              <a:solidFill>
                <a:srgbClr val="FFFFFF"/>
              </a:solidFill>
            </a:endParaRPr>
          </a:p>
          <a:p>
            <a:pPr indent="-323850" lvl="1" marL="914400" marR="0" rtl="0" algn="l">
              <a:lnSpc>
                <a:spcPct val="200000"/>
              </a:lnSpc>
              <a:spcBef>
                <a:spcPts val="0"/>
              </a:spcBef>
              <a:spcAft>
                <a:spcPts val="0"/>
              </a:spcAft>
              <a:buClr>
                <a:srgbClr val="FFFFFF"/>
              </a:buClr>
              <a:buSzPts val="1500"/>
              <a:buChar char="○"/>
            </a:pPr>
            <a:r>
              <a:rPr i="0" lang="en" sz="1500" u="none" cap="none" strike="noStrike">
                <a:solidFill>
                  <a:srgbClr val="FFFFFF"/>
                </a:solidFill>
              </a:rPr>
              <a:t> If the same tests are repeated over and over again, no new bugs can be found</a:t>
            </a:r>
            <a:endParaRPr i="0" sz="1500" u="none" cap="none" strike="noStrike">
              <a:solidFill>
                <a:srgbClr val="FFFFFF"/>
              </a:solidFil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Tests must be revised regularly for different code modules.</a:t>
            </a:r>
            <a:endParaRPr b="1" i="0" sz="1500" u="none" cap="none" strike="noStrike">
              <a:solidFill>
                <a:srgbClr val="FFFFFF"/>
              </a:solidFill>
              <a:latin typeface="Arial"/>
              <a:ea typeface="Arial"/>
              <a:cs typeface="Arial"/>
              <a:sym typeface="Arial"/>
            </a:endParaRPr>
          </a:p>
          <a:p>
            <a:pPr indent="-323850" lvl="1" marL="914400" marR="0" rtl="0" algn="l">
              <a:lnSpc>
                <a:spcPct val="200000"/>
              </a:lnSpc>
              <a:spcBef>
                <a:spcPts val="0"/>
              </a:spcBef>
              <a:spcAft>
                <a:spcPts val="0"/>
              </a:spcAft>
              <a:buClr>
                <a:srgbClr val="FFFFFF"/>
              </a:buClr>
              <a:buSzPts val="1500"/>
              <a:buChar char="○"/>
            </a:pPr>
            <a:r>
              <a:rPr i="0" lang="en" sz="1500" u="none" cap="none" strike="noStrike">
                <a:solidFill>
                  <a:srgbClr val="FFFFFF"/>
                </a:solidFill>
              </a:rPr>
              <a:t>It is necessary to repeat a test after changes have been made in the code (bug fixing, new functionality).</a:t>
            </a:r>
            <a:endParaRPr i="0" sz="1500" u="none" cap="none" strike="noStrike">
              <a:solidFill>
                <a:srgbClr val="FFFFFF"/>
              </a:solidFill>
            </a:endParaRPr>
          </a:p>
          <a:p>
            <a:pPr indent="-323850" lvl="1" marL="914400" marR="0" rtl="0" algn="l">
              <a:lnSpc>
                <a:spcPct val="200000"/>
              </a:lnSpc>
              <a:spcBef>
                <a:spcPts val="0"/>
              </a:spcBef>
              <a:spcAft>
                <a:spcPts val="0"/>
              </a:spcAft>
              <a:buClr>
                <a:srgbClr val="FFFFFF"/>
              </a:buClr>
              <a:buSzPts val="1500"/>
              <a:buChar char="○"/>
            </a:pPr>
            <a:r>
              <a:rPr i="0" lang="en" sz="1500" u="none" cap="none" strike="noStrike">
                <a:solidFill>
                  <a:srgbClr val="FFFFFF"/>
                </a:solidFill>
              </a:rPr>
              <a:t>Automating tests can be an advantage if a group of tests cases is used regularly.</a:t>
            </a:r>
            <a:endParaRPr i="0" sz="1500" u="none" cap="none" strike="noStrike">
              <a:solidFill>
                <a:srgbClr val="FFFF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g382bac4281b_0_27"/>
          <p:cNvSpPr txBox="1"/>
          <p:nvPr>
            <p:ph type="title"/>
          </p:nvPr>
        </p:nvSpPr>
        <p:spPr>
          <a:xfrm>
            <a:off x="98600" y="171425"/>
            <a:ext cx="8711400" cy="729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lt1"/>
              </a:buClr>
              <a:buSzPts val="1100"/>
              <a:buNone/>
            </a:pPr>
            <a:r>
              <a:rPr lang="en" sz="3400">
                <a:latin typeface="Arial"/>
                <a:ea typeface="Arial"/>
                <a:cs typeface="Arial"/>
                <a:sym typeface="Arial"/>
              </a:rPr>
              <a:t>Principle 6: Testing is context dependent</a:t>
            </a:r>
            <a:endParaRPr sz="3400"/>
          </a:p>
        </p:txBody>
      </p:sp>
      <p:sp>
        <p:nvSpPr>
          <p:cNvPr id="384" name="Google Shape;384;g382bac4281b_0_27"/>
          <p:cNvSpPr txBox="1"/>
          <p:nvPr/>
        </p:nvSpPr>
        <p:spPr>
          <a:xfrm>
            <a:off x="384550" y="875619"/>
            <a:ext cx="8425500" cy="4109700"/>
          </a:xfrm>
          <a:prstGeom prst="rect">
            <a:avLst/>
          </a:prstGeom>
          <a:noFill/>
          <a:ln>
            <a:noFill/>
          </a:ln>
        </p:spPr>
        <p:txBody>
          <a:bodyPr anchorCtr="0" anchor="t" bIns="91425" lIns="91425" spcFirstLastPara="1" rIns="91425" wrap="square" tIns="91425">
            <a:spAutoFit/>
          </a:bodyPr>
          <a:lstStyle/>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Testing is done differently in different contexts</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Different test objects are tested differently.</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The engine controller of a car requires tests different than those of an ecommerce application</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Test environmental (test bed) vs. production environment</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Test take place on an environment other than the production environment.</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The test environment should be very similar to the production environment.</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There will always be deviations between test environment and the production environment. These deviations impeach the conclusions drawn after testing.</a:t>
            </a:r>
            <a:endParaRPr b="1" i="0" sz="1500" u="none" cap="none" strike="noStrike">
              <a:solidFill>
                <a:srgbClr val="FFFFFF"/>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g382bac4281b_0_34"/>
          <p:cNvSpPr txBox="1"/>
          <p:nvPr>
            <p:ph type="title"/>
          </p:nvPr>
        </p:nvSpPr>
        <p:spPr>
          <a:xfrm>
            <a:off x="98600" y="171425"/>
            <a:ext cx="8711400" cy="729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lt1"/>
              </a:buClr>
              <a:buSzPts val="1100"/>
              <a:buNone/>
            </a:pPr>
            <a:r>
              <a:rPr lang="en" sz="3400">
                <a:latin typeface="Arial"/>
                <a:ea typeface="Arial"/>
                <a:cs typeface="Arial"/>
                <a:sym typeface="Arial"/>
              </a:rPr>
              <a:t>Principle 7: Absence of errors fallacy</a:t>
            </a:r>
            <a:endParaRPr sz="3400"/>
          </a:p>
        </p:txBody>
      </p:sp>
      <p:sp>
        <p:nvSpPr>
          <p:cNvPr id="390" name="Google Shape;390;g382bac4281b_0_34"/>
          <p:cNvSpPr txBox="1"/>
          <p:nvPr/>
        </p:nvSpPr>
        <p:spPr>
          <a:xfrm>
            <a:off x="384550" y="875619"/>
            <a:ext cx="8425500" cy="3186300"/>
          </a:xfrm>
          <a:prstGeom prst="rect">
            <a:avLst/>
          </a:prstGeom>
          <a:noFill/>
          <a:ln>
            <a:noFill/>
          </a:ln>
        </p:spPr>
        <p:txBody>
          <a:bodyPr anchorCtr="0" anchor="t" bIns="91425" lIns="91425" spcFirstLastPara="1" rIns="91425" wrap="square" tIns="91425">
            <a:spAutoFit/>
          </a:bodyPr>
          <a:lstStyle/>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Successful testing find the most serious failure</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In most cases, testing will find all defects of the system (see principle 2), but the most serious defects should be found.</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This alone does not prove the quality of the software.</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The functionality of the software may not meet the needs and expectations of the users.</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You can not test quality into the product, it must be built in from the very beginning!</a:t>
            </a:r>
            <a:endParaRPr b="1" i="0" sz="1500" u="none" cap="none" strike="noStrike">
              <a:solidFill>
                <a:srgbClr val="FFFFFF"/>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g382bac4281b_0_39"/>
          <p:cNvSpPr txBox="1"/>
          <p:nvPr>
            <p:ph type="title"/>
          </p:nvPr>
        </p:nvSpPr>
        <p:spPr>
          <a:xfrm>
            <a:off x="98600" y="-79689"/>
            <a:ext cx="8711400" cy="729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lt1"/>
              </a:buClr>
              <a:buSzPts val="1100"/>
              <a:buNone/>
            </a:pPr>
            <a:r>
              <a:rPr lang="en" sz="3400">
                <a:latin typeface="Arial"/>
                <a:ea typeface="Arial"/>
                <a:cs typeface="Arial"/>
                <a:sym typeface="Arial"/>
              </a:rPr>
              <a:t>Summary:</a:t>
            </a:r>
            <a:endParaRPr sz="3400"/>
          </a:p>
        </p:txBody>
      </p:sp>
      <p:sp>
        <p:nvSpPr>
          <p:cNvPr id="396" name="Google Shape;396;g382bac4281b_0_39"/>
          <p:cNvSpPr txBox="1"/>
          <p:nvPr/>
        </p:nvSpPr>
        <p:spPr>
          <a:xfrm>
            <a:off x="384550" y="410193"/>
            <a:ext cx="8425500" cy="4571400"/>
          </a:xfrm>
          <a:prstGeom prst="rect">
            <a:avLst/>
          </a:prstGeom>
          <a:noFill/>
          <a:ln>
            <a:noFill/>
          </a:ln>
        </p:spPr>
        <p:txBody>
          <a:bodyPr anchorCtr="0" anchor="t" bIns="91425" lIns="91425" spcFirstLastPara="1" rIns="91425" wrap="square" tIns="91425">
            <a:spAutoFit/>
          </a:bodyPr>
          <a:lstStyle/>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Tests can help finding defects in the software, however; they can not give proof of </a:t>
            </a:r>
            <a:r>
              <a:rPr b="1" i="1" lang="en" sz="1500" u="sng" cap="none" strike="noStrike">
                <a:solidFill>
                  <a:srgbClr val="FFFFFF"/>
                </a:solidFill>
                <a:latin typeface="Arial"/>
                <a:ea typeface="Arial"/>
                <a:cs typeface="Arial"/>
                <a:sym typeface="Arial"/>
              </a:rPr>
              <a:t>the absence of defects</a:t>
            </a:r>
            <a:endParaRPr b="1" i="1" sz="1500" u="sng"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For non-trivial system, </a:t>
            </a:r>
            <a:r>
              <a:rPr b="1" i="1" lang="en" sz="1500" u="sng" cap="none" strike="noStrike">
                <a:solidFill>
                  <a:srgbClr val="FFFFFF"/>
                </a:solidFill>
                <a:latin typeface="Arial"/>
                <a:ea typeface="Arial"/>
                <a:cs typeface="Arial"/>
                <a:sym typeface="Arial"/>
              </a:rPr>
              <a:t>exhaustive testing</a:t>
            </a:r>
            <a:r>
              <a:rPr b="1" i="0" lang="en" sz="1500" u="none" cap="none" strike="noStrike">
                <a:solidFill>
                  <a:srgbClr val="FFFFFF"/>
                </a:solidFill>
                <a:latin typeface="Arial"/>
                <a:ea typeface="Arial"/>
                <a:cs typeface="Arial"/>
                <a:sym typeface="Arial"/>
              </a:rPr>
              <a:t> is impossible, sample testing necessary.</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1" lang="en" sz="1500" u="sng" cap="none" strike="noStrike">
                <a:solidFill>
                  <a:srgbClr val="FFFFFF"/>
                </a:solidFill>
                <a:latin typeface="Arial"/>
                <a:ea typeface="Arial"/>
                <a:cs typeface="Arial"/>
                <a:sym typeface="Arial"/>
              </a:rPr>
              <a:t>Early testing</a:t>
            </a:r>
            <a:r>
              <a:rPr b="1" i="0" lang="en" sz="1500" u="none" cap="none" strike="noStrike">
                <a:solidFill>
                  <a:srgbClr val="FFFFFF"/>
                </a:solidFill>
                <a:latin typeface="Arial"/>
                <a:ea typeface="Arial"/>
                <a:cs typeface="Arial"/>
                <a:sym typeface="Arial"/>
              </a:rPr>
              <a:t> helps reduce costs because defects discovered early on are fixed with less effort</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Defects show up </a:t>
            </a:r>
            <a:r>
              <a:rPr b="1" i="1" lang="en" sz="1500" u="sng" cap="none" strike="noStrike">
                <a:solidFill>
                  <a:srgbClr val="FFFFFF"/>
                </a:solidFill>
                <a:latin typeface="Arial"/>
                <a:ea typeface="Arial"/>
                <a:cs typeface="Arial"/>
                <a:sym typeface="Arial"/>
              </a:rPr>
              <a:t>clustered</a:t>
            </a:r>
            <a:r>
              <a:rPr b="1" i="0" lang="en" sz="1500" u="none" cap="none" strike="noStrike">
                <a:solidFill>
                  <a:srgbClr val="FFFFFF"/>
                </a:solidFill>
                <a:latin typeface="Arial"/>
                <a:ea typeface="Arial"/>
                <a:cs typeface="Arial"/>
                <a:sym typeface="Arial"/>
              </a:rPr>
              <a:t>. Finding a defect at one place will mean you probably find another defect nearby.</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a:t>
            </a:r>
            <a:r>
              <a:rPr b="1" i="1" lang="en" sz="1500" u="sng" cap="none" strike="noStrike">
                <a:solidFill>
                  <a:srgbClr val="FFFFFF"/>
                </a:solidFill>
                <a:latin typeface="Arial"/>
                <a:ea typeface="Arial"/>
                <a:cs typeface="Arial"/>
                <a:sym typeface="Arial"/>
              </a:rPr>
              <a:t>Repeating</a:t>
            </a:r>
            <a:r>
              <a:rPr b="1" i="0" lang="en" sz="1500" u="none" cap="none" strike="noStrike">
                <a:solidFill>
                  <a:srgbClr val="FFFFFF"/>
                </a:solidFill>
                <a:latin typeface="Arial"/>
                <a:ea typeface="Arial"/>
                <a:cs typeface="Arial"/>
                <a:sym typeface="Arial"/>
              </a:rPr>
              <a:t> identical tests produces no new information</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Each </a:t>
            </a:r>
            <a:r>
              <a:rPr b="1" i="1" lang="en" sz="1500" u="sng" cap="none" strike="noStrike">
                <a:solidFill>
                  <a:srgbClr val="FFFFFF"/>
                </a:solidFill>
                <a:latin typeface="Arial"/>
                <a:ea typeface="Arial"/>
                <a:cs typeface="Arial"/>
                <a:sym typeface="Arial"/>
              </a:rPr>
              <a:t>particular environmental</a:t>
            </a:r>
            <a:r>
              <a:rPr b="1" i="0" lang="en" sz="1500" u="none" cap="none" strike="noStrike">
                <a:solidFill>
                  <a:srgbClr val="FFFFFF"/>
                </a:solidFill>
                <a:latin typeface="Arial"/>
                <a:ea typeface="Arial"/>
                <a:cs typeface="Arial"/>
                <a:sym typeface="Arial"/>
              </a:rPr>
              <a:t> determines the way in which tests will run</a:t>
            </a:r>
            <a:endParaRPr b="1" i="0" sz="1500" u="none" cap="none" strike="noStrike">
              <a:solidFill>
                <a:srgbClr val="FFFFFF"/>
              </a:solidFill>
              <a:latin typeface="Arial"/>
              <a:ea typeface="Arial"/>
              <a:cs typeface="Arial"/>
              <a:sym typeface="Arial"/>
            </a:endParaRPr>
          </a:p>
          <a:p>
            <a:pPr indent="-323850" lvl="0" marL="457200" marR="0" rtl="0" algn="l">
              <a:lnSpc>
                <a:spcPct val="200000"/>
              </a:lnSpc>
              <a:spcBef>
                <a:spcPts val="0"/>
              </a:spcBef>
              <a:spcAft>
                <a:spcPts val="0"/>
              </a:spcAft>
              <a:buClr>
                <a:srgbClr val="FFFFFF"/>
              </a:buClr>
              <a:buSzPts val="1500"/>
              <a:buFont typeface="Arial"/>
              <a:buChar char="●"/>
            </a:pPr>
            <a:r>
              <a:rPr b="1" i="0" lang="en" sz="1500" u="none" cap="none" strike="noStrike">
                <a:solidFill>
                  <a:srgbClr val="FFFFFF"/>
                </a:solidFill>
                <a:latin typeface="Arial"/>
                <a:ea typeface="Arial"/>
                <a:cs typeface="Arial"/>
                <a:sym typeface="Arial"/>
              </a:rPr>
              <a:t> Error-free software does not imply </a:t>
            </a:r>
            <a:r>
              <a:rPr b="1" i="1" lang="en" sz="1500" u="sng" cap="none" strike="noStrike">
                <a:solidFill>
                  <a:srgbClr val="FFFFFF"/>
                </a:solidFill>
                <a:latin typeface="Arial"/>
                <a:ea typeface="Arial"/>
                <a:cs typeface="Arial"/>
                <a:sym typeface="Arial"/>
              </a:rPr>
              <a:t>suitability for use</a:t>
            </a:r>
            <a:r>
              <a:rPr b="1" i="0" lang="en" sz="1500" u="none" cap="none" strike="noStrike">
                <a:solidFill>
                  <a:srgbClr val="FFFFFF"/>
                </a:solidFill>
                <a:latin typeface="Arial"/>
                <a:ea typeface="Arial"/>
                <a:cs typeface="Arial"/>
                <a:sym typeface="Arial"/>
              </a:rPr>
              <a:t>.</a:t>
            </a:r>
            <a:endParaRPr b="1" i="0" sz="1500" u="none" cap="none" strike="noStrike">
              <a:solidFill>
                <a:srgbClr val="FFFFFF"/>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0" name="Shape 400"/>
        <p:cNvGrpSpPr/>
        <p:nvPr/>
      </p:nvGrpSpPr>
      <p:grpSpPr>
        <a:xfrm>
          <a:off x="0" y="0"/>
          <a:ext cx="0" cy="0"/>
          <a:chOff x="0" y="0"/>
          <a:chExt cx="0" cy="0"/>
        </a:xfrm>
      </p:grpSpPr>
      <p:sp>
        <p:nvSpPr>
          <p:cNvPr id="401" name="Google Shape;401;g38a5f544626_0_16"/>
          <p:cNvSpPr txBox="1"/>
          <p:nvPr/>
        </p:nvSpPr>
        <p:spPr>
          <a:xfrm>
            <a:off x="208950" y="230875"/>
            <a:ext cx="7689000" cy="7143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4000">
                <a:solidFill>
                  <a:srgbClr val="FFFFFF"/>
                </a:solidFill>
              </a:rPr>
              <a:t>Human Psychology and Testing</a:t>
            </a:r>
            <a:endParaRPr sz="4000">
              <a:solidFill>
                <a:srgbClr val="FFFFFF"/>
              </a:solidFill>
            </a:endParaRPr>
          </a:p>
        </p:txBody>
      </p:sp>
      <p:sp>
        <p:nvSpPr>
          <p:cNvPr id="402" name="Google Shape;402;g38a5f544626_0_16"/>
          <p:cNvSpPr txBox="1"/>
          <p:nvPr/>
        </p:nvSpPr>
        <p:spPr>
          <a:xfrm>
            <a:off x="182700" y="945175"/>
            <a:ext cx="8778600" cy="2979900"/>
          </a:xfrm>
          <a:prstGeom prst="rect">
            <a:avLst/>
          </a:prstGeom>
          <a:noFill/>
          <a:ln>
            <a:noFill/>
          </a:ln>
        </p:spPr>
        <p:txBody>
          <a:bodyPr anchorCtr="0" anchor="t" bIns="91425" lIns="91425" spcFirstLastPara="1" rIns="91425" wrap="square" tIns="91425">
            <a:spAutoFit/>
          </a:bodyPr>
          <a:lstStyle/>
          <a:p>
            <a:pPr indent="-330200" lvl="0" marL="457200" rtl="0" algn="just">
              <a:lnSpc>
                <a:spcPct val="115000"/>
              </a:lnSpc>
              <a:spcBef>
                <a:spcPts val="0"/>
              </a:spcBef>
              <a:spcAft>
                <a:spcPts val="0"/>
              </a:spcAft>
              <a:buClr>
                <a:srgbClr val="FFFFFF"/>
              </a:buClr>
              <a:buSzPts val="1600"/>
              <a:buChar char="●"/>
            </a:pPr>
            <a:r>
              <a:rPr lang="en" sz="1600">
                <a:solidFill>
                  <a:srgbClr val="FFFFFF"/>
                </a:solidFill>
              </a:rPr>
              <a:t>The software that we work on applies a humanistic approach that necessitates human participation at every level.</a:t>
            </a:r>
            <a:endParaRPr sz="1600">
              <a:solidFill>
                <a:srgbClr val="FFFFFF"/>
              </a:solidFill>
            </a:endParaRPr>
          </a:p>
          <a:p>
            <a:pPr indent="0" lvl="0" marL="457200" rtl="0" algn="just">
              <a:lnSpc>
                <a:spcPct val="115000"/>
              </a:lnSpc>
              <a:spcBef>
                <a:spcPts val="0"/>
              </a:spcBef>
              <a:spcAft>
                <a:spcPts val="0"/>
              </a:spcAft>
              <a:buNone/>
            </a:pPr>
            <a:r>
              <a:t/>
            </a:r>
            <a:endParaRPr sz="1600">
              <a:solidFill>
                <a:srgbClr val="FFFFFF"/>
              </a:solidFill>
            </a:endParaRPr>
          </a:p>
          <a:p>
            <a:pPr indent="-330200" lvl="0" marL="457200" rtl="0" algn="just">
              <a:lnSpc>
                <a:spcPct val="115000"/>
              </a:lnSpc>
              <a:spcBef>
                <a:spcPts val="0"/>
              </a:spcBef>
              <a:spcAft>
                <a:spcPts val="0"/>
              </a:spcAft>
              <a:buClr>
                <a:srgbClr val="FFFFFF"/>
              </a:buClr>
              <a:buSzPts val="1600"/>
              <a:buChar char="●"/>
            </a:pPr>
            <a:r>
              <a:rPr lang="en" sz="1600">
                <a:solidFill>
                  <a:srgbClr val="FFFFFF"/>
                </a:solidFill>
              </a:rPr>
              <a:t>And the software is always created, tested, and also most of the time, used and misused by humans.</a:t>
            </a:r>
            <a:endParaRPr sz="1600">
              <a:solidFill>
                <a:srgbClr val="FFFFFF"/>
              </a:solidFill>
            </a:endParaRPr>
          </a:p>
          <a:p>
            <a:pPr indent="0" lvl="0" marL="457200" rtl="0" algn="just">
              <a:lnSpc>
                <a:spcPct val="115000"/>
              </a:lnSpc>
              <a:spcBef>
                <a:spcPts val="0"/>
              </a:spcBef>
              <a:spcAft>
                <a:spcPts val="0"/>
              </a:spcAft>
              <a:buNone/>
            </a:pPr>
            <a:r>
              <a:t/>
            </a:r>
            <a:endParaRPr sz="1600">
              <a:solidFill>
                <a:srgbClr val="FFFFFF"/>
              </a:solidFill>
            </a:endParaRPr>
          </a:p>
          <a:p>
            <a:pPr indent="-330200" lvl="0" marL="457200" rtl="0" algn="just">
              <a:lnSpc>
                <a:spcPct val="115000"/>
              </a:lnSpc>
              <a:spcBef>
                <a:spcPts val="0"/>
              </a:spcBef>
              <a:spcAft>
                <a:spcPts val="0"/>
              </a:spcAft>
              <a:buClr>
                <a:srgbClr val="FFFFFF"/>
              </a:buClr>
              <a:buSzPts val="1600"/>
              <a:buChar char="●"/>
            </a:pPr>
            <a:r>
              <a:rPr lang="en" sz="1600">
                <a:solidFill>
                  <a:srgbClr val="FFFFFF"/>
                </a:solidFill>
              </a:rPr>
              <a:t>Therefore, it takes a great deal of work and understanding to be ready to accept the reality of our human error.</a:t>
            </a:r>
            <a:endParaRPr sz="1600">
              <a:solidFill>
                <a:srgbClr val="FFFFFF"/>
              </a:solidFill>
            </a:endParaRPr>
          </a:p>
          <a:p>
            <a:pPr indent="0" lvl="0" marL="457200" rtl="0" algn="just">
              <a:lnSpc>
                <a:spcPct val="115000"/>
              </a:lnSpc>
              <a:spcBef>
                <a:spcPts val="0"/>
              </a:spcBef>
              <a:spcAft>
                <a:spcPts val="0"/>
              </a:spcAft>
              <a:buNone/>
            </a:pPr>
            <a:r>
              <a:t/>
            </a:r>
            <a:endParaRPr sz="1600">
              <a:solidFill>
                <a:srgbClr val="FFFFFF"/>
              </a:solidFill>
            </a:endParaRPr>
          </a:p>
          <a:p>
            <a:pPr indent="-330200" lvl="0" marL="457200" rtl="0" algn="just">
              <a:lnSpc>
                <a:spcPct val="115000"/>
              </a:lnSpc>
              <a:spcBef>
                <a:spcPts val="0"/>
              </a:spcBef>
              <a:spcAft>
                <a:spcPts val="0"/>
              </a:spcAft>
              <a:buClr>
                <a:srgbClr val="FFFFFF"/>
              </a:buClr>
              <a:buSzPts val="1600"/>
              <a:buChar char="●"/>
            </a:pPr>
            <a:r>
              <a:rPr lang="en" sz="1600">
                <a:solidFill>
                  <a:srgbClr val="FFFFFF"/>
                </a:solidFill>
              </a:rPr>
              <a:t>Thus, several psychological elements affect productivity and testing.</a:t>
            </a:r>
            <a:endParaRPr sz="1600">
              <a:solidFill>
                <a:srgbClr val="FFFFFF"/>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6" name="Shape 406"/>
        <p:cNvGrpSpPr/>
        <p:nvPr/>
      </p:nvGrpSpPr>
      <p:grpSpPr>
        <a:xfrm>
          <a:off x="0" y="0"/>
          <a:ext cx="0" cy="0"/>
          <a:chOff x="0" y="0"/>
          <a:chExt cx="0" cy="0"/>
        </a:xfrm>
      </p:grpSpPr>
      <p:sp>
        <p:nvSpPr>
          <p:cNvPr id="407" name="Google Shape;407;g38a5f544626_0_21"/>
          <p:cNvSpPr txBox="1"/>
          <p:nvPr/>
        </p:nvSpPr>
        <p:spPr>
          <a:xfrm>
            <a:off x="208950" y="230875"/>
            <a:ext cx="7689000" cy="7143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4000">
                <a:solidFill>
                  <a:srgbClr val="FFFFFF"/>
                </a:solidFill>
              </a:rPr>
              <a:t>Different mindset with Example</a:t>
            </a:r>
            <a:endParaRPr sz="4000">
              <a:solidFill>
                <a:srgbClr val="FFFFFF"/>
              </a:solidFill>
            </a:endParaRPr>
          </a:p>
        </p:txBody>
      </p:sp>
      <p:sp>
        <p:nvSpPr>
          <p:cNvPr id="408" name="Google Shape;408;g38a5f544626_0_21"/>
          <p:cNvSpPr txBox="1"/>
          <p:nvPr/>
        </p:nvSpPr>
        <p:spPr>
          <a:xfrm>
            <a:off x="182700" y="945175"/>
            <a:ext cx="8778600" cy="3829500"/>
          </a:xfrm>
          <a:prstGeom prst="rect">
            <a:avLst/>
          </a:prstGeom>
          <a:noFill/>
          <a:ln>
            <a:noFill/>
          </a:ln>
        </p:spPr>
        <p:txBody>
          <a:bodyPr anchorCtr="0" anchor="t" bIns="91425" lIns="91425" spcFirstLastPara="1" rIns="91425" wrap="square" tIns="91425">
            <a:spAutoFit/>
          </a:bodyPr>
          <a:lstStyle/>
          <a:p>
            <a:pPr indent="-330200" lvl="0" marL="457200" rtl="0" algn="just">
              <a:lnSpc>
                <a:spcPct val="115000"/>
              </a:lnSpc>
              <a:spcBef>
                <a:spcPts val="0"/>
              </a:spcBef>
              <a:spcAft>
                <a:spcPts val="0"/>
              </a:spcAft>
              <a:buClr>
                <a:srgbClr val="FFFFFF"/>
              </a:buClr>
              <a:buSzPts val="1600"/>
              <a:buChar char="●"/>
            </a:pPr>
            <a:r>
              <a:rPr lang="en" sz="1600">
                <a:solidFill>
                  <a:srgbClr val="FFFFFF"/>
                </a:solidFill>
              </a:rPr>
              <a:t>We work constructively toward the software during development with the goal of satisfying client needs. On the other hand, we search for flaws in the product when we test or examine it.</a:t>
            </a:r>
            <a:endParaRPr sz="1600">
              <a:solidFill>
                <a:srgbClr val="FFFFFF"/>
              </a:solidFill>
            </a:endParaRPr>
          </a:p>
          <a:p>
            <a:pPr indent="0" lvl="0" marL="457200" rtl="0" algn="just">
              <a:lnSpc>
                <a:spcPct val="115000"/>
              </a:lnSpc>
              <a:spcBef>
                <a:spcPts val="0"/>
              </a:spcBef>
              <a:spcAft>
                <a:spcPts val="0"/>
              </a:spcAft>
              <a:buNone/>
            </a:pPr>
            <a:r>
              <a:t/>
            </a:r>
            <a:endParaRPr sz="1600">
              <a:solidFill>
                <a:srgbClr val="FFFFFF"/>
              </a:solidFill>
            </a:endParaRPr>
          </a:p>
          <a:p>
            <a:pPr indent="-330200" lvl="0" marL="457200" rtl="0" algn="just">
              <a:lnSpc>
                <a:spcPct val="115000"/>
              </a:lnSpc>
              <a:spcBef>
                <a:spcPts val="0"/>
              </a:spcBef>
              <a:spcAft>
                <a:spcPts val="0"/>
              </a:spcAft>
              <a:buClr>
                <a:srgbClr val="FFFFFF"/>
              </a:buClr>
              <a:buSzPts val="1600"/>
              <a:buChar char="●"/>
            </a:pPr>
            <a:r>
              <a:rPr b="1" lang="en" sz="1600">
                <a:solidFill>
                  <a:srgbClr val="FFFFFF"/>
                </a:solidFill>
              </a:rPr>
              <a:t>Example:</a:t>
            </a:r>
            <a:r>
              <a:rPr lang="en" sz="1600">
                <a:solidFill>
                  <a:srgbClr val="FFFFFF"/>
                </a:solidFill>
              </a:rPr>
              <a:t> Imagine working as a chef in a five-star establishment. Using the ingredients at hand, it is your responsibility to prepare the greatest meal you can. From your perspective, the meal is perfect because you bring all of your expertise to the table. Imagine now that the hotel has employed an internal quality inspector to sample your food and report back to the hotel management on its flavor and quality.</a:t>
            </a:r>
            <a:endParaRPr sz="1600">
              <a:solidFill>
                <a:srgbClr val="FFFFFF"/>
              </a:solidFill>
            </a:endParaRPr>
          </a:p>
          <a:p>
            <a:pPr indent="0" lvl="0" marL="457200" rtl="0" algn="just">
              <a:lnSpc>
                <a:spcPct val="115000"/>
              </a:lnSpc>
              <a:spcBef>
                <a:spcPts val="0"/>
              </a:spcBef>
              <a:spcAft>
                <a:spcPts val="0"/>
              </a:spcAft>
              <a:buNone/>
            </a:pPr>
            <a:r>
              <a:t/>
            </a:r>
            <a:endParaRPr sz="1600">
              <a:solidFill>
                <a:srgbClr val="FFFFFF"/>
              </a:solidFill>
            </a:endParaRPr>
          </a:p>
          <a:p>
            <a:pPr indent="-330200" lvl="0" marL="457200" rtl="0" algn="just">
              <a:lnSpc>
                <a:spcPct val="115000"/>
              </a:lnSpc>
              <a:spcBef>
                <a:spcPts val="0"/>
              </a:spcBef>
              <a:spcAft>
                <a:spcPts val="0"/>
              </a:spcAft>
              <a:buClr>
                <a:srgbClr val="FFFFFF"/>
              </a:buClr>
              <a:buSzPts val="1600"/>
              <a:buChar char="●"/>
            </a:pPr>
            <a:r>
              <a:rPr lang="en" sz="1600">
                <a:solidFill>
                  <a:srgbClr val="FFFFFF"/>
                </a:solidFill>
              </a:rPr>
              <a:t>The mindset of a quality inspector can be related with that of a tester, and the mindset of a chef with that of a developer. While the chef prepares the cuisine with good intentions, the quality inspector checks the dish for errors or defects.</a:t>
            </a:r>
            <a:endParaRPr sz="1600">
              <a:solidFill>
                <a:srgbClr val="FFFFFF"/>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g38a5f544626_0_26"/>
          <p:cNvSpPr txBox="1"/>
          <p:nvPr/>
        </p:nvSpPr>
        <p:spPr>
          <a:xfrm>
            <a:off x="208950" y="230875"/>
            <a:ext cx="8752500" cy="7143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4000">
                <a:solidFill>
                  <a:srgbClr val="FFFFFF"/>
                </a:solidFill>
              </a:rPr>
              <a:t>Characteristics of a Software Tester</a:t>
            </a:r>
            <a:endParaRPr sz="4000">
              <a:solidFill>
                <a:srgbClr val="FFFFFF"/>
              </a:solidFill>
            </a:endParaRPr>
          </a:p>
        </p:txBody>
      </p:sp>
      <p:sp>
        <p:nvSpPr>
          <p:cNvPr id="414" name="Google Shape;414;g38a5f544626_0_26"/>
          <p:cNvSpPr txBox="1"/>
          <p:nvPr/>
        </p:nvSpPr>
        <p:spPr>
          <a:xfrm>
            <a:off x="182700" y="945175"/>
            <a:ext cx="8778600" cy="2979900"/>
          </a:xfrm>
          <a:prstGeom prst="rect">
            <a:avLst/>
          </a:prstGeom>
          <a:noFill/>
          <a:ln>
            <a:noFill/>
          </a:ln>
        </p:spPr>
        <p:txBody>
          <a:bodyPr anchorCtr="0" anchor="t" bIns="91425" lIns="91425" spcFirstLastPara="1" rIns="91425" wrap="square" tIns="91425">
            <a:spAutoFit/>
          </a:bodyPr>
          <a:lstStyle/>
          <a:p>
            <a:pPr indent="-330200" lvl="0" marL="457200" rtl="0" algn="just">
              <a:lnSpc>
                <a:spcPct val="115000"/>
              </a:lnSpc>
              <a:spcBef>
                <a:spcPts val="0"/>
              </a:spcBef>
              <a:spcAft>
                <a:spcPts val="0"/>
              </a:spcAft>
              <a:buClr>
                <a:srgbClr val="FFFFFF"/>
              </a:buClr>
              <a:buSzPts val="1600"/>
              <a:buChar char="●"/>
            </a:pPr>
            <a:r>
              <a:rPr lang="en" sz="1600">
                <a:solidFill>
                  <a:srgbClr val="FFFFFF"/>
                </a:solidFill>
              </a:rPr>
              <a:t>Software testing and software development are concurrent processes. Both seek to fulfill predetermined criteria and objectives to meet client’s expectations</a:t>
            </a:r>
            <a:endParaRPr sz="1600">
              <a:solidFill>
                <a:srgbClr val="FFFFFF"/>
              </a:solidFill>
            </a:endParaRPr>
          </a:p>
          <a:p>
            <a:pPr indent="0" lvl="0" marL="457200" rtl="0" algn="just">
              <a:lnSpc>
                <a:spcPct val="115000"/>
              </a:lnSpc>
              <a:spcBef>
                <a:spcPts val="0"/>
              </a:spcBef>
              <a:spcAft>
                <a:spcPts val="0"/>
              </a:spcAft>
              <a:buNone/>
            </a:pPr>
            <a:r>
              <a:t/>
            </a:r>
            <a:endParaRPr sz="1600">
              <a:solidFill>
                <a:srgbClr val="FFFFFF"/>
              </a:solidFill>
            </a:endParaRPr>
          </a:p>
          <a:p>
            <a:pPr indent="-330200" lvl="0" marL="457200" rtl="0" algn="just">
              <a:lnSpc>
                <a:spcPct val="115000"/>
              </a:lnSpc>
              <a:spcBef>
                <a:spcPts val="0"/>
              </a:spcBef>
              <a:spcAft>
                <a:spcPts val="0"/>
              </a:spcAft>
              <a:buClr>
                <a:srgbClr val="FFFFFF"/>
              </a:buClr>
              <a:buSzPts val="1600"/>
              <a:buChar char="●"/>
            </a:pPr>
            <a:r>
              <a:rPr lang="en" sz="1600">
                <a:solidFill>
                  <a:srgbClr val="FFFFFF"/>
                </a:solidFill>
              </a:rPr>
              <a:t>But there are difference towards working procedure.</a:t>
            </a:r>
            <a:br>
              <a:rPr lang="en" sz="1600">
                <a:solidFill>
                  <a:srgbClr val="FFFFFF"/>
                </a:solidFill>
              </a:rPr>
            </a:br>
            <a:endParaRPr sz="1600">
              <a:solidFill>
                <a:srgbClr val="FFFFFF"/>
              </a:solidFill>
            </a:endParaRPr>
          </a:p>
          <a:p>
            <a:pPr indent="-330200" lvl="0" marL="457200" rtl="0" algn="just">
              <a:lnSpc>
                <a:spcPct val="115000"/>
              </a:lnSpc>
              <a:spcBef>
                <a:spcPts val="0"/>
              </a:spcBef>
              <a:spcAft>
                <a:spcPts val="0"/>
              </a:spcAft>
              <a:buClr>
                <a:srgbClr val="FFFFFF"/>
              </a:buClr>
              <a:buSzPts val="1600"/>
              <a:buChar char="●"/>
            </a:pPr>
            <a:r>
              <a:rPr lang="en" sz="1600">
                <a:solidFill>
                  <a:srgbClr val="FFFFFF"/>
                </a:solidFill>
              </a:rPr>
              <a:t>Software development is a creative or constructive act. Software testing, on the other hand, typically falls under the negative or destructive work category.</a:t>
            </a:r>
            <a:br>
              <a:rPr lang="en" sz="1600">
                <a:solidFill>
                  <a:srgbClr val="FFFFFF"/>
                </a:solidFill>
              </a:rPr>
            </a:br>
            <a:endParaRPr sz="1600">
              <a:solidFill>
                <a:srgbClr val="FFFFFF"/>
              </a:solidFill>
            </a:endParaRPr>
          </a:p>
          <a:p>
            <a:pPr indent="-330200" lvl="0" marL="457200" rtl="0" algn="just">
              <a:lnSpc>
                <a:spcPct val="115000"/>
              </a:lnSpc>
              <a:spcBef>
                <a:spcPts val="0"/>
              </a:spcBef>
              <a:spcAft>
                <a:spcPts val="0"/>
              </a:spcAft>
              <a:buClr>
                <a:srgbClr val="FFFFFF"/>
              </a:buClr>
              <a:buSzPts val="1600"/>
              <a:buChar char="●"/>
            </a:pPr>
            <a:r>
              <a:rPr lang="en" sz="1600">
                <a:solidFill>
                  <a:srgbClr val="FFFFFF"/>
                </a:solidFill>
              </a:rPr>
              <a:t>Furthermore, software testing has developed methods and approaches that are intended to maximize a tester's ability to identify flaws.</a:t>
            </a:r>
            <a:endParaRPr sz="1600">
              <a:solidFill>
                <a:srgbClr val="FFFFFF"/>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g38a5f544626_0_31"/>
          <p:cNvSpPr txBox="1"/>
          <p:nvPr/>
        </p:nvSpPr>
        <p:spPr>
          <a:xfrm>
            <a:off x="208950" y="230875"/>
            <a:ext cx="8752500" cy="7143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4000">
                <a:solidFill>
                  <a:srgbClr val="FFFFFF"/>
                </a:solidFill>
              </a:rPr>
              <a:t>Skills in addition to technical skills</a:t>
            </a:r>
            <a:endParaRPr sz="4000">
              <a:solidFill>
                <a:srgbClr val="FFFFFF"/>
              </a:solidFill>
            </a:endParaRPr>
          </a:p>
        </p:txBody>
      </p:sp>
      <p:sp>
        <p:nvSpPr>
          <p:cNvPr id="420" name="Google Shape;420;g38a5f544626_0_31"/>
          <p:cNvSpPr txBox="1"/>
          <p:nvPr/>
        </p:nvSpPr>
        <p:spPr>
          <a:xfrm>
            <a:off x="182700" y="945175"/>
            <a:ext cx="8778600" cy="4112700"/>
          </a:xfrm>
          <a:prstGeom prst="rect">
            <a:avLst/>
          </a:prstGeom>
          <a:noFill/>
          <a:ln>
            <a:noFill/>
          </a:ln>
        </p:spPr>
        <p:txBody>
          <a:bodyPr anchorCtr="0" anchor="t" bIns="91425" lIns="91425" spcFirstLastPara="1" rIns="91425" wrap="square" tIns="91425">
            <a:spAutoFit/>
          </a:bodyPr>
          <a:lstStyle/>
          <a:p>
            <a:pPr indent="-330200" lvl="0" marL="457200" rtl="0" algn="just">
              <a:lnSpc>
                <a:spcPct val="115000"/>
              </a:lnSpc>
              <a:spcBef>
                <a:spcPts val="0"/>
              </a:spcBef>
              <a:spcAft>
                <a:spcPts val="0"/>
              </a:spcAft>
              <a:buClr>
                <a:srgbClr val="FFFFFF"/>
              </a:buClr>
              <a:buSzPts val="1600"/>
              <a:buChar char="●"/>
            </a:pPr>
            <a:r>
              <a:rPr b="1" lang="en" sz="1600">
                <a:solidFill>
                  <a:srgbClr val="FFFFFF"/>
                </a:solidFill>
              </a:rPr>
              <a:t>Interpersonal skills: </a:t>
            </a:r>
            <a:r>
              <a:rPr lang="en" sz="1600">
                <a:solidFill>
                  <a:srgbClr val="FFFFFF"/>
                </a:solidFill>
              </a:rPr>
              <a:t>First and foremost, testers and developers should communicate clearly, completely, humbly, and comfortably regarding flaws, failures, test outcomes, test progress, risks, etc.</a:t>
            </a:r>
            <a:endParaRPr sz="1600">
              <a:solidFill>
                <a:srgbClr val="FFFFFF"/>
              </a:solidFill>
            </a:endParaRPr>
          </a:p>
          <a:p>
            <a:pPr indent="0" lvl="0" marL="457200" rtl="0" algn="just">
              <a:lnSpc>
                <a:spcPct val="115000"/>
              </a:lnSpc>
              <a:spcBef>
                <a:spcPts val="0"/>
              </a:spcBef>
              <a:spcAft>
                <a:spcPts val="0"/>
              </a:spcAft>
              <a:buNone/>
            </a:pPr>
            <a:r>
              <a:t/>
            </a:r>
            <a:endParaRPr sz="1600">
              <a:solidFill>
                <a:srgbClr val="FFFFFF"/>
              </a:solidFill>
            </a:endParaRPr>
          </a:p>
          <a:p>
            <a:pPr indent="-330200" lvl="0" marL="457200" rtl="0" algn="just">
              <a:lnSpc>
                <a:spcPct val="115000"/>
              </a:lnSpc>
              <a:spcBef>
                <a:spcPts val="0"/>
              </a:spcBef>
              <a:spcAft>
                <a:spcPts val="0"/>
              </a:spcAft>
              <a:buClr>
                <a:srgbClr val="FFFFFF"/>
              </a:buClr>
              <a:buSzPts val="1600"/>
              <a:buChar char="●"/>
            </a:pPr>
            <a:r>
              <a:rPr b="1" lang="en" sz="1600">
                <a:solidFill>
                  <a:srgbClr val="FFFFFF"/>
                </a:solidFill>
              </a:rPr>
              <a:t>Sharp observation:</a:t>
            </a:r>
            <a:r>
              <a:rPr lang="en" sz="1600">
                <a:solidFill>
                  <a:srgbClr val="FFFFFF"/>
                </a:solidFill>
              </a:rPr>
              <a:t> An "eye for detail" is the second requirement for software testers. If the testers pay close attention, they can easily spot or notice a lot of critical problems.</a:t>
            </a:r>
            <a:br>
              <a:rPr lang="en" sz="1600">
                <a:solidFill>
                  <a:srgbClr val="FFFFFF"/>
                </a:solidFill>
              </a:rPr>
            </a:br>
            <a:endParaRPr sz="1600">
              <a:solidFill>
                <a:srgbClr val="FFFFFF"/>
              </a:solidFill>
            </a:endParaRPr>
          </a:p>
          <a:p>
            <a:pPr indent="-330200" lvl="0" marL="457200" rtl="0" algn="just">
              <a:lnSpc>
                <a:spcPct val="115000"/>
              </a:lnSpc>
              <a:spcBef>
                <a:spcPts val="0"/>
              </a:spcBef>
              <a:spcAft>
                <a:spcPts val="0"/>
              </a:spcAft>
              <a:buClr>
                <a:srgbClr val="FFFFFF"/>
              </a:buClr>
              <a:buSzPts val="1600"/>
              <a:buChar char="●"/>
            </a:pPr>
            <a:r>
              <a:rPr b="1" lang="en" sz="1600">
                <a:solidFill>
                  <a:srgbClr val="FFFFFF"/>
                </a:solidFill>
              </a:rPr>
              <a:t>Destructive creativity:</a:t>
            </a:r>
            <a:r>
              <a:rPr lang="en" sz="1600">
                <a:solidFill>
                  <a:srgbClr val="FFFFFF"/>
                </a:solidFill>
              </a:rPr>
              <a:t> The tester must also acquire destructive talents. The tester should not "</a:t>
            </a:r>
            <a:r>
              <a:rPr i="1" lang="en" sz="1600">
                <a:solidFill>
                  <a:srgbClr val="FFFFFF"/>
                </a:solidFill>
              </a:rPr>
              <a:t>hesitate to do negative testing"</a:t>
            </a:r>
            <a:r>
              <a:rPr lang="en" sz="1600">
                <a:solidFill>
                  <a:srgbClr val="FFFFFF"/>
                </a:solidFill>
              </a:rPr>
              <a:t>. Checking the system in unexpected circumstances is known as negative testing. </a:t>
            </a:r>
            <a:r>
              <a:rPr b="1" lang="en" sz="1600">
                <a:solidFill>
                  <a:srgbClr val="FFFFFF"/>
                </a:solidFill>
              </a:rPr>
              <a:t>Example:</a:t>
            </a:r>
            <a:r>
              <a:rPr lang="en" sz="1600">
                <a:solidFill>
                  <a:srgbClr val="FFFFFF"/>
                </a:solidFill>
              </a:rPr>
              <a:t> If a login ID is designed to only contain letters, for example, the tester should also test it with numbers and special characters.</a:t>
            </a:r>
            <a:br>
              <a:rPr lang="en" sz="1600">
                <a:solidFill>
                  <a:srgbClr val="FFFFFF"/>
                </a:solidFill>
              </a:rPr>
            </a:br>
            <a:endParaRPr sz="1600">
              <a:solidFill>
                <a:srgbClr val="FFFFFF"/>
              </a:solidFill>
            </a:endParaRPr>
          </a:p>
          <a:p>
            <a:pPr indent="-330200" lvl="0" marL="457200" rtl="0" algn="just">
              <a:lnSpc>
                <a:spcPct val="115000"/>
              </a:lnSpc>
              <a:spcBef>
                <a:spcPts val="0"/>
              </a:spcBef>
              <a:spcAft>
                <a:spcPts val="0"/>
              </a:spcAft>
              <a:buClr>
                <a:srgbClr val="FFFFFF"/>
              </a:buClr>
              <a:buSzPts val="1600"/>
              <a:buChar char="●"/>
            </a:pPr>
            <a:r>
              <a:rPr b="1" lang="en" sz="1600">
                <a:solidFill>
                  <a:srgbClr val="FFFFFF"/>
                </a:solidFill>
              </a:rPr>
              <a:t>Customer-oriented perspective:</a:t>
            </a:r>
            <a:r>
              <a:rPr lang="en" sz="1600">
                <a:solidFill>
                  <a:srgbClr val="FFFFFF"/>
                </a:solidFill>
              </a:rPr>
              <a:t> The QAs/Testers should be able to test the product as an end-user and put themselves in the shoes of the consumer.</a:t>
            </a:r>
            <a:endParaRPr sz="1600">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4" name="Shape 424"/>
        <p:cNvGrpSpPr/>
        <p:nvPr/>
      </p:nvGrpSpPr>
      <p:grpSpPr>
        <a:xfrm>
          <a:off x="0" y="0"/>
          <a:ext cx="0" cy="0"/>
          <a:chOff x="0" y="0"/>
          <a:chExt cx="0" cy="0"/>
        </a:xfrm>
      </p:grpSpPr>
      <p:sp>
        <p:nvSpPr>
          <p:cNvPr id="425" name="Google Shape;425;g38a5f544626_0_36"/>
          <p:cNvSpPr txBox="1"/>
          <p:nvPr/>
        </p:nvSpPr>
        <p:spPr>
          <a:xfrm>
            <a:off x="182700" y="30775"/>
            <a:ext cx="8778600" cy="5812200"/>
          </a:xfrm>
          <a:prstGeom prst="rect">
            <a:avLst/>
          </a:prstGeom>
          <a:noFill/>
          <a:ln>
            <a:noFill/>
          </a:ln>
        </p:spPr>
        <p:txBody>
          <a:bodyPr anchorCtr="0" anchor="t" bIns="91425" lIns="91425" spcFirstLastPara="1" rIns="91425" wrap="square" tIns="91425">
            <a:spAutoFit/>
          </a:bodyPr>
          <a:lstStyle/>
          <a:p>
            <a:pPr indent="-330200" lvl="0" marL="457200" rtl="0" algn="just">
              <a:lnSpc>
                <a:spcPct val="115000"/>
              </a:lnSpc>
              <a:spcBef>
                <a:spcPts val="0"/>
              </a:spcBef>
              <a:spcAft>
                <a:spcPts val="0"/>
              </a:spcAft>
              <a:buClr>
                <a:srgbClr val="FFFFFF"/>
              </a:buClr>
              <a:buSzPts val="1600"/>
              <a:buChar char="●"/>
            </a:pPr>
            <a:r>
              <a:rPr b="1" lang="en" sz="1600">
                <a:solidFill>
                  <a:srgbClr val="FFFFFF"/>
                </a:solidFill>
              </a:rPr>
              <a:t>Ironical but friendly:</a:t>
            </a:r>
            <a:r>
              <a:rPr lang="en" sz="1600">
                <a:solidFill>
                  <a:srgbClr val="FFFFFF"/>
                </a:solidFill>
              </a:rPr>
              <a:t> The tester needs to be determined in challenging even the smallest ambiguity until it is proven, regardless of the project's nature. During the test, various scenarios could occur. This relationship needs to be balanced by the tester. Errors shouldn't be made in the process. The goal of "attacking software issues but not software developers" should be defended and persuaded by testers.</a:t>
            </a:r>
            <a:endParaRPr sz="1600">
              <a:solidFill>
                <a:srgbClr val="FFFFFF"/>
              </a:solidFill>
            </a:endParaRPr>
          </a:p>
          <a:p>
            <a:pPr indent="0" lvl="0" marL="457200" rtl="0" algn="just">
              <a:lnSpc>
                <a:spcPct val="115000"/>
              </a:lnSpc>
              <a:spcBef>
                <a:spcPts val="0"/>
              </a:spcBef>
              <a:spcAft>
                <a:spcPts val="0"/>
              </a:spcAft>
              <a:buNone/>
            </a:pPr>
            <a:r>
              <a:t/>
            </a:r>
            <a:endParaRPr sz="1600">
              <a:solidFill>
                <a:srgbClr val="FFFFFF"/>
              </a:solidFill>
            </a:endParaRPr>
          </a:p>
          <a:p>
            <a:pPr indent="-330200" lvl="0" marL="457200" rtl="0" algn="just">
              <a:lnSpc>
                <a:spcPct val="115000"/>
              </a:lnSpc>
              <a:spcBef>
                <a:spcPts val="0"/>
              </a:spcBef>
              <a:spcAft>
                <a:spcPts val="0"/>
              </a:spcAft>
              <a:buClr>
                <a:srgbClr val="FFFFFF"/>
              </a:buClr>
              <a:buSzPts val="1600"/>
              <a:buChar char="●"/>
            </a:pPr>
            <a:r>
              <a:rPr b="1" lang="en" sz="1600">
                <a:solidFill>
                  <a:srgbClr val="FFFFFF"/>
                </a:solidFill>
              </a:rPr>
              <a:t>Organized, flexible, and patient at work:</a:t>
            </a:r>
            <a:r>
              <a:rPr lang="en" sz="1600">
                <a:solidFill>
                  <a:srgbClr val="FFFFFF"/>
                </a:solidFill>
              </a:rPr>
              <a:t> Testers should realize that they can also make mistakes. They should therefore be very good at organizing; they also need to have checklists, data, and statistics to back up their conclusions. The tester should also be adaptable and receptive to new procedures. The software should be retested for as many potential new faults as the tester is patient enough to do. In projects where requirements change frequently, testers need to be patient and stay organized.</a:t>
            </a:r>
            <a:br>
              <a:rPr lang="en" sz="1600">
                <a:solidFill>
                  <a:srgbClr val="FFFFFF"/>
                </a:solidFill>
              </a:rPr>
            </a:br>
            <a:endParaRPr sz="1600">
              <a:solidFill>
                <a:srgbClr val="FFFFFF"/>
              </a:solidFill>
            </a:endParaRPr>
          </a:p>
          <a:p>
            <a:pPr indent="-330200" lvl="0" marL="457200" rtl="0" algn="just">
              <a:lnSpc>
                <a:spcPct val="115000"/>
              </a:lnSpc>
              <a:spcBef>
                <a:spcPts val="0"/>
              </a:spcBef>
              <a:spcAft>
                <a:spcPts val="0"/>
              </a:spcAft>
              <a:buClr>
                <a:srgbClr val="FFFFFF"/>
              </a:buClr>
              <a:buSzPts val="1600"/>
              <a:buChar char="●"/>
            </a:pPr>
            <a:r>
              <a:rPr b="1" lang="en" sz="1600">
                <a:solidFill>
                  <a:srgbClr val="FFFFFF"/>
                </a:solidFill>
              </a:rPr>
              <a:t>Objective and neutral attitude:</a:t>
            </a:r>
            <a:r>
              <a:rPr lang="en" sz="1600">
                <a:solidFill>
                  <a:srgbClr val="FFFFFF"/>
                </a:solidFill>
              </a:rPr>
              <a:t> In a software project, testers are like bad news bearers. When the tester is accused of performing his job (i.e., identifying faults) too well, he must be able to handle the situation. The development team should recognize the tester's efforts and accept the mistakes. Because every possible issue the tester may find would result in a smaller chance of a issue the client could have found.</a:t>
            </a:r>
            <a:endParaRPr sz="1600">
              <a:solidFill>
                <a:srgbClr val="FFFFFF"/>
              </a:solidFill>
            </a:endParaRPr>
          </a:p>
          <a:p>
            <a:pPr indent="-330200" lvl="0" marL="457200" rtl="0" algn="just">
              <a:lnSpc>
                <a:spcPct val="115000"/>
              </a:lnSpc>
              <a:spcBef>
                <a:spcPts val="0"/>
              </a:spcBef>
              <a:spcAft>
                <a:spcPts val="0"/>
              </a:spcAft>
              <a:buClr>
                <a:srgbClr val="FFFFFF"/>
              </a:buClr>
              <a:buSzPts val="1600"/>
              <a:buChar char="●"/>
            </a:pPr>
            <a:r>
              <a:rPr b="1" lang="en" sz="1600">
                <a:solidFill>
                  <a:srgbClr val="FFFFFF"/>
                </a:solidFill>
              </a:rPr>
              <a:t>Customer-oriented perspective:</a:t>
            </a:r>
            <a:r>
              <a:rPr lang="en" sz="1600">
                <a:solidFill>
                  <a:srgbClr val="FFFFFF"/>
                </a:solidFill>
              </a:rPr>
              <a:t> The QAs/Testers should be able to test the product as an end-user and put themselves in the shoes of the consumer.</a:t>
            </a:r>
            <a:endParaRPr sz="1600">
              <a:solidFill>
                <a:srgbClr val="FFFFFF"/>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g38a5f544626_0_40"/>
          <p:cNvSpPr txBox="1"/>
          <p:nvPr/>
        </p:nvSpPr>
        <p:spPr>
          <a:xfrm>
            <a:off x="208950" y="230875"/>
            <a:ext cx="8752500" cy="7143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sz="4000">
                <a:solidFill>
                  <a:srgbClr val="FFFFFF"/>
                </a:solidFill>
              </a:rPr>
              <a:t>How to improve communication</a:t>
            </a:r>
            <a:endParaRPr sz="4000">
              <a:solidFill>
                <a:srgbClr val="FFFFFF"/>
              </a:solidFill>
            </a:endParaRPr>
          </a:p>
        </p:txBody>
      </p:sp>
      <p:sp>
        <p:nvSpPr>
          <p:cNvPr id="431" name="Google Shape;431;g38a5f544626_0_40"/>
          <p:cNvSpPr txBox="1"/>
          <p:nvPr/>
        </p:nvSpPr>
        <p:spPr>
          <a:xfrm>
            <a:off x="182700" y="868975"/>
            <a:ext cx="8778600" cy="3973500"/>
          </a:xfrm>
          <a:prstGeom prst="rect">
            <a:avLst/>
          </a:prstGeom>
          <a:noFill/>
          <a:ln>
            <a:noFill/>
          </a:ln>
        </p:spPr>
        <p:txBody>
          <a:bodyPr anchorCtr="0" anchor="t" bIns="91425" lIns="91425" spcFirstLastPara="1" rIns="91425" wrap="square" tIns="91425">
            <a:spAutoFit/>
          </a:bodyPr>
          <a:lstStyle/>
          <a:p>
            <a:pPr indent="-330200" lvl="0" marL="457200" rtl="0" algn="just">
              <a:lnSpc>
                <a:spcPct val="115000"/>
              </a:lnSpc>
              <a:spcBef>
                <a:spcPts val="0"/>
              </a:spcBef>
              <a:spcAft>
                <a:spcPts val="0"/>
              </a:spcAft>
              <a:buClr>
                <a:srgbClr val="FFFFFF"/>
              </a:buClr>
              <a:buSzPts val="1600"/>
              <a:buChar char="●"/>
            </a:pPr>
            <a:r>
              <a:rPr b="1" lang="en" sz="1600">
                <a:solidFill>
                  <a:srgbClr val="FFFFFF"/>
                </a:solidFill>
              </a:rPr>
              <a:t>Effective communication is one of the major competencies of a tester, in addition to technical and the domain knowledge. Moreover, they must to be able to establish a pleasant relationship with their coworkers, particularly with their development team.</a:t>
            </a:r>
            <a:endParaRPr b="1" sz="1600">
              <a:solidFill>
                <a:srgbClr val="FFFFFF"/>
              </a:solidFill>
            </a:endParaRPr>
          </a:p>
          <a:p>
            <a:pPr indent="-323850" lvl="1" marL="914400" rtl="0" algn="just">
              <a:lnSpc>
                <a:spcPct val="115000"/>
              </a:lnSpc>
              <a:spcBef>
                <a:spcPts val="0"/>
              </a:spcBef>
              <a:spcAft>
                <a:spcPts val="0"/>
              </a:spcAft>
              <a:buClr>
                <a:srgbClr val="FFFFFF"/>
              </a:buClr>
              <a:buSzPts val="1500"/>
              <a:buChar char="○"/>
            </a:pPr>
            <a:r>
              <a:rPr lang="en" sz="1500">
                <a:solidFill>
                  <a:srgbClr val="FFFFFF"/>
                </a:solidFill>
              </a:rPr>
              <a:t>Do not boast - You're not perfect either!</a:t>
            </a:r>
            <a:endParaRPr sz="1500">
              <a:solidFill>
                <a:srgbClr val="FFFFFF"/>
              </a:solidFill>
            </a:endParaRPr>
          </a:p>
          <a:p>
            <a:pPr indent="-323850" lvl="1" marL="914400" rtl="0" algn="just">
              <a:lnSpc>
                <a:spcPct val="115000"/>
              </a:lnSpc>
              <a:spcBef>
                <a:spcPts val="0"/>
              </a:spcBef>
              <a:spcAft>
                <a:spcPts val="0"/>
              </a:spcAft>
              <a:buClr>
                <a:srgbClr val="FFFFFF"/>
              </a:buClr>
              <a:buSzPts val="1500"/>
              <a:buChar char="○"/>
            </a:pPr>
            <a:r>
              <a:rPr lang="en" sz="1500">
                <a:solidFill>
                  <a:srgbClr val="FFFFFF"/>
                </a:solidFill>
              </a:rPr>
              <a:t>Do not blame - the errors are probably from the group instead of an individual.</a:t>
            </a:r>
            <a:endParaRPr sz="1500">
              <a:solidFill>
                <a:srgbClr val="FFFFFF"/>
              </a:solidFill>
            </a:endParaRPr>
          </a:p>
          <a:p>
            <a:pPr indent="-323850" lvl="1" marL="914400" rtl="0" algn="just">
              <a:lnSpc>
                <a:spcPct val="115000"/>
              </a:lnSpc>
              <a:spcBef>
                <a:spcPts val="0"/>
              </a:spcBef>
              <a:spcAft>
                <a:spcPts val="0"/>
              </a:spcAft>
              <a:buClr>
                <a:srgbClr val="FFFFFF"/>
              </a:buClr>
              <a:buSzPts val="1500"/>
              <a:buChar char="○"/>
            </a:pPr>
            <a:r>
              <a:rPr lang="en" sz="1500">
                <a:solidFill>
                  <a:srgbClr val="FFFFFF"/>
                </a:solidFill>
              </a:rPr>
              <a:t>Be constructively critical and discuss the defect and steps to reproduce it.</a:t>
            </a:r>
            <a:endParaRPr sz="1500">
              <a:solidFill>
                <a:srgbClr val="FFFFFF"/>
              </a:solidFill>
            </a:endParaRPr>
          </a:p>
          <a:p>
            <a:pPr indent="-330200" lvl="0" marL="457200" rtl="0" algn="just">
              <a:lnSpc>
                <a:spcPct val="115000"/>
              </a:lnSpc>
              <a:spcBef>
                <a:spcPts val="0"/>
              </a:spcBef>
              <a:spcAft>
                <a:spcPts val="0"/>
              </a:spcAft>
              <a:buClr>
                <a:srgbClr val="FFFFFF"/>
              </a:buClr>
              <a:buSzPts val="1600"/>
              <a:buChar char="●"/>
            </a:pPr>
            <a:r>
              <a:rPr b="1" lang="en" sz="1600">
                <a:solidFill>
                  <a:srgbClr val="FFFFFF"/>
                </a:solidFill>
              </a:rPr>
              <a:t>Discuss how to fix the defect so that the delivered system is better for the client.</a:t>
            </a:r>
            <a:endParaRPr b="1" sz="1600">
              <a:solidFill>
                <a:srgbClr val="FFFFFF"/>
              </a:solidFill>
            </a:endParaRPr>
          </a:p>
          <a:p>
            <a:pPr indent="-323850" lvl="1" marL="914400" rtl="0" algn="just">
              <a:lnSpc>
                <a:spcPct val="115000"/>
              </a:lnSpc>
              <a:spcBef>
                <a:spcPts val="0"/>
              </a:spcBef>
              <a:spcAft>
                <a:spcPts val="0"/>
              </a:spcAft>
              <a:buClr>
                <a:srgbClr val="FFFFFF"/>
              </a:buClr>
              <a:buSzPts val="1500"/>
              <a:buChar char="○"/>
            </a:pPr>
            <a:r>
              <a:rPr lang="en" sz="1500">
                <a:solidFill>
                  <a:srgbClr val="FFFFFF"/>
                </a:solidFill>
              </a:rPr>
              <a:t>Do not just see the pessimistic side, praise the efforts as well.</a:t>
            </a:r>
            <a:endParaRPr sz="1500">
              <a:solidFill>
                <a:srgbClr val="FFFFFF"/>
              </a:solidFill>
            </a:endParaRPr>
          </a:p>
          <a:p>
            <a:pPr indent="-323850" lvl="1" marL="914400" rtl="0" algn="just">
              <a:lnSpc>
                <a:spcPct val="115000"/>
              </a:lnSpc>
              <a:spcBef>
                <a:spcPts val="0"/>
              </a:spcBef>
              <a:spcAft>
                <a:spcPts val="0"/>
              </a:spcAft>
              <a:buClr>
                <a:srgbClr val="FFFFFF"/>
              </a:buClr>
              <a:buSzPts val="1500"/>
              <a:buChar char="○"/>
            </a:pPr>
            <a:r>
              <a:rPr lang="en" sz="1500">
                <a:solidFill>
                  <a:srgbClr val="FFFFFF"/>
                </a:solidFill>
              </a:rPr>
              <a:t>Show discovered risks and the benefits of fixing the defects.</a:t>
            </a:r>
            <a:endParaRPr sz="1500">
              <a:solidFill>
                <a:srgbClr val="FFFFFF"/>
              </a:solidFill>
            </a:endParaRPr>
          </a:p>
          <a:p>
            <a:pPr indent="-323850" lvl="1" marL="914400" rtl="0" algn="just">
              <a:lnSpc>
                <a:spcPct val="115000"/>
              </a:lnSpc>
              <a:spcBef>
                <a:spcPts val="0"/>
              </a:spcBef>
              <a:spcAft>
                <a:spcPts val="0"/>
              </a:spcAft>
              <a:buClr>
                <a:srgbClr val="FFFFFF"/>
              </a:buClr>
              <a:buSzPts val="1500"/>
              <a:buChar char="○"/>
            </a:pPr>
            <a:r>
              <a:rPr lang="en" sz="1500">
                <a:solidFill>
                  <a:srgbClr val="FFFFFF"/>
                </a:solidFill>
              </a:rPr>
              <a:t>Confirm that the developer has understood the defect clearly</a:t>
            </a:r>
            <a:endParaRPr sz="1500">
              <a:solidFill>
                <a:srgbClr val="FFFFFF"/>
              </a:solidFill>
            </a:endParaRPr>
          </a:p>
          <a:p>
            <a:pPr indent="-330200" lvl="0" marL="457200" rtl="0" algn="just">
              <a:lnSpc>
                <a:spcPct val="115000"/>
              </a:lnSpc>
              <a:spcBef>
                <a:spcPts val="0"/>
              </a:spcBef>
              <a:spcAft>
                <a:spcPts val="0"/>
              </a:spcAft>
              <a:buClr>
                <a:srgbClr val="FFFFFF"/>
              </a:buClr>
              <a:buSzPts val="1600"/>
              <a:buChar char="●"/>
            </a:pPr>
            <a:r>
              <a:rPr b="1" lang="en" sz="1600">
                <a:solidFill>
                  <a:srgbClr val="FFFFFF"/>
                </a:solidFill>
              </a:rPr>
              <a:t>Collaborate instead of battling around. Everyone in the project has a common objective of creating better software.</a:t>
            </a:r>
            <a:endParaRPr b="1" sz="1600">
              <a:solidFill>
                <a:srgbClr val="FFFFFF"/>
              </a:solidFill>
            </a:endParaRPr>
          </a:p>
          <a:p>
            <a:pPr indent="-323850" lvl="1" marL="914400" rtl="0" algn="just">
              <a:lnSpc>
                <a:spcPct val="115000"/>
              </a:lnSpc>
              <a:spcBef>
                <a:spcPts val="0"/>
              </a:spcBef>
              <a:spcAft>
                <a:spcPts val="0"/>
              </a:spcAft>
              <a:buClr>
                <a:srgbClr val="FFFFFF"/>
              </a:buClr>
              <a:buSzPts val="1500"/>
              <a:buChar char="○"/>
            </a:pPr>
            <a:r>
              <a:rPr lang="en" sz="1500">
                <a:solidFill>
                  <a:srgbClr val="FFFFFF"/>
                </a:solidFill>
              </a:rPr>
              <a:t>Be collaborative, kind, and helpful to your colleagues</a:t>
            </a:r>
            <a:endParaRPr sz="1500">
              <a:solidFill>
                <a:srgbClr val="FFFFFF"/>
              </a:solidFill>
            </a:endParaRPr>
          </a:p>
          <a:p>
            <a:pPr indent="-323850" lvl="1" marL="914400" rtl="0" algn="just">
              <a:lnSpc>
                <a:spcPct val="115000"/>
              </a:lnSpc>
              <a:spcBef>
                <a:spcPts val="0"/>
              </a:spcBef>
              <a:spcAft>
                <a:spcPts val="0"/>
              </a:spcAft>
              <a:buClr>
                <a:srgbClr val="FFFFFF"/>
              </a:buClr>
              <a:buSzPts val="1500"/>
              <a:buChar char="○"/>
            </a:pPr>
            <a:r>
              <a:rPr lang="en" sz="1500">
                <a:solidFill>
                  <a:srgbClr val="FFFFFF"/>
                </a:solidFill>
              </a:rPr>
              <a:t>Try to understand how the other person feels and why he/she reacts the way they do.</a:t>
            </a:r>
            <a:endParaRPr sz="1500">
              <a:solidFill>
                <a:srgbClr val="FFFFFF"/>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5" name="Shape 435"/>
        <p:cNvGrpSpPr/>
        <p:nvPr/>
      </p:nvGrpSpPr>
      <p:grpSpPr>
        <a:xfrm>
          <a:off x="0" y="0"/>
          <a:ext cx="0" cy="0"/>
          <a:chOff x="0" y="0"/>
          <a:chExt cx="0" cy="0"/>
        </a:xfrm>
      </p:grpSpPr>
      <p:sp>
        <p:nvSpPr>
          <p:cNvPr id="436" name="Google Shape;436;g382bac4281b_0_69"/>
          <p:cNvSpPr txBox="1"/>
          <p:nvPr>
            <p:ph type="title"/>
          </p:nvPr>
        </p:nvSpPr>
        <p:spPr>
          <a:xfrm>
            <a:off x="98600" y="171425"/>
            <a:ext cx="8711400" cy="729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lt1"/>
              </a:buClr>
              <a:buSzPts val="1100"/>
              <a:buNone/>
            </a:pPr>
            <a:r>
              <a:rPr lang="en" sz="3400">
                <a:latin typeface="Arial"/>
                <a:ea typeface="Arial"/>
                <a:cs typeface="Arial"/>
                <a:sym typeface="Arial"/>
              </a:rPr>
              <a:t>Roles and responsibilities</a:t>
            </a:r>
            <a:endParaRPr sz="3400"/>
          </a:p>
        </p:txBody>
      </p:sp>
      <p:graphicFrame>
        <p:nvGraphicFramePr>
          <p:cNvPr id="437" name="Google Shape;437;g382bac4281b_0_69"/>
          <p:cNvGraphicFramePr/>
          <p:nvPr/>
        </p:nvGraphicFramePr>
        <p:xfrm>
          <a:off x="259100" y="910478"/>
          <a:ext cx="3000000" cy="3000000"/>
        </p:xfrm>
        <a:graphic>
          <a:graphicData uri="http://schemas.openxmlformats.org/drawingml/2006/table">
            <a:tbl>
              <a:tblPr>
                <a:noFill/>
                <a:tableStyleId>{35C5691C-FE0A-4A92-9688-11ADB6E5AE1F}</a:tableStyleId>
              </a:tblPr>
              <a:tblGrid>
                <a:gridCol w="4355700"/>
                <a:gridCol w="4355700"/>
              </a:tblGrid>
              <a:tr h="381000">
                <a:tc>
                  <a:txBody>
                    <a:bodyPr/>
                    <a:lstStyle/>
                    <a:p>
                      <a:pPr indent="0" lvl="0" marL="0" marR="0" rtl="0" algn="ctr">
                        <a:lnSpc>
                          <a:spcPct val="100000"/>
                        </a:lnSpc>
                        <a:spcBef>
                          <a:spcPts val="0"/>
                        </a:spcBef>
                        <a:spcAft>
                          <a:spcPts val="0"/>
                        </a:spcAft>
                        <a:buClr>
                          <a:srgbClr val="000000"/>
                        </a:buClr>
                        <a:buSzPts val="1800"/>
                        <a:buFont typeface="Arial"/>
                        <a:buNone/>
                      </a:pPr>
                      <a:r>
                        <a:rPr b="1" lang="en" sz="1800" u="none" cap="none" strike="noStrike">
                          <a:solidFill>
                            <a:schemeClr val="dk1"/>
                          </a:solidFill>
                        </a:rPr>
                        <a:t>Developer’s Role</a:t>
                      </a:r>
                      <a:endParaRPr b="1" sz="1800" u="none" cap="none" strike="noStrike">
                        <a:solidFill>
                          <a:schemeClr val="dk1"/>
                        </a:solidFill>
                      </a:endParaRPr>
                    </a:p>
                  </a:txBody>
                  <a:tcPr marT="91425" marB="91425" marR="91425" marL="91425"/>
                </a:tc>
                <a:tc>
                  <a:txBody>
                    <a:bodyPr/>
                    <a:lstStyle/>
                    <a:p>
                      <a:pPr indent="0" lvl="0" marL="0" marR="0" rtl="0" algn="ctr">
                        <a:lnSpc>
                          <a:spcPct val="100000"/>
                        </a:lnSpc>
                        <a:spcBef>
                          <a:spcPts val="0"/>
                        </a:spcBef>
                        <a:spcAft>
                          <a:spcPts val="0"/>
                        </a:spcAft>
                        <a:buClr>
                          <a:srgbClr val="000000"/>
                        </a:buClr>
                        <a:buSzPts val="1800"/>
                        <a:buFont typeface="Arial"/>
                        <a:buNone/>
                      </a:pPr>
                      <a:r>
                        <a:rPr b="1" lang="en" sz="1800" u="none" cap="none" strike="noStrike">
                          <a:solidFill>
                            <a:schemeClr val="dk1"/>
                          </a:solidFill>
                        </a:rPr>
                        <a:t>Tester’s Role</a:t>
                      </a:r>
                      <a:endParaRPr b="1" sz="1800" u="none" cap="none" strike="noStrike"/>
                    </a:p>
                  </a:txBody>
                  <a:tcPr marT="91425" marB="91425" marR="91425" marL="91425"/>
                </a:tc>
              </a:tr>
              <a:tr h="381000">
                <a:tc>
                  <a:txBody>
                    <a:bodyPr/>
                    <a:lstStyle/>
                    <a:p>
                      <a:pPr indent="-317500" lvl="0" marL="457200" marR="0" rtl="0" algn="l">
                        <a:lnSpc>
                          <a:spcPct val="100000"/>
                        </a:lnSpc>
                        <a:spcBef>
                          <a:spcPts val="0"/>
                        </a:spcBef>
                        <a:spcAft>
                          <a:spcPts val="0"/>
                        </a:spcAft>
                        <a:buClr>
                          <a:schemeClr val="dk1"/>
                        </a:buClr>
                        <a:buSzPts val="1400"/>
                        <a:buChar char="●"/>
                      </a:pPr>
                      <a:r>
                        <a:rPr lang="en" sz="1400" u="none" cap="none" strike="noStrike">
                          <a:solidFill>
                            <a:schemeClr val="dk1"/>
                          </a:solidFill>
                        </a:rPr>
                        <a:t>Implements requirements</a:t>
                      </a:r>
                      <a:endParaRPr sz="1400" u="none" cap="none" strike="noStrike">
                        <a:solidFill>
                          <a:schemeClr val="dk1"/>
                        </a:solidFill>
                      </a:endParaRPr>
                    </a:p>
                  </a:txBody>
                  <a:tcPr marT="91425" marB="91425" marR="91425" marL="91425"/>
                </a:tc>
                <a:tc>
                  <a:txBody>
                    <a:bodyPr/>
                    <a:lstStyle/>
                    <a:p>
                      <a:pPr indent="-317500" lvl="0" marL="457200" marR="0" rtl="0" algn="l">
                        <a:lnSpc>
                          <a:spcPct val="100000"/>
                        </a:lnSpc>
                        <a:spcBef>
                          <a:spcPts val="0"/>
                        </a:spcBef>
                        <a:spcAft>
                          <a:spcPts val="0"/>
                        </a:spcAft>
                        <a:buClr>
                          <a:schemeClr val="dk1"/>
                        </a:buClr>
                        <a:buSzPts val="1400"/>
                        <a:buChar char="●"/>
                      </a:pPr>
                      <a:r>
                        <a:rPr lang="en" sz="1400" u="none" cap="none" strike="noStrike">
                          <a:solidFill>
                            <a:schemeClr val="dk1"/>
                          </a:solidFill>
                        </a:rPr>
                        <a:t>Plans testing activities</a:t>
                      </a:r>
                      <a:endParaRPr sz="1400" u="none" cap="none" strike="noStrike">
                        <a:solidFill>
                          <a:schemeClr val="dk1"/>
                        </a:solidFill>
                      </a:endParaRPr>
                    </a:p>
                  </a:txBody>
                  <a:tcPr marT="91425" marB="91425" marR="91425" marL="91425"/>
                </a:tc>
              </a:tr>
              <a:tr h="381000">
                <a:tc>
                  <a:txBody>
                    <a:bodyPr/>
                    <a:lstStyle/>
                    <a:p>
                      <a:pPr indent="-317500" lvl="0" marL="457200" marR="0" rtl="0" algn="l">
                        <a:lnSpc>
                          <a:spcPct val="100000"/>
                        </a:lnSpc>
                        <a:spcBef>
                          <a:spcPts val="0"/>
                        </a:spcBef>
                        <a:spcAft>
                          <a:spcPts val="0"/>
                        </a:spcAft>
                        <a:buClr>
                          <a:schemeClr val="dk1"/>
                        </a:buClr>
                        <a:buSzPts val="1400"/>
                        <a:buChar char="●"/>
                      </a:pPr>
                      <a:r>
                        <a:rPr lang="en" sz="1400" u="none" cap="none" strike="noStrike">
                          <a:solidFill>
                            <a:schemeClr val="dk1"/>
                          </a:solidFill>
                        </a:rPr>
                        <a:t>Developers structures</a:t>
                      </a:r>
                      <a:endParaRPr sz="1400" u="none" cap="none" strike="noStrike">
                        <a:solidFill>
                          <a:schemeClr val="dk1"/>
                        </a:solidFill>
                      </a:endParaRPr>
                    </a:p>
                  </a:txBody>
                  <a:tcPr marT="91425" marB="91425" marR="91425" marL="91425"/>
                </a:tc>
                <a:tc>
                  <a:txBody>
                    <a:bodyPr/>
                    <a:lstStyle/>
                    <a:p>
                      <a:pPr indent="-317500" lvl="0" marL="457200" marR="0" rtl="0" algn="l">
                        <a:lnSpc>
                          <a:spcPct val="100000"/>
                        </a:lnSpc>
                        <a:spcBef>
                          <a:spcPts val="0"/>
                        </a:spcBef>
                        <a:spcAft>
                          <a:spcPts val="0"/>
                        </a:spcAft>
                        <a:buClr>
                          <a:schemeClr val="dk1"/>
                        </a:buClr>
                        <a:buSzPts val="1400"/>
                        <a:buChar char="●"/>
                      </a:pPr>
                      <a:r>
                        <a:rPr lang="en" sz="1400" u="none" cap="none" strike="noStrike">
                          <a:solidFill>
                            <a:schemeClr val="dk1"/>
                          </a:solidFill>
                        </a:rPr>
                        <a:t>Design test case</a:t>
                      </a:r>
                      <a:endParaRPr sz="1400" u="none" cap="none" strike="noStrike">
                        <a:solidFill>
                          <a:schemeClr val="dk1"/>
                        </a:solidFill>
                      </a:endParaRPr>
                    </a:p>
                  </a:txBody>
                  <a:tcPr marT="91425" marB="91425" marR="91425" marL="91425"/>
                </a:tc>
              </a:tr>
              <a:tr h="381000">
                <a:tc>
                  <a:txBody>
                    <a:bodyPr/>
                    <a:lstStyle/>
                    <a:p>
                      <a:pPr indent="-317500" lvl="0" marL="457200" marR="0" rtl="0" algn="l">
                        <a:lnSpc>
                          <a:spcPct val="100000"/>
                        </a:lnSpc>
                        <a:spcBef>
                          <a:spcPts val="0"/>
                        </a:spcBef>
                        <a:spcAft>
                          <a:spcPts val="0"/>
                        </a:spcAft>
                        <a:buClr>
                          <a:schemeClr val="dk1"/>
                        </a:buClr>
                        <a:buSzPts val="1400"/>
                        <a:buChar char="●"/>
                      </a:pPr>
                      <a:r>
                        <a:rPr lang="en" sz="1400" u="none" cap="none" strike="noStrike">
                          <a:solidFill>
                            <a:schemeClr val="dk1"/>
                          </a:solidFill>
                        </a:rPr>
                        <a:t>Design and programs the software</a:t>
                      </a:r>
                      <a:endParaRPr sz="1400" u="none" cap="none" strike="noStrike">
                        <a:solidFill>
                          <a:schemeClr val="dk1"/>
                        </a:solidFill>
                      </a:endParaRPr>
                    </a:p>
                  </a:txBody>
                  <a:tcPr marT="91425" marB="91425" marR="91425" marL="91425"/>
                </a:tc>
                <a:tc>
                  <a:txBody>
                    <a:bodyPr/>
                    <a:lstStyle/>
                    <a:p>
                      <a:pPr indent="-317500" lvl="0" marL="457200" marR="0" rtl="0" algn="l">
                        <a:lnSpc>
                          <a:spcPct val="100000"/>
                        </a:lnSpc>
                        <a:spcBef>
                          <a:spcPts val="0"/>
                        </a:spcBef>
                        <a:spcAft>
                          <a:spcPts val="0"/>
                        </a:spcAft>
                        <a:buClr>
                          <a:schemeClr val="dk1"/>
                        </a:buClr>
                        <a:buSzPts val="1400"/>
                        <a:buChar char="●"/>
                      </a:pPr>
                      <a:r>
                        <a:rPr lang="en" sz="1400" u="none" cap="none" strike="noStrike">
                          <a:solidFill>
                            <a:schemeClr val="dk1"/>
                          </a:solidFill>
                        </a:rPr>
                        <a:t>Is concerned only with finding defects</a:t>
                      </a:r>
                      <a:endParaRPr sz="1400" u="none" cap="none" strike="noStrike">
                        <a:solidFill>
                          <a:schemeClr val="dk1"/>
                        </a:solidFill>
                      </a:endParaRPr>
                    </a:p>
                  </a:txBody>
                  <a:tcPr marT="91425" marB="91425" marR="91425" marL="91425"/>
                </a:tc>
              </a:tr>
              <a:tr h="381000">
                <a:tc>
                  <a:txBody>
                    <a:bodyPr/>
                    <a:lstStyle/>
                    <a:p>
                      <a:pPr indent="-317500" lvl="0" marL="457200" marR="0" rtl="0" algn="l">
                        <a:lnSpc>
                          <a:spcPct val="100000"/>
                        </a:lnSpc>
                        <a:spcBef>
                          <a:spcPts val="0"/>
                        </a:spcBef>
                        <a:spcAft>
                          <a:spcPts val="0"/>
                        </a:spcAft>
                        <a:buClr>
                          <a:schemeClr val="dk1"/>
                        </a:buClr>
                        <a:buSzPts val="1400"/>
                        <a:buChar char="●"/>
                      </a:pPr>
                      <a:r>
                        <a:rPr lang="en" sz="1400" u="none" cap="none" strike="noStrike">
                          <a:solidFill>
                            <a:schemeClr val="dk1"/>
                          </a:solidFill>
                        </a:rPr>
                        <a:t>Creating a product is his success</a:t>
                      </a:r>
                      <a:endParaRPr sz="1400" u="none" cap="none" strike="noStrike">
                        <a:solidFill>
                          <a:schemeClr val="dk1"/>
                        </a:solidFill>
                      </a:endParaRPr>
                    </a:p>
                  </a:txBody>
                  <a:tcPr marT="91425" marB="91425" marR="91425" marL="91425"/>
                </a:tc>
                <a:tc>
                  <a:txBody>
                    <a:bodyPr/>
                    <a:lstStyle/>
                    <a:p>
                      <a:pPr indent="-317500" lvl="0" marL="457200" marR="0" rtl="0" algn="l">
                        <a:lnSpc>
                          <a:spcPct val="100000"/>
                        </a:lnSpc>
                        <a:spcBef>
                          <a:spcPts val="0"/>
                        </a:spcBef>
                        <a:spcAft>
                          <a:spcPts val="0"/>
                        </a:spcAft>
                        <a:buClr>
                          <a:schemeClr val="dk1"/>
                        </a:buClr>
                        <a:buSzPts val="1400"/>
                        <a:buChar char="●"/>
                      </a:pPr>
                      <a:r>
                        <a:rPr lang="en" sz="1400" u="none" cap="none" strike="noStrike">
                          <a:solidFill>
                            <a:schemeClr val="dk1"/>
                          </a:solidFill>
                        </a:rPr>
                        <a:t>Finding errors made by a developer is the success</a:t>
                      </a:r>
                      <a:endParaRPr sz="1400" u="none" cap="none" strike="noStrike">
                        <a:solidFill>
                          <a:schemeClr val="dk1"/>
                        </a:solidFill>
                      </a:endParaRPr>
                    </a:p>
                  </a:txBody>
                  <a:tcPr marT="91425" marB="91425" marR="91425" marL="91425"/>
                </a:tc>
              </a:tr>
              <a:tr h="381000">
                <a:tc>
                  <a:txBody>
                    <a:bodyPr/>
                    <a:lstStyle/>
                    <a:p>
                      <a:pPr indent="-317500" lvl="0" marL="457200" marR="0" rtl="0" algn="l">
                        <a:lnSpc>
                          <a:spcPct val="100000"/>
                        </a:lnSpc>
                        <a:spcBef>
                          <a:spcPts val="0"/>
                        </a:spcBef>
                        <a:spcAft>
                          <a:spcPts val="0"/>
                        </a:spcAft>
                        <a:buClr>
                          <a:schemeClr val="dk1"/>
                        </a:buClr>
                        <a:buSzPts val="1400"/>
                        <a:buChar char="●"/>
                      </a:pPr>
                      <a:r>
                        <a:rPr lang="en" sz="1400" u="none" cap="none" strike="noStrike">
                          <a:solidFill>
                            <a:schemeClr val="dk1"/>
                          </a:solidFill>
                        </a:rPr>
                        <a:t>Ensures that the final product is closely aligned with customer expectations</a:t>
                      </a:r>
                      <a:endParaRPr sz="1400" u="none" cap="none" strike="noStrike">
                        <a:solidFill>
                          <a:schemeClr val="dk1"/>
                        </a:solidFill>
                      </a:endParaRPr>
                    </a:p>
                  </a:txBody>
                  <a:tcPr marT="91425" marB="91425" marR="91425" marL="91425"/>
                </a:tc>
                <a:tc>
                  <a:txBody>
                    <a:bodyPr/>
                    <a:lstStyle/>
                    <a:p>
                      <a:pPr indent="-317500" lvl="0" marL="457200" marR="0" rtl="0" algn="l">
                        <a:lnSpc>
                          <a:spcPct val="100000"/>
                        </a:lnSpc>
                        <a:spcBef>
                          <a:spcPts val="0"/>
                        </a:spcBef>
                        <a:spcAft>
                          <a:spcPts val="0"/>
                        </a:spcAft>
                        <a:buClr>
                          <a:schemeClr val="dk1"/>
                        </a:buClr>
                        <a:buSzPts val="1400"/>
                        <a:buChar char="●"/>
                      </a:pPr>
                      <a:r>
                        <a:rPr lang="en" sz="1400" u="none" cap="none" strike="noStrike">
                          <a:solidFill>
                            <a:schemeClr val="dk1"/>
                          </a:solidFill>
                        </a:rPr>
                        <a:t>Ensures that newly written code has less bugs before it goes in</a:t>
                      </a:r>
                      <a:r>
                        <a:rPr lang="en">
                          <a:solidFill>
                            <a:schemeClr val="dk1"/>
                          </a:solidFill>
                        </a:rPr>
                        <a:t>to production/live/deployment</a:t>
                      </a:r>
                      <a:endParaRPr sz="1400" u="none" cap="none" strike="noStrike">
                        <a:solidFill>
                          <a:schemeClr val="dk1"/>
                        </a:solidFill>
                      </a:endParaRPr>
                    </a:p>
                  </a:txBody>
                  <a:tcPr marT="91425" marB="91425" marR="91425" marL="91425"/>
                </a:tc>
              </a:tr>
              <a:tr h="381000">
                <a:tc>
                  <a:txBody>
                    <a:bodyPr/>
                    <a:lstStyle/>
                    <a:p>
                      <a:pPr indent="-317500" lvl="0" marL="457200" marR="0" rtl="0" algn="l">
                        <a:lnSpc>
                          <a:spcPct val="100000"/>
                        </a:lnSpc>
                        <a:spcBef>
                          <a:spcPts val="0"/>
                        </a:spcBef>
                        <a:spcAft>
                          <a:spcPts val="0"/>
                        </a:spcAft>
                        <a:buClr>
                          <a:schemeClr val="dk1"/>
                        </a:buClr>
                        <a:buSzPts val="1400"/>
                        <a:buChar char="●"/>
                      </a:pPr>
                      <a:r>
                        <a:rPr lang="en" sz="1400" u="none" cap="none" strike="noStrike">
                          <a:solidFill>
                            <a:schemeClr val="dk1"/>
                          </a:solidFill>
                        </a:rPr>
                        <a:t>Generally comprises unit tests.</a:t>
                      </a:r>
                      <a:endParaRPr sz="1400" u="none" cap="none" strike="noStrike">
                        <a:solidFill>
                          <a:schemeClr val="dk1"/>
                        </a:solidFill>
                      </a:endParaRPr>
                    </a:p>
                  </a:txBody>
                  <a:tcPr marT="91425" marB="91425" marR="91425" marL="91425"/>
                </a:tc>
                <a:tc>
                  <a:txBody>
                    <a:bodyPr/>
                    <a:lstStyle/>
                    <a:p>
                      <a:pPr indent="-317500" lvl="0" marL="457200" marR="0" rtl="0" algn="l">
                        <a:lnSpc>
                          <a:spcPct val="100000"/>
                        </a:lnSpc>
                        <a:spcBef>
                          <a:spcPts val="0"/>
                        </a:spcBef>
                        <a:spcAft>
                          <a:spcPts val="0"/>
                        </a:spcAft>
                        <a:buClr>
                          <a:schemeClr val="dk1"/>
                        </a:buClr>
                        <a:buSzPts val="1400"/>
                        <a:buChar char="●"/>
                      </a:pPr>
                      <a:r>
                        <a:rPr lang="en" sz="1400" u="none" cap="none" strike="noStrike">
                          <a:solidFill>
                            <a:schemeClr val="dk1"/>
                          </a:solidFill>
                        </a:rPr>
                        <a:t>Generally comprises multiple tests – regression tests, accessibility tests, usability tests, performance tests, stress tests, etc.</a:t>
                      </a:r>
                      <a:endParaRPr sz="1400" u="none" cap="none" strike="noStrike">
                        <a:solidFill>
                          <a:schemeClr val="dk1"/>
                        </a:solidFill>
                      </a:endParaRPr>
                    </a:p>
                  </a:txBody>
                  <a:tcPr marT="91425" marB="91425" marR="91425" marL="91425"/>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1" name="Shape 441"/>
        <p:cNvGrpSpPr/>
        <p:nvPr/>
      </p:nvGrpSpPr>
      <p:grpSpPr>
        <a:xfrm>
          <a:off x="0" y="0"/>
          <a:ext cx="0" cy="0"/>
          <a:chOff x="0" y="0"/>
          <a:chExt cx="0" cy="0"/>
        </a:xfrm>
      </p:grpSpPr>
      <p:sp>
        <p:nvSpPr>
          <p:cNvPr id="442" name="Google Shape;442;p11"/>
          <p:cNvSpPr txBox="1"/>
          <p:nvPr>
            <p:ph type="title"/>
          </p:nvPr>
        </p:nvSpPr>
        <p:spPr>
          <a:xfrm>
            <a:off x="632850" y="400625"/>
            <a:ext cx="7878300" cy="17415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Clr>
                <a:schemeClr val="lt1"/>
              </a:buClr>
              <a:buSzPts val="1100"/>
              <a:buNone/>
            </a:pPr>
            <a:r>
              <a:rPr lang="en" sz="5200">
                <a:latin typeface="Arial"/>
                <a:ea typeface="Arial"/>
                <a:cs typeface="Arial"/>
                <a:sym typeface="Arial"/>
              </a:rPr>
              <a:t>Any Questions?</a:t>
            </a:r>
            <a:endParaRPr/>
          </a:p>
        </p:txBody>
      </p:sp>
      <p:sp>
        <p:nvSpPr>
          <p:cNvPr id="443" name="Google Shape;443;p11"/>
          <p:cNvSpPr txBox="1"/>
          <p:nvPr>
            <p:ph idx="2" type="subTitle"/>
          </p:nvPr>
        </p:nvSpPr>
        <p:spPr>
          <a:xfrm>
            <a:off x="2068350" y="3665300"/>
            <a:ext cx="5007300" cy="9348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Clr>
                <a:schemeClr val="lt1"/>
              </a:buClr>
              <a:buSzPts val="1100"/>
              <a:buNone/>
            </a:pPr>
            <a:r>
              <a:rPr lang="en"/>
              <a:t>Thank you!</a:t>
            </a:r>
            <a:endParaRPr/>
          </a:p>
        </p:txBody>
      </p:sp>
      <p:pic>
        <p:nvPicPr>
          <p:cNvPr id="444" name="Google Shape;444;p11"/>
          <p:cNvPicPr preferRelativeResize="0"/>
          <p:nvPr/>
        </p:nvPicPr>
        <p:blipFill rotWithShape="1">
          <a:blip r:embed="rId3">
            <a:alphaModFix/>
          </a:blip>
          <a:srcRect b="0" l="0" r="0" t="0"/>
          <a:stretch/>
        </p:blipFill>
        <p:spPr>
          <a:xfrm>
            <a:off x="3418263" y="1671975"/>
            <a:ext cx="2879281" cy="179955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trategy Plan">
  <a:themeElements>
    <a:clrScheme name="Simple Light">
      <a:dk1>
        <a:srgbClr val="FFFFFF"/>
      </a:dk1>
      <a:lt1>
        <a:srgbClr val="000000"/>
      </a:lt1>
      <a:dk2>
        <a:srgbClr val="999999"/>
      </a:dk2>
      <a:lt2>
        <a:srgbClr val="FFECD1"/>
      </a:lt2>
      <a:accent1>
        <a:srgbClr val="AC6600"/>
      </a:accent1>
      <a:accent2>
        <a:srgbClr val="5E7F00"/>
      </a:accent2>
      <a:accent3>
        <a:srgbClr val="2322EF"/>
      </a:accent3>
      <a:accent4>
        <a:srgbClr val="DDDDFF"/>
      </a:accent4>
      <a:accent5>
        <a:srgbClr val="EFEFEF"/>
      </a:accent5>
      <a:accent6>
        <a:srgbClr val="F7FEEB"/>
      </a:accent6>
      <a:hlink>
        <a:srgbClr val="FFFF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