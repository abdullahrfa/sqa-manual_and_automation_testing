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Barlow ExtraLight"/>
      <p:regular r:id="rId15"/>
      <p:bold r:id="rId16"/>
      <p:italic r:id="rId17"/>
      <p:boldItalic r:id="rId18"/>
    </p:embeddedFont>
    <p:embeddedFont>
      <p:font typeface="Hepta Slab Medium"/>
      <p:regular r:id="rId19"/>
      <p:bold r:id="rId20"/>
    </p:embeddedFont>
    <p:embeddedFont>
      <p:font typeface="Hepta Slab Light"/>
      <p:regular r:id="rId21"/>
      <p:bold r:id="rId22"/>
    </p:embeddedFont>
    <p:embeddedFont>
      <p:font typeface="Hepta Slab"/>
      <p:regular r:id="rId23"/>
      <p:bold r:id="rId24"/>
    </p:embeddedFont>
    <p:embeddedFont>
      <p:font typeface="Barlow Medium"/>
      <p:regular r:id="rId25"/>
      <p:bold r:id="rId26"/>
      <p:italic r:id="rId27"/>
      <p:boldItalic r:id="rId28"/>
    </p:embeddedFont>
    <p:embeddedFont>
      <p:font typeface="Barlow Light"/>
      <p:regular r:id="rId29"/>
      <p:bold r:id="rId30"/>
      <p:italic r:id="rId31"/>
      <p:boldItalic r:id="rId32"/>
    </p:embeddedFont>
    <p:embeddedFont>
      <p:font typeface="Barlow"/>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7" roundtripDataSignature="AMtx7mhq9gq9S4yjtOTT+qj0S/06mtUN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ptaSlabMedium-bold.fntdata"/><Relationship Id="rId22" Type="http://schemas.openxmlformats.org/officeDocument/2006/relationships/font" Target="fonts/HeptaSlabLight-bold.fntdata"/><Relationship Id="rId21" Type="http://schemas.openxmlformats.org/officeDocument/2006/relationships/font" Target="fonts/HeptaSlabLight-regular.fntdata"/><Relationship Id="rId24" Type="http://schemas.openxmlformats.org/officeDocument/2006/relationships/font" Target="fonts/HeptaSlab-bold.fntdata"/><Relationship Id="rId23" Type="http://schemas.openxmlformats.org/officeDocument/2006/relationships/font" Target="fonts/HeptaSlab-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Medium-bold.fntdata"/><Relationship Id="rId25" Type="http://schemas.openxmlformats.org/officeDocument/2006/relationships/font" Target="fonts/BarlowMedium-regular.fntdata"/><Relationship Id="rId28" Type="http://schemas.openxmlformats.org/officeDocument/2006/relationships/font" Target="fonts/BarlowMedium-boldItalic.fntdata"/><Relationship Id="rId27" Type="http://schemas.openxmlformats.org/officeDocument/2006/relationships/font" Target="fonts/Barlow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Light-italic.fntdata"/><Relationship Id="rId30" Type="http://schemas.openxmlformats.org/officeDocument/2006/relationships/font" Target="fonts/BarlowLight-bold.fntdata"/><Relationship Id="rId11" Type="http://schemas.openxmlformats.org/officeDocument/2006/relationships/slide" Target="slides/slide6.xml"/><Relationship Id="rId33" Type="http://schemas.openxmlformats.org/officeDocument/2006/relationships/font" Target="fonts/Barlow-regular.fntdata"/><Relationship Id="rId10" Type="http://schemas.openxmlformats.org/officeDocument/2006/relationships/slide" Target="slides/slide5.xml"/><Relationship Id="rId32" Type="http://schemas.openxmlformats.org/officeDocument/2006/relationships/font" Target="fonts/BarlowLight-boldItalic.fntdata"/><Relationship Id="rId13" Type="http://schemas.openxmlformats.org/officeDocument/2006/relationships/slide" Target="slides/slide8.xml"/><Relationship Id="rId35" Type="http://schemas.openxmlformats.org/officeDocument/2006/relationships/font" Target="fonts/Barlow-italic.fntdata"/><Relationship Id="rId12" Type="http://schemas.openxmlformats.org/officeDocument/2006/relationships/slide" Target="slides/slide7.xml"/><Relationship Id="rId34" Type="http://schemas.openxmlformats.org/officeDocument/2006/relationships/font" Target="fonts/Barlow-bold.fntdata"/><Relationship Id="rId15" Type="http://schemas.openxmlformats.org/officeDocument/2006/relationships/font" Target="fonts/BarlowExtraLight-regular.fntdata"/><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Barlow-boldItalic.fntdata"/><Relationship Id="rId17" Type="http://schemas.openxmlformats.org/officeDocument/2006/relationships/font" Target="fonts/BarlowExtraLight-italic.fntdata"/><Relationship Id="rId16" Type="http://schemas.openxmlformats.org/officeDocument/2006/relationships/font" Target="fonts/BarlowExtraLight-bold.fntdata"/><Relationship Id="rId19" Type="http://schemas.openxmlformats.org/officeDocument/2006/relationships/font" Target="fonts/HeptaSlabMedium-regular.fntdata"/><Relationship Id="rId18" Type="http://schemas.openxmlformats.org/officeDocument/2006/relationships/font" Target="fonts/BarlowExtra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6728c966da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36728c966da_0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6728c966da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6728c966da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728c966da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728c966da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42d93776e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342d93776e7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42d93776e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42d93776e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9" name="Shape 9"/>
        <p:cNvGrpSpPr/>
        <p:nvPr/>
      </p:nvGrpSpPr>
      <p:grpSpPr>
        <a:xfrm>
          <a:off x="0" y="0"/>
          <a:ext cx="0" cy="0"/>
          <a:chOff x="0" y="0"/>
          <a:chExt cx="0" cy="0"/>
        </a:xfrm>
      </p:grpSpPr>
      <p:sp>
        <p:nvSpPr>
          <p:cNvPr id="10" name="Google Shape;10;p13"/>
          <p:cNvSpPr txBox="1"/>
          <p:nvPr>
            <p:ph type="title"/>
          </p:nvPr>
        </p:nvSpPr>
        <p:spPr>
          <a:xfrm>
            <a:off x="632850" y="1124700"/>
            <a:ext cx="7878300" cy="174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5400"/>
              <a:buFont typeface="Hepta Slab"/>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3"/>
          <p:cNvSpPr txBox="1"/>
          <p:nvPr>
            <p:ph idx="1" type="body"/>
          </p:nvPr>
        </p:nvSpPr>
        <p:spPr>
          <a:xfrm>
            <a:off x="4064100" y="4335200"/>
            <a:ext cx="1015800" cy="2661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2" name="Google Shape;12;p13"/>
          <p:cNvSpPr txBox="1"/>
          <p:nvPr>
            <p:ph idx="2" type="subTitle"/>
          </p:nvPr>
        </p:nvSpPr>
        <p:spPr>
          <a:xfrm>
            <a:off x="2857500" y="2902000"/>
            <a:ext cx="3765600" cy="93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13" name="Google Shape;1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13"/>
          <p:cNvSpPr txBox="1"/>
          <p:nvPr/>
        </p:nvSpPr>
        <p:spPr>
          <a:xfrm>
            <a:off x="6907975" y="4749850"/>
            <a:ext cx="2197500" cy="33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Barlow Light"/>
                <a:ea typeface="Barlow Light"/>
                <a:cs typeface="Barlow Light"/>
                <a:sym typeface="Barlow Light"/>
              </a:rPr>
              <a:t>Mishel Franklin Desilva</a:t>
            </a:r>
            <a:endParaRPr b="0" i="0" sz="1500" u="none" cap="none" strike="noStrike">
              <a:solidFill>
                <a:schemeClr val="dk1"/>
              </a:solidFill>
              <a:latin typeface="Barlow Light"/>
              <a:ea typeface="Barlow Light"/>
              <a:cs typeface="Barlow Light"/>
              <a:sym typeface="Barlow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5" name="Shape 15"/>
        <p:cNvGrpSpPr/>
        <p:nvPr/>
      </p:nvGrpSpPr>
      <p:grpSpPr>
        <a:xfrm>
          <a:off x="0" y="0"/>
          <a:ext cx="0" cy="0"/>
          <a:chOff x="0" y="0"/>
          <a:chExt cx="0" cy="0"/>
        </a:xfrm>
      </p:grpSpPr>
      <p:sp>
        <p:nvSpPr>
          <p:cNvPr id="16" name="Google Shape;16;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9" name="Shape 19"/>
        <p:cNvGrpSpPr/>
        <p:nvPr/>
      </p:nvGrpSpPr>
      <p:grpSpPr>
        <a:xfrm>
          <a:off x="0" y="0"/>
          <a:ext cx="0" cy="0"/>
          <a:chOff x="0" y="0"/>
          <a:chExt cx="0" cy="0"/>
        </a:xfrm>
      </p:grpSpPr>
      <p:sp>
        <p:nvSpPr>
          <p:cNvPr id="20" name="Google Shape;20;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2" name="Shape 22"/>
        <p:cNvGrpSpPr/>
        <p:nvPr/>
      </p:nvGrpSpPr>
      <p:grpSpPr>
        <a:xfrm>
          <a:off x="0" y="0"/>
          <a:ext cx="0" cy="0"/>
          <a:chOff x="0" y="0"/>
          <a:chExt cx="0" cy="0"/>
        </a:xfrm>
      </p:grpSpPr>
      <p:sp>
        <p:nvSpPr>
          <p:cNvPr id="23" name="Google Shape;2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25" name="Google Shape;25;p1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6" name="Shape 26"/>
        <p:cNvGrpSpPr/>
        <p:nvPr/>
      </p:nvGrpSpPr>
      <p:grpSpPr>
        <a:xfrm>
          <a:off x="0" y="0"/>
          <a:ext cx="0" cy="0"/>
          <a:chOff x="0" y="0"/>
          <a:chExt cx="0" cy="0"/>
        </a:xfrm>
      </p:grpSpPr>
      <p:sp>
        <p:nvSpPr>
          <p:cNvPr id="27" name="Google Shape;2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9" name="Google Shape;2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1" name="Shape 31"/>
        <p:cNvGrpSpPr/>
        <p:nvPr/>
      </p:nvGrpSpPr>
      <p:grpSpPr>
        <a:xfrm>
          <a:off x="0" y="0"/>
          <a:ext cx="0" cy="0"/>
          <a:chOff x="0" y="0"/>
          <a:chExt cx="0" cy="0"/>
        </a:xfrm>
      </p:grpSpPr>
      <p:sp>
        <p:nvSpPr>
          <p:cNvPr id="32" name="Google Shape;3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4" name="Shape 34"/>
        <p:cNvGrpSpPr/>
        <p:nvPr/>
      </p:nvGrpSpPr>
      <p:grpSpPr>
        <a:xfrm>
          <a:off x="0" y="0"/>
          <a:ext cx="0" cy="0"/>
          <a:chOff x="0" y="0"/>
          <a:chExt cx="0" cy="0"/>
        </a:xfrm>
      </p:grpSpPr>
      <p:sp>
        <p:nvSpPr>
          <p:cNvPr id="35" name="Google Shape;35;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7" name="Google Shape;37;p1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8" name="Shape 38"/>
        <p:cNvGrpSpPr/>
        <p:nvPr/>
      </p:nvGrpSpPr>
      <p:grpSpPr>
        <a:xfrm>
          <a:off x="0" y="0"/>
          <a:ext cx="0" cy="0"/>
          <a:chOff x="0" y="0"/>
          <a:chExt cx="0" cy="0"/>
        </a:xfrm>
      </p:grpSpPr>
      <p:sp>
        <p:nvSpPr>
          <p:cNvPr id="39" name="Google Shape;39;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1" name="Shape 41"/>
        <p:cNvGrpSpPr/>
        <p:nvPr/>
      </p:nvGrpSpPr>
      <p:grpSpPr>
        <a:xfrm>
          <a:off x="0" y="0"/>
          <a:ext cx="0" cy="0"/>
          <a:chOff x="0" y="0"/>
          <a:chExt cx="0" cy="0"/>
        </a:xfrm>
      </p:grpSpPr>
      <p:sp>
        <p:nvSpPr>
          <p:cNvPr id="42" name="Google Shape;42;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vl2pPr indent="-317500" lvl="1" marL="914400" algn="l">
              <a:lnSpc>
                <a:spcPct val="100000"/>
              </a:lnSpc>
              <a:spcBef>
                <a:spcPts val="0"/>
              </a:spcBef>
              <a:spcAft>
                <a:spcPts val="0"/>
              </a:spcAft>
              <a:buClr>
                <a:schemeClr val="lt1"/>
              </a:buClr>
              <a:buSzPts val="1400"/>
              <a:buChar char="○"/>
              <a:defRPr>
                <a:solidFill>
                  <a:schemeClr val="lt1"/>
                </a:solidFill>
              </a:defRPr>
            </a:lvl2pPr>
            <a:lvl3pPr indent="-311150" lvl="2" marL="1371600" algn="l">
              <a:lnSpc>
                <a:spcPct val="100000"/>
              </a:lnSpc>
              <a:spcBef>
                <a:spcPts val="0"/>
              </a:spcBef>
              <a:spcAft>
                <a:spcPts val="0"/>
              </a:spcAft>
              <a:buClr>
                <a:schemeClr val="lt1"/>
              </a:buClr>
              <a:buSzPts val="1300"/>
              <a:buChar char="■"/>
              <a:defRPr>
                <a:solidFill>
                  <a:schemeClr val="lt1"/>
                </a:solidFill>
              </a:defRPr>
            </a:lvl3pPr>
            <a:lvl4pPr indent="-304800" lvl="3" marL="1828800" algn="l">
              <a:lnSpc>
                <a:spcPct val="100000"/>
              </a:lnSpc>
              <a:spcBef>
                <a:spcPts val="0"/>
              </a:spcBef>
              <a:spcAft>
                <a:spcPts val="0"/>
              </a:spcAft>
              <a:buClr>
                <a:schemeClr val="lt1"/>
              </a:buClr>
              <a:buSzPts val="1200"/>
              <a:buChar char="●"/>
              <a:defRPr>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3050" lvl="8" marL="4114800" algn="l">
              <a:lnSpc>
                <a:spcPct val="100000"/>
              </a:lnSpc>
              <a:spcBef>
                <a:spcPts val="0"/>
              </a:spcBef>
              <a:spcAft>
                <a:spcPts val="0"/>
              </a:spcAft>
              <a:buClr>
                <a:schemeClr val="lt1"/>
              </a:buClr>
              <a:buSzPts val="700"/>
              <a:buChar char="■"/>
              <a:defRPr>
                <a:solidFill>
                  <a:schemeClr val="lt1"/>
                </a:solidFill>
              </a:defRPr>
            </a:lvl9pPr>
          </a:lstStyle>
          <a:p/>
        </p:txBody>
      </p:sp>
      <p:sp>
        <p:nvSpPr>
          <p:cNvPr id="46" name="Google Shape;46;p2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7" name="Shape 47"/>
        <p:cNvGrpSpPr/>
        <p:nvPr/>
      </p:nvGrpSpPr>
      <p:grpSpPr>
        <a:xfrm>
          <a:off x="0" y="0"/>
          <a:ext cx="0" cy="0"/>
          <a:chOff x="0" y="0"/>
          <a:chExt cx="0" cy="0"/>
        </a:xfrm>
      </p:grpSpPr>
      <p:sp>
        <p:nvSpPr>
          <p:cNvPr id="48" name="Google Shape;48;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500"/>
              <a:buNone/>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49" name="Google Shape;49;p2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0" name="Shape 50"/>
        <p:cNvGrpSpPr/>
        <p:nvPr/>
      </p:nvGrpSpPr>
      <p:grpSpPr>
        <a:xfrm>
          <a:off x="0" y="0"/>
          <a:ext cx="0" cy="0"/>
          <a:chOff x="0" y="0"/>
          <a:chExt cx="0" cy="0"/>
        </a:xfrm>
      </p:grpSpPr>
      <p:sp>
        <p:nvSpPr>
          <p:cNvPr id="51" name="Google Shape;51;p23"/>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52" name="Google Shape;52;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23850" lvl="0" marL="457200" algn="ctr">
              <a:lnSpc>
                <a:spcPct val="100000"/>
              </a:lnSpc>
              <a:spcBef>
                <a:spcPts val="0"/>
              </a:spcBef>
              <a:spcAft>
                <a:spcPts val="0"/>
              </a:spcAft>
              <a:buSzPts val="1500"/>
              <a:buChar char="●"/>
              <a:defRPr/>
            </a:lvl1pPr>
            <a:lvl2pPr indent="-317500" lvl="1" marL="914400" algn="ctr">
              <a:lnSpc>
                <a:spcPct val="100000"/>
              </a:lnSpc>
              <a:spcBef>
                <a:spcPts val="0"/>
              </a:spcBef>
              <a:spcAft>
                <a:spcPts val="0"/>
              </a:spcAft>
              <a:buSzPts val="1400"/>
              <a:buChar char="○"/>
              <a:defRPr/>
            </a:lvl2pPr>
            <a:lvl3pPr indent="-311150" lvl="2" marL="1371600" algn="ctr">
              <a:lnSpc>
                <a:spcPct val="100000"/>
              </a:lnSpc>
              <a:spcBef>
                <a:spcPts val="0"/>
              </a:spcBef>
              <a:spcAft>
                <a:spcPts val="0"/>
              </a:spcAft>
              <a:buSzPts val="1300"/>
              <a:buChar char="■"/>
              <a:defRPr/>
            </a:lvl3pPr>
            <a:lvl4pPr indent="-304800" lvl="3" marL="1828800" algn="ctr">
              <a:lnSpc>
                <a:spcPct val="100000"/>
              </a:lnSpc>
              <a:spcBef>
                <a:spcPts val="0"/>
              </a:spcBef>
              <a:spcAft>
                <a:spcPts val="0"/>
              </a:spcAft>
              <a:buSzPts val="1200"/>
              <a:buChar char="●"/>
              <a:defRPr/>
            </a:lvl4pPr>
            <a:lvl5pPr indent="-298450" lvl="4" marL="2286000" algn="ctr">
              <a:lnSpc>
                <a:spcPct val="100000"/>
              </a:lnSpc>
              <a:spcBef>
                <a:spcPts val="0"/>
              </a:spcBef>
              <a:spcAft>
                <a:spcPts val="0"/>
              </a:spcAft>
              <a:buSzPts val="1100"/>
              <a:buChar char="○"/>
              <a:defRPr/>
            </a:lvl5pPr>
            <a:lvl6pPr indent="-292100" lvl="5" marL="2743200" algn="ctr">
              <a:lnSpc>
                <a:spcPct val="100000"/>
              </a:lnSpc>
              <a:spcBef>
                <a:spcPts val="0"/>
              </a:spcBef>
              <a:spcAft>
                <a:spcPts val="0"/>
              </a:spcAft>
              <a:buSzPts val="1000"/>
              <a:buChar char="■"/>
              <a:defRPr/>
            </a:lvl6pPr>
            <a:lvl7pPr indent="-285750" lvl="6" marL="3200400" algn="ctr">
              <a:lnSpc>
                <a:spcPct val="100000"/>
              </a:lnSpc>
              <a:spcBef>
                <a:spcPts val="0"/>
              </a:spcBef>
              <a:spcAft>
                <a:spcPts val="0"/>
              </a:spcAft>
              <a:buSzPts val="900"/>
              <a:buChar char="●"/>
              <a:defRPr/>
            </a:lvl7pPr>
            <a:lvl8pPr indent="-279400" lvl="7" marL="3657600" algn="ctr">
              <a:lnSpc>
                <a:spcPct val="100000"/>
              </a:lnSpc>
              <a:spcBef>
                <a:spcPts val="0"/>
              </a:spcBef>
              <a:spcAft>
                <a:spcPts val="0"/>
              </a:spcAft>
              <a:buSzPts val="800"/>
              <a:buChar char="○"/>
              <a:defRPr/>
            </a:lvl8pPr>
            <a:lvl9pPr indent="-273050" lvl="8" marL="4114800" algn="ctr">
              <a:lnSpc>
                <a:spcPct val="100000"/>
              </a:lnSpc>
              <a:spcBef>
                <a:spcPts val="0"/>
              </a:spcBef>
              <a:spcAft>
                <a:spcPts val="0"/>
              </a:spcAft>
              <a:buSzPts val="700"/>
              <a:buChar char="■"/>
              <a:defRPr/>
            </a:lvl9pPr>
          </a:lstStyle>
          <a:p/>
        </p:txBody>
      </p:sp>
      <p:sp>
        <p:nvSpPr>
          <p:cNvPr id="53" name="Google Shape;53;p2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54" name="Shape 54"/>
        <p:cNvGrpSpPr/>
        <p:nvPr/>
      </p:nvGrpSpPr>
      <p:grpSpPr>
        <a:xfrm>
          <a:off x="0" y="0"/>
          <a:ext cx="0" cy="0"/>
          <a:chOff x="0" y="0"/>
          <a:chExt cx="0" cy="0"/>
        </a:xfrm>
      </p:grpSpPr>
      <p:sp>
        <p:nvSpPr>
          <p:cNvPr id="55" name="Google Shape;55;p2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6" name="Shape 56"/>
        <p:cNvGrpSpPr/>
        <p:nvPr/>
      </p:nvGrpSpPr>
      <p:grpSpPr>
        <a:xfrm>
          <a:off x="0" y="0"/>
          <a:ext cx="0" cy="0"/>
          <a:chOff x="0" y="0"/>
          <a:chExt cx="0" cy="0"/>
        </a:xfrm>
      </p:grpSpPr>
      <p:sp>
        <p:nvSpPr>
          <p:cNvPr id="57" name="Google Shape;57;p25"/>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25"/>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0" name="Google Shape;60;p25"/>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1" name="Google Shape;61;p25"/>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2" name="Google Shape;62;p25"/>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3" name="Google Shape;63;p25"/>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4" name="Google Shape;64;p25"/>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5" name="Shape 65"/>
        <p:cNvGrpSpPr/>
        <p:nvPr/>
      </p:nvGrpSpPr>
      <p:grpSpPr>
        <a:xfrm>
          <a:off x="0" y="0"/>
          <a:ext cx="0" cy="0"/>
          <a:chOff x="0" y="0"/>
          <a:chExt cx="0" cy="0"/>
        </a:xfrm>
      </p:grpSpPr>
      <p:sp>
        <p:nvSpPr>
          <p:cNvPr id="66" name="Google Shape;6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68" name="Google Shape;68;p26"/>
          <p:cNvSpPr/>
          <p:nvPr>
            <p:ph idx="2" type="pic"/>
          </p:nvPr>
        </p:nvSpPr>
        <p:spPr>
          <a:xfrm>
            <a:off x="4992024" y="1152775"/>
            <a:ext cx="3840300" cy="3416400"/>
          </a:xfrm>
          <a:prstGeom prst="rect">
            <a:avLst/>
          </a:prstGeom>
          <a:noFill/>
          <a:ln>
            <a:noFill/>
          </a:ln>
        </p:spPr>
      </p:sp>
      <p:sp>
        <p:nvSpPr>
          <p:cNvPr id="69" name="Google Shape;69;p2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70" name="Shape 70"/>
        <p:cNvGrpSpPr/>
        <p:nvPr/>
      </p:nvGrpSpPr>
      <p:grpSpPr>
        <a:xfrm>
          <a:off x="0" y="0"/>
          <a:ext cx="0" cy="0"/>
          <a:chOff x="0" y="0"/>
          <a:chExt cx="0" cy="0"/>
        </a:xfrm>
      </p:grpSpPr>
      <p:sp>
        <p:nvSpPr>
          <p:cNvPr id="71" name="Google Shape;71;p2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2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3" name="Google Shape;73;p27"/>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74" name="Google Shape;74;p27"/>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75" name="Google Shape;75;p27"/>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6" name="Google Shape;76;p27"/>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7" name="Shape 77"/>
        <p:cNvGrpSpPr/>
        <p:nvPr/>
      </p:nvGrpSpPr>
      <p:grpSpPr>
        <a:xfrm>
          <a:off x="0" y="0"/>
          <a:ext cx="0" cy="0"/>
          <a:chOff x="0" y="0"/>
          <a:chExt cx="0" cy="0"/>
        </a:xfrm>
      </p:grpSpPr>
      <p:sp>
        <p:nvSpPr>
          <p:cNvPr id="78" name="Google Shape;78;p2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28"/>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0" name="Google Shape;80;p28"/>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1" name="Google Shape;81;p28"/>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2" name="Google Shape;82;p2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3" name="Google Shape;83;p28"/>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4" name="Google Shape;84;p28"/>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5" name="Google Shape;85;p28"/>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6" name="Shape 86"/>
        <p:cNvGrpSpPr/>
        <p:nvPr/>
      </p:nvGrpSpPr>
      <p:grpSpPr>
        <a:xfrm>
          <a:off x="0" y="0"/>
          <a:ext cx="0" cy="0"/>
          <a:chOff x="0" y="0"/>
          <a:chExt cx="0" cy="0"/>
        </a:xfrm>
      </p:grpSpPr>
      <p:sp>
        <p:nvSpPr>
          <p:cNvPr id="87" name="Google Shape;87;p2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29"/>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9" name="Google Shape;89;p29"/>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0" name="Google Shape;90;p29"/>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1" name="Google Shape;91;p29"/>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2" name="Google Shape;92;p29"/>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3" name="Google Shape;93;p29"/>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4" name="Google Shape;94;p29"/>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5" name="Google Shape;95;p29"/>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6" name="Google Shape;96;p29"/>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7" name="Shape 97"/>
        <p:cNvGrpSpPr/>
        <p:nvPr/>
      </p:nvGrpSpPr>
      <p:grpSpPr>
        <a:xfrm>
          <a:off x="0" y="0"/>
          <a:ext cx="0" cy="0"/>
          <a:chOff x="0" y="0"/>
          <a:chExt cx="0" cy="0"/>
        </a:xfrm>
      </p:grpSpPr>
      <p:sp>
        <p:nvSpPr>
          <p:cNvPr id="98" name="Google Shape;9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01" name="Shape 101"/>
        <p:cNvGrpSpPr/>
        <p:nvPr/>
      </p:nvGrpSpPr>
      <p:grpSpPr>
        <a:xfrm>
          <a:off x="0" y="0"/>
          <a:ext cx="0" cy="0"/>
          <a:chOff x="0" y="0"/>
          <a:chExt cx="0" cy="0"/>
        </a:xfrm>
      </p:grpSpPr>
      <p:sp>
        <p:nvSpPr>
          <p:cNvPr id="102" name="Google Shape;102;p31"/>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03" name="Google Shape;103;p31"/>
          <p:cNvSpPr/>
          <p:nvPr>
            <p:ph idx="2" type="pic"/>
          </p:nvPr>
        </p:nvSpPr>
        <p:spPr>
          <a:xfrm>
            <a:off x="4804825" y="1133300"/>
            <a:ext cx="4027500" cy="2392800"/>
          </a:xfrm>
          <a:prstGeom prst="rect">
            <a:avLst/>
          </a:prstGeom>
          <a:noFill/>
          <a:ln>
            <a:noFill/>
          </a:ln>
        </p:spPr>
      </p:sp>
      <p:sp>
        <p:nvSpPr>
          <p:cNvPr id="104" name="Google Shape;104;p31"/>
          <p:cNvSpPr/>
          <p:nvPr>
            <p:ph idx="3" type="pic"/>
          </p:nvPr>
        </p:nvSpPr>
        <p:spPr>
          <a:xfrm>
            <a:off x="311725" y="1133300"/>
            <a:ext cx="4027500" cy="2392800"/>
          </a:xfrm>
          <a:prstGeom prst="rect">
            <a:avLst/>
          </a:prstGeom>
          <a:noFill/>
          <a:ln>
            <a:noFill/>
          </a:ln>
        </p:spPr>
      </p:sp>
      <p:sp>
        <p:nvSpPr>
          <p:cNvPr id="105" name="Google Shape;105;p31"/>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06" name="Google Shape;106;p3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1"/>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09" name="Google Shape;109;p31"/>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10" name="Shape 110"/>
        <p:cNvGrpSpPr/>
        <p:nvPr/>
      </p:nvGrpSpPr>
      <p:grpSpPr>
        <a:xfrm>
          <a:off x="0" y="0"/>
          <a:ext cx="0" cy="0"/>
          <a:chOff x="0" y="0"/>
          <a:chExt cx="0" cy="0"/>
        </a:xfrm>
      </p:grpSpPr>
      <p:sp>
        <p:nvSpPr>
          <p:cNvPr id="111" name="Google Shape;111;p32"/>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2" name="Google Shape;112;p32"/>
          <p:cNvSpPr/>
          <p:nvPr>
            <p:ph idx="2" type="pic"/>
          </p:nvPr>
        </p:nvSpPr>
        <p:spPr>
          <a:xfrm>
            <a:off x="6205225" y="1128325"/>
            <a:ext cx="2627100" cy="2273100"/>
          </a:xfrm>
          <a:prstGeom prst="rect">
            <a:avLst/>
          </a:prstGeom>
          <a:noFill/>
          <a:ln>
            <a:noFill/>
          </a:ln>
        </p:spPr>
      </p:sp>
      <p:sp>
        <p:nvSpPr>
          <p:cNvPr id="113" name="Google Shape;113;p32"/>
          <p:cNvSpPr/>
          <p:nvPr>
            <p:ph idx="3" type="pic"/>
          </p:nvPr>
        </p:nvSpPr>
        <p:spPr>
          <a:xfrm>
            <a:off x="311725" y="1128325"/>
            <a:ext cx="2627100" cy="2273100"/>
          </a:xfrm>
          <a:prstGeom prst="rect">
            <a:avLst/>
          </a:prstGeom>
          <a:noFill/>
          <a:ln>
            <a:noFill/>
          </a:ln>
        </p:spPr>
      </p:sp>
      <p:sp>
        <p:nvSpPr>
          <p:cNvPr id="114" name="Google Shape;114;p32"/>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5" name="Google Shape;115;p32"/>
          <p:cNvSpPr/>
          <p:nvPr>
            <p:ph idx="5" type="pic"/>
          </p:nvPr>
        </p:nvSpPr>
        <p:spPr>
          <a:xfrm>
            <a:off x="3255250" y="1128325"/>
            <a:ext cx="2627100" cy="2273100"/>
          </a:xfrm>
          <a:prstGeom prst="rect">
            <a:avLst/>
          </a:prstGeom>
          <a:noFill/>
          <a:ln>
            <a:noFill/>
          </a:ln>
        </p:spPr>
      </p:sp>
      <p:sp>
        <p:nvSpPr>
          <p:cNvPr id="116" name="Google Shape;116;p32"/>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7" name="Google Shape;117;p3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2"/>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20" name="Google Shape;120;p32"/>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21" name="Google Shape;121;p32"/>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22" name="Shape 122"/>
        <p:cNvGrpSpPr/>
        <p:nvPr/>
      </p:nvGrpSpPr>
      <p:grpSpPr>
        <a:xfrm>
          <a:off x="0" y="0"/>
          <a:ext cx="0" cy="0"/>
          <a:chOff x="0" y="0"/>
          <a:chExt cx="0" cy="0"/>
        </a:xfrm>
      </p:grpSpPr>
      <p:sp>
        <p:nvSpPr>
          <p:cNvPr id="123" name="Google Shape;123;p33"/>
          <p:cNvSpPr/>
          <p:nvPr>
            <p:ph idx="2" type="pic"/>
          </p:nvPr>
        </p:nvSpPr>
        <p:spPr>
          <a:xfrm>
            <a:off x="311700" y="445025"/>
            <a:ext cx="8520600" cy="4218300"/>
          </a:xfrm>
          <a:prstGeom prst="rect">
            <a:avLst/>
          </a:prstGeom>
          <a:noFill/>
          <a:ln>
            <a:noFill/>
          </a:ln>
        </p:spPr>
      </p:sp>
      <p:sp>
        <p:nvSpPr>
          <p:cNvPr id="124" name="Google Shape;124;p3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25" name="Shape 125"/>
        <p:cNvGrpSpPr/>
        <p:nvPr/>
      </p:nvGrpSpPr>
      <p:grpSpPr>
        <a:xfrm>
          <a:off x="0" y="0"/>
          <a:ext cx="0" cy="0"/>
          <a:chOff x="0" y="0"/>
          <a:chExt cx="0" cy="0"/>
        </a:xfrm>
      </p:grpSpPr>
      <p:sp>
        <p:nvSpPr>
          <p:cNvPr id="126" name="Google Shape;126;p3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34"/>
          <p:cNvSpPr/>
          <p:nvPr>
            <p:ph idx="2" type="pic"/>
          </p:nvPr>
        </p:nvSpPr>
        <p:spPr>
          <a:xfrm>
            <a:off x="3389600" y="118913"/>
            <a:ext cx="1643700" cy="1535100"/>
          </a:xfrm>
          <a:prstGeom prst="rect">
            <a:avLst/>
          </a:prstGeom>
          <a:noFill/>
          <a:ln>
            <a:noFill/>
          </a:ln>
        </p:spPr>
      </p:sp>
      <p:sp>
        <p:nvSpPr>
          <p:cNvPr id="128" name="Google Shape;128;p34"/>
          <p:cNvSpPr/>
          <p:nvPr>
            <p:ph idx="3" type="pic"/>
          </p:nvPr>
        </p:nvSpPr>
        <p:spPr>
          <a:xfrm>
            <a:off x="5195935" y="118913"/>
            <a:ext cx="1643700" cy="1535100"/>
          </a:xfrm>
          <a:prstGeom prst="rect">
            <a:avLst/>
          </a:prstGeom>
          <a:noFill/>
          <a:ln>
            <a:noFill/>
          </a:ln>
        </p:spPr>
      </p:sp>
      <p:sp>
        <p:nvSpPr>
          <p:cNvPr id="129" name="Google Shape;129;p34"/>
          <p:cNvSpPr/>
          <p:nvPr>
            <p:ph idx="4" type="pic"/>
          </p:nvPr>
        </p:nvSpPr>
        <p:spPr>
          <a:xfrm>
            <a:off x="7002270" y="118913"/>
            <a:ext cx="1643700" cy="1535100"/>
          </a:xfrm>
          <a:prstGeom prst="rect">
            <a:avLst/>
          </a:prstGeom>
          <a:noFill/>
          <a:ln>
            <a:noFill/>
          </a:ln>
        </p:spPr>
      </p:sp>
      <p:sp>
        <p:nvSpPr>
          <p:cNvPr id="130" name="Google Shape;130;p34"/>
          <p:cNvSpPr/>
          <p:nvPr>
            <p:ph idx="5" type="pic"/>
          </p:nvPr>
        </p:nvSpPr>
        <p:spPr>
          <a:xfrm>
            <a:off x="3389588" y="1804212"/>
            <a:ext cx="1643700" cy="1535100"/>
          </a:xfrm>
          <a:prstGeom prst="rect">
            <a:avLst/>
          </a:prstGeom>
          <a:noFill/>
          <a:ln>
            <a:noFill/>
          </a:ln>
        </p:spPr>
      </p:sp>
      <p:sp>
        <p:nvSpPr>
          <p:cNvPr id="131" name="Google Shape;131;p34"/>
          <p:cNvSpPr/>
          <p:nvPr>
            <p:ph idx="6" type="pic"/>
          </p:nvPr>
        </p:nvSpPr>
        <p:spPr>
          <a:xfrm>
            <a:off x="5195922" y="1804212"/>
            <a:ext cx="1643700" cy="1535100"/>
          </a:xfrm>
          <a:prstGeom prst="rect">
            <a:avLst/>
          </a:prstGeom>
          <a:noFill/>
          <a:ln>
            <a:noFill/>
          </a:ln>
        </p:spPr>
      </p:sp>
      <p:sp>
        <p:nvSpPr>
          <p:cNvPr id="132" name="Google Shape;132;p34"/>
          <p:cNvSpPr/>
          <p:nvPr>
            <p:ph idx="7" type="pic"/>
          </p:nvPr>
        </p:nvSpPr>
        <p:spPr>
          <a:xfrm>
            <a:off x="7002257" y="1804212"/>
            <a:ext cx="1643700" cy="1535100"/>
          </a:xfrm>
          <a:prstGeom prst="rect">
            <a:avLst/>
          </a:prstGeom>
          <a:noFill/>
          <a:ln>
            <a:noFill/>
          </a:ln>
        </p:spPr>
      </p:sp>
      <p:sp>
        <p:nvSpPr>
          <p:cNvPr id="133" name="Google Shape;133;p34"/>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4"/>
          <p:cNvSpPr/>
          <p:nvPr>
            <p:ph idx="8" type="pic"/>
          </p:nvPr>
        </p:nvSpPr>
        <p:spPr>
          <a:xfrm>
            <a:off x="3389588" y="3489487"/>
            <a:ext cx="1643700" cy="1535100"/>
          </a:xfrm>
          <a:prstGeom prst="rect">
            <a:avLst/>
          </a:prstGeom>
          <a:noFill/>
          <a:ln>
            <a:noFill/>
          </a:ln>
        </p:spPr>
      </p:sp>
      <p:sp>
        <p:nvSpPr>
          <p:cNvPr id="135" name="Google Shape;135;p34"/>
          <p:cNvSpPr/>
          <p:nvPr>
            <p:ph idx="9" type="pic"/>
          </p:nvPr>
        </p:nvSpPr>
        <p:spPr>
          <a:xfrm>
            <a:off x="5195922" y="3489487"/>
            <a:ext cx="1643700" cy="1535100"/>
          </a:xfrm>
          <a:prstGeom prst="rect">
            <a:avLst/>
          </a:prstGeom>
          <a:noFill/>
          <a:ln>
            <a:noFill/>
          </a:ln>
        </p:spPr>
      </p:sp>
      <p:sp>
        <p:nvSpPr>
          <p:cNvPr id="136" name="Google Shape;136;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37" name="Shape 137"/>
        <p:cNvGrpSpPr/>
        <p:nvPr/>
      </p:nvGrpSpPr>
      <p:grpSpPr>
        <a:xfrm>
          <a:off x="0" y="0"/>
          <a:ext cx="0" cy="0"/>
          <a:chOff x="0" y="0"/>
          <a:chExt cx="0" cy="0"/>
        </a:xfrm>
      </p:grpSpPr>
      <p:sp>
        <p:nvSpPr>
          <p:cNvPr id="138" name="Google Shape;138;p35"/>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39" name="Google Shape;139;p35"/>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4"/>
              </a:buClr>
              <a:buSzPts val="12800"/>
              <a:buNone/>
              <a:defRPr sz="12800">
                <a:solidFill>
                  <a:schemeClr val="accent4"/>
                </a:solidFill>
              </a:defRPr>
            </a:lvl1pPr>
            <a:lvl2pPr lvl="1"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40" name="Google Shape;140;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41" name="Shape 141"/>
        <p:cNvGrpSpPr/>
        <p:nvPr/>
      </p:nvGrpSpPr>
      <p:grpSpPr>
        <a:xfrm>
          <a:off x="0" y="0"/>
          <a:ext cx="0" cy="0"/>
          <a:chOff x="0" y="0"/>
          <a:chExt cx="0" cy="0"/>
        </a:xfrm>
      </p:grpSpPr>
      <p:sp>
        <p:nvSpPr>
          <p:cNvPr id="142" name="Google Shape;142;p36"/>
          <p:cNvSpPr txBox="1"/>
          <p:nvPr>
            <p:ph idx="1" type="subTitle"/>
          </p:nvPr>
        </p:nvSpPr>
        <p:spPr>
          <a:xfrm>
            <a:off x="475075" y="309225"/>
            <a:ext cx="3655200" cy="35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43" name="Google Shape;143;p36"/>
          <p:cNvSpPr txBox="1"/>
          <p:nvPr>
            <p:ph idx="2" type="body"/>
          </p:nvPr>
        </p:nvSpPr>
        <p:spPr>
          <a:xfrm>
            <a:off x="711097"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4" name="Google Shape;144;p36"/>
          <p:cNvSpPr txBox="1"/>
          <p:nvPr>
            <p:ph idx="3" type="subTitle"/>
          </p:nvPr>
        </p:nvSpPr>
        <p:spPr>
          <a:xfrm>
            <a:off x="1699221"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5" name="Google Shape;145;p36"/>
          <p:cNvSpPr txBox="1"/>
          <p:nvPr>
            <p:ph idx="4" type="body"/>
          </p:nvPr>
        </p:nvSpPr>
        <p:spPr>
          <a:xfrm>
            <a:off x="2285797"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6" name="Google Shape;146;p36"/>
          <p:cNvSpPr txBox="1"/>
          <p:nvPr>
            <p:ph idx="5" type="body"/>
          </p:nvPr>
        </p:nvSpPr>
        <p:spPr>
          <a:xfrm>
            <a:off x="711097"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7" name="Google Shape;147;p36"/>
          <p:cNvSpPr txBox="1"/>
          <p:nvPr>
            <p:ph idx="6" type="subTitle"/>
          </p:nvPr>
        </p:nvSpPr>
        <p:spPr>
          <a:xfrm>
            <a:off x="1699221"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8" name="Google Shape;148;p36"/>
          <p:cNvSpPr txBox="1"/>
          <p:nvPr>
            <p:ph idx="7" type="body"/>
          </p:nvPr>
        </p:nvSpPr>
        <p:spPr>
          <a:xfrm>
            <a:off x="2285797"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9" name="Google Shape;149;p36"/>
          <p:cNvSpPr txBox="1"/>
          <p:nvPr>
            <p:ph idx="8" type="body"/>
          </p:nvPr>
        </p:nvSpPr>
        <p:spPr>
          <a:xfrm>
            <a:off x="711097"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0" name="Google Shape;150;p36"/>
          <p:cNvSpPr txBox="1"/>
          <p:nvPr>
            <p:ph idx="9" type="subTitle"/>
          </p:nvPr>
        </p:nvSpPr>
        <p:spPr>
          <a:xfrm>
            <a:off x="1699221"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1" name="Google Shape;151;p36"/>
          <p:cNvSpPr txBox="1"/>
          <p:nvPr>
            <p:ph idx="13" type="body"/>
          </p:nvPr>
        </p:nvSpPr>
        <p:spPr>
          <a:xfrm>
            <a:off x="2285797"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2" name="Google Shape;152;p36"/>
          <p:cNvSpPr txBox="1"/>
          <p:nvPr>
            <p:ph idx="14" type="body"/>
          </p:nvPr>
        </p:nvSpPr>
        <p:spPr>
          <a:xfrm>
            <a:off x="4746581"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3" name="Google Shape;153;p36"/>
          <p:cNvSpPr txBox="1"/>
          <p:nvPr>
            <p:ph idx="15" type="subTitle"/>
          </p:nvPr>
        </p:nvSpPr>
        <p:spPr>
          <a:xfrm>
            <a:off x="5734705"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4" name="Google Shape;154;p36"/>
          <p:cNvSpPr txBox="1"/>
          <p:nvPr>
            <p:ph idx="16" type="body"/>
          </p:nvPr>
        </p:nvSpPr>
        <p:spPr>
          <a:xfrm>
            <a:off x="6321281"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5" name="Google Shape;155;p36"/>
          <p:cNvSpPr txBox="1"/>
          <p:nvPr>
            <p:ph idx="17" type="body"/>
          </p:nvPr>
        </p:nvSpPr>
        <p:spPr>
          <a:xfrm>
            <a:off x="4746581"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6" name="Google Shape;156;p36"/>
          <p:cNvSpPr txBox="1"/>
          <p:nvPr>
            <p:ph idx="18" type="subTitle"/>
          </p:nvPr>
        </p:nvSpPr>
        <p:spPr>
          <a:xfrm>
            <a:off x="5734705"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7" name="Google Shape;157;p36"/>
          <p:cNvSpPr txBox="1"/>
          <p:nvPr>
            <p:ph idx="19" type="body"/>
          </p:nvPr>
        </p:nvSpPr>
        <p:spPr>
          <a:xfrm>
            <a:off x="6321281"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8" name="Google Shape;158;p36"/>
          <p:cNvSpPr txBox="1"/>
          <p:nvPr>
            <p:ph idx="20" type="body"/>
          </p:nvPr>
        </p:nvSpPr>
        <p:spPr>
          <a:xfrm>
            <a:off x="4746581"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9" name="Google Shape;159;p36"/>
          <p:cNvSpPr txBox="1"/>
          <p:nvPr>
            <p:ph idx="21" type="subTitle"/>
          </p:nvPr>
        </p:nvSpPr>
        <p:spPr>
          <a:xfrm>
            <a:off x="5734705"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60" name="Google Shape;160;p36"/>
          <p:cNvSpPr txBox="1"/>
          <p:nvPr>
            <p:ph idx="22" type="body"/>
          </p:nvPr>
        </p:nvSpPr>
        <p:spPr>
          <a:xfrm>
            <a:off x="6321281"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1" name="Google Shape;161;p3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162" name="Shape 162"/>
        <p:cNvGrpSpPr/>
        <p:nvPr/>
      </p:nvGrpSpPr>
      <p:grpSpPr>
        <a:xfrm>
          <a:off x="0" y="0"/>
          <a:ext cx="0" cy="0"/>
          <a:chOff x="0" y="0"/>
          <a:chExt cx="0" cy="0"/>
        </a:xfrm>
      </p:grpSpPr>
      <p:sp>
        <p:nvSpPr>
          <p:cNvPr id="163" name="Google Shape;163;p37"/>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7"/>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 sz="700" u="none" cap="none" strike="noStrike">
                <a:solidFill>
                  <a:schemeClr val="lt1"/>
                </a:solidFill>
                <a:latin typeface="Barlow Medium"/>
                <a:ea typeface="Barlow Medium"/>
                <a:cs typeface="Barlow Medium"/>
                <a:sym typeface="Barlow Medium"/>
              </a:rPr>
              <a:t>Lorem ipsum dolor sit amet, consectetur adipiscing elit.</a:t>
            </a:r>
            <a:endParaRPr b="0" i="1" sz="700" u="none" cap="none" strike="noStrike">
              <a:solidFill>
                <a:schemeClr val="lt1"/>
              </a:solidFill>
              <a:latin typeface="Barlow Medium"/>
              <a:ea typeface="Barlow Medium"/>
              <a:cs typeface="Barlow Medium"/>
              <a:sym typeface="Barlow Medium"/>
            </a:endParaRPr>
          </a:p>
        </p:txBody>
      </p:sp>
      <p:sp>
        <p:nvSpPr>
          <p:cNvPr id="165" name="Google Shape;165;p37"/>
          <p:cNvSpPr/>
          <p:nvPr>
            <p:ph idx="2" type="pic"/>
          </p:nvPr>
        </p:nvSpPr>
        <p:spPr>
          <a:xfrm>
            <a:off x="3915225" y="1631250"/>
            <a:ext cx="4441200" cy="3009900"/>
          </a:xfrm>
          <a:prstGeom prst="roundRect">
            <a:avLst>
              <a:gd fmla="val 16667" name="adj"/>
            </a:avLst>
          </a:prstGeom>
          <a:noFill/>
          <a:ln>
            <a:noFill/>
          </a:ln>
        </p:spPr>
      </p:sp>
      <p:sp>
        <p:nvSpPr>
          <p:cNvPr id="166" name="Google Shape;166;p37"/>
          <p:cNvSpPr txBox="1"/>
          <p:nvPr>
            <p:ph idx="1" type="body"/>
          </p:nvPr>
        </p:nvSpPr>
        <p:spPr>
          <a:xfrm>
            <a:off x="791150" y="1835400"/>
            <a:ext cx="2094000" cy="8466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7" name="Google Shape;167;p37"/>
          <p:cNvSpPr txBox="1"/>
          <p:nvPr>
            <p:ph idx="3" type="subTitle"/>
          </p:nvPr>
        </p:nvSpPr>
        <p:spPr>
          <a:xfrm>
            <a:off x="791150" y="522625"/>
            <a:ext cx="3918300" cy="100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68" name="Google Shape;168;p3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69" name="Shape 169"/>
        <p:cNvGrpSpPr/>
        <p:nvPr/>
      </p:nvGrpSpPr>
      <p:grpSpPr>
        <a:xfrm>
          <a:off x="0" y="0"/>
          <a:ext cx="0" cy="0"/>
          <a:chOff x="0" y="0"/>
          <a:chExt cx="0" cy="0"/>
        </a:xfrm>
      </p:grpSpPr>
      <p:sp>
        <p:nvSpPr>
          <p:cNvPr id="170" name="Google Shape;170;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8"/>
          <p:cNvSpPr txBox="1"/>
          <p:nvPr>
            <p:ph idx="1" type="subTitle"/>
          </p:nvPr>
        </p:nvSpPr>
        <p:spPr>
          <a:xfrm>
            <a:off x="791150" y="522625"/>
            <a:ext cx="5173200" cy="97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72" name="Google Shape;172;p38"/>
          <p:cNvSpPr txBox="1"/>
          <p:nvPr>
            <p:ph idx="2" type="body"/>
          </p:nvPr>
        </p:nvSpPr>
        <p:spPr>
          <a:xfrm>
            <a:off x="685450"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73" name="Google Shape;173;p38"/>
          <p:cNvSpPr txBox="1"/>
          <p:nvPr>
            <p:ph idx="3" type="body"/>
          </p:nvPr>
        </p:nvSpPr>
        <p:spPr>
          <a:xfrm>
            <a:off x="4601077"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74" name="Google Shape;174;p38"/>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175" name="Shape 175"/>
        <p:cNvGrpSpPr/>
        <p:nvPr/>
      </p:nvGrpSpPr>
      <p:grpSpPr>
        <a:xfrm>
          <a:off x="0" y="0"/>
          <a:ext cx="0" cy="0"/>
          <a:chOff x="0" y="0"/>
          <a:chExt cx="0" cy="0"/>
        </a:xfrm>
      </p:grpSpPr>
      <p:sp>
        <p:nvSpPr>
          <p:cNvPr id="176" name="Google Shape;176;p39"/>
          <p:cNvSpPr/>
          <p:nvPr>
            <p:ph idx="2" type="pic"/>
          </p:nvPr>
        </p:nvSpPr>
        <p:spPr>
          <a:xfrm>
            <a:off x="791150" y="522900"/>
            <a:ext cx="1294800" cy="1918500"/>
          </a:xfrm>
          <a:prstGeom prst="rect">
            <a:avLst/>
          </a:prstGeom>
          <a:noFill/>
          <a:ln>
            <a:noFill/>
          </a:ln>
        </p:spPr>
      </p:sp>
      <p:sp>
        <p:nvSpPr>
          <p:cNvPr id="177" name="Google Shape;177;p39"/>
          <p:cNvSpPr/>
          <p:nvPr>
            <p:ph idx="3" type="pic"/>
          </p:nvPr>
        </p:nvSpPr>
        <p:spPr>
          <a:xfrm>
            <a:off x="2355375" y="522900"/>
            <a:ext cx="1294800" cy="1918500"/>
          </a:xfrm>
          <a:prstGeom prst="rect">
            <a:avLst/>
          </a:prstGeom>
          <a:noFill/>
          <a:ln>
            <a:noFill/>
          </a:ln>
        </p:spPr>
      </p:sp>
      <p:sp>
        <p:nvSpPr>
          <p:cNvPr id="178" name="Google Shape;178;p39"/>
          <p:cNvSpPr/>
          <p:nvPr>
            <p:ph idx="4" type="pic"/>
          </p:nvPr>
        </p:nvSpPr>
        <p:spPr>
          <a:xfrm>
            <a:off x="3921313" y="522900"/>
            <a:ext cx="1294800" cy="1918500"/>
          </a:xfrm>
          <a:prstGeom prst="rect">
            <a:avLst/>
          </a:prstGeom>
          <a:noFill/>
          <a:ln>
            <a:noFill/>
          </a:ln>
        </p:spPr>
      </p:sp>
      <p:sp>
        <p:nvSpPr>
          <p:cNvPr id="179" name="Google Shape;179;p39"/>
          <p:cNvSpPr/>
          <p:nvPr>
            <p:ph idx="5" type="pic"/>
          </p:nvPr>
        </p:nvSpPr>
        <p:spPr>
          <a:xfrm>
            <a:off x="5491588" y="522900"/>
            <a:ext cx="1294800" cy="1918500"/>
          </a:xfrm>
          <a:prstGeom prst="rect">
            <a:avLst/>
          </a:prstGeom>
          <a:noFill/>
          <a:ln>
            <a:noFill/>
          </a:ln>
        </p:spPr>
      </p:sp>
      <p:sp>
        <p:nvSpPr>
          <p:cNvPr id="180" name="Google Shape;180;p39"/>
          <p:cNvSpPr txBox="1"/>
          <p:nvPr>
            <p:ph idx="1" type="body"/>
          </p:nvPr>
        </p:nvSpPr>
        <p:spPr>
          <a:xfrm>
            <a:off x="680850" y="3443850"/>
            <a:ext cx="3074700" cy="10317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181" name="Google Shape;181;p39"/>
          <p:cNvSpPr txBox="1"/>
          <p:nvPr>
            <p:ph idx="6" type="body"/>
          </p:nvPr>
        </p:nvSpPr>
        <p:spPr>
          <a:xfrm>
            <a:off x="4123900" y="3443850"/>
            <a:ext cx="4030200" cy="11652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2" name="Google Shape;182;p39"/>
          <p:cNvSpPr txBox="1"/>
          <p:nvPr>
            <p:ph idx="7" type="body"/>
          </p:nvPr>
        </p:nvSpPr>
        <p:spPr>
          <a:xfrm>
            <a:off x="7050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3" name="Google Shape;183;p39"/>
          <p:cNvSpPr txBox="1"/>
          <p:nvPr>
            <p:ph idx="8" type="body"/>
          </p:nvPr>
        </p:nvSpPr>
        <p:spPr>
          <a:xfrm>
            <a:off x="22588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4" name="Google Shape;184;p39"/>
          <p:cNvSpPr txBox="1"/>
          <p:nvPr>
            <p:ph idx="9" type="body"/>
          </p:nvPr>
        </p:nvSpPr>
        <p:spPr>
          <a:xfrm>
            <a:off x="38275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5" name="Google Shape;185;p39"/>
          <p:cNvSpPr txBox="1"/>
          <p:nvPr>
            <p:ph idx="13" type="body"/>
          </p:nvPr>
        </p:nvSpPr>
        <p:spPr>
          <a:xfrm>
            <a:off x="53951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6" name="Google Shape;186;p39"/>
          <p:cNvSpPr txBox="1"/>
          <p:nvPr>
            <p:ph idx="14" type="body"/>
          </p:nvPr>
        </p:nvSpPr>
        <p:spPr>
          <a:xfrm>
            <a:off x="7050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7" name="Google Shape;187;p39"/>
          <p:cNvSpPr txBox="1"/>
          <p:nvPr>
            <p:ph idx="15" type="body"/>
          </p:nvPr>
        </p:nvSpPr>
        <p:spPr>
          <a:xfrm>
            <a:off x="22588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8" name="Google Shape;188;p39"/>
          <p:cNvSpPr txBox="1"/>
          <p:nvPr>
            <p:ph idx="16" type="body"/>
          </p:nvPr>
        </p:nvSpPr>
        <p:spPr>
          <a:xfrm>
            <a:off x="3827003"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9" name="Google Shape;189;p39"/>
          <p:cNvSpPr txBox="1"/>
          <p:nvPr>
            <p:ph idx="17" type="body"/>
          </p:nvPr>
        </p:nvSpPr>
        <p:spPr>
          <a:xfrm>
            <a:off x="5396128"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90" name="Google Shape;190;p39"/>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191" name="Shape 191"/>
        <p:cNvGrpSpPr/>
        <p:nvPr/>
      </p:nvGrpSpPr>
      <p:grpSpPr>
        <a:xfrm>
          <a:off x="0" y="0"/>
          <a:ext cx="0" cy="0"/>
          <a:chOff x="0" y="0"/>
          <a:chExt cx="0" cy="0"/>
        </a:xfrm>
      </p:grpSpPr>
      <p:sp>
        <p:nvSpPr>
          <p:cNvPr id="192" name="Google Shape;192;p40"/>
          <p:cNvSpPr txBox="1"/>
          <p:nvPr>
            <p:ph idx="1" type="body"/>
          </p:nvPr>
        </p:nvSpPr>
        <p:spPr>
          <a:xfrm>
            <a:off x="791150" y="738025"/>
            <a:ext cx="3918300" cy="223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SzPts val="1100"/>
              <a:buFont typeface="Barlow"/>
              <a:buChar char="■"/>
              <a:defRPr sz="1100">
                <a:latin typeface="Barlow"/>
                <a:ea typeface="Barlow"/>
                <a:cs typeface="Barlow"/>
                <a:sym typeface="Barlow"/>
              </a:defRPr>
            </a:lvl9pPr>
          </a:lstStyle>
          <a:p/>
        </p:txBody>
      </p:sp>
      <p:sp>
        <p:nvSpPr>
          <p:cNvPr id="193" name="Google Shape;193;p40"/>
          <p:cNvSpPr txBox="1"/>
          <p:nvPr>
            <p:ph idx="2" type="subTitle"/>
          </p:nvPr>
        </p:nvSpPr>
        <p:spPr>
          <a:xfrm>
            <a:off x="791150" y="522625"/>
            <a:ext cx="39183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4" name="Google Shape;194;p40"/>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195" name="Shape 195"/>
        <p:cNvGrpSpPr/>
        <p:nvPr/>
      </p:nvGrpSpPr>
      <p:grpSpPr>
        <a:xfrm>
          <a:off x="0" y="0"/>
          <a:ext cx="0" cy="0"/>
          <a:chOff x="0" y="0"/>
          <a:chExt cx="0" cy="0"/>
        </a:xfrm>
      </p:grpSpPr>
      <p:sp>
        <p:nvSpPr>
          <p:cNvPr id="196" name="Google Shape;196;p41"/>
          <p:cNvSpPr txBox="1"/>
          <p:nvPr>
            <p:ph idx="1" type="subTitle"/>
          </p:nvPr>
        </p:nvSpPr>
        <p:spPr>
          <a:xfrm>
            <a:off x="690250" y="415625"/>
            <a:ext cx="1261800" cy="27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atin typeface="Barlow Light"/>
                <a:ea typeface="Barlow Light"/>
                <a:cs typeface="Barlow Light"/>
                <a:sym typeface="Barlow Light"/>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197" name="Google Shape;197;p41"/>
          <p:cNvSpPr txBox="1"/>
          <p:nvPr>
            <p:ph idx="2"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Hepta Slab Light"/>
                <a:ea typeface="Hepta Slab Light"/>
                <a:cs typeface="Hepta Slab Light"/>
                <a:sym typeface="Hepta Slab Light"/>
              </a:defRPr>
            </a:lvl2pPr>
            <a:lvl3pPr lvl="2" algn="l">
              <a:lnSpc>
                <a:spcPct val="100000"/>
              </a:lnSpc>
              <a:spcBef>
                <a:spcPts val="0"/>
              </a:spcBef>
              <a:spcAft>
                <a:spcPts val="0"/>
              </a:spcAft>
              <a:buSzPts val="1400"/>
              <a:buNone/>
              <a:defRPr>
                <a:latin typeface="Hepta Slab Light"/>
                <a:ea typeface="Hepta Slab Light"/>
                <a:cs typeface="Hepta Slab Light"/>
                <a:sym typeface="Hepta Slab Light"/>
              </a:defRPr>
            </a:lvl3pPr>
            <a:lvl4pPr lvl="3" algn="l">
              <a:lnSpc>
                <a:spcPct val="100000"/>
              </a:lnSpc>
              <a:spcBef>
                <a:spcPts val="0"/>
              </a:spcBef>
              <a:spcAft>
                <a:spcPts val="0"/>
              </a:spcAft>
              <a:buSzPts val="1400"/>
              <a:buNone/>
              <a:defRPr>
                <a:latin typeface="Hepta Slab Light"/>
                <a:ea typeface="Hepta Slab Light"/>
                <a:cs typeface="Hepta Slab Light"/>
                <a:sym typeface="Hepta Slab Light"/>
              </a:defRPr>
            </a:lvl4pPr>
            <a:lvl5pPr lvl="4" algn="l">
              <a:lnSpc>
                <a:spcPct val="100000"/>
              </a:lnSpc>
              <a:spcBef>
                <a:spcPts val="0"/>
              </a:spcBef>
              <a:spcAft>
                <a:spcPts val="0"/>
              </a:spcAft>
              <a:buSzPts val="1400"/>
              <a:buNone/>
              <a:defRPr>
                <a:latin typeface="Hepta Slab Light"/>
                <a:ea typeface="Hepta Slab Light"/>
                <a:cs typeface="Hepta Slab Light"/>
                <a:sym typeface="Hepta Slab Light"/>
              </a:defRPr>
            </a:lvl5pPr>
            <a:lvl6pPr lvl="5" algn="l">
              <a:lnSpc>
                <a:spcPct val="100000"/>
              </a:lnSpc>
              <a:spcBef>
                <a:spcPts val="0"/>
              </a:spcBef>
              <a:spcAft>
                <a:spcPts val="0"/>
              </a:spcAft>
              <a:buSzPts val="1400"/>
              <a:buNone/>
              <a:defRPr>
                <a:latin typeface="Hepta Slab Light"/>
                <a:ea typeface="Hepta Slab Light"/>
                <a:cs typeface="Hepta Slab Light"/>
                <a:sym typeface="Hepta Slab Light"/>
              </a:defRPr>
            </a:lvl6pPr>
            <a:lvl7pPr lvl="6" algn="l">
              <a:lnSpc>
                <a:spcPct val="100000"/>
              </a:lnSpc>
              <a:spcBef>
                <a:spcPts val="0"/>
              </a:spcBef>
              <a:spcAft>
                <a:spcPts val="0"/>
              </a:spcAft>
              <a:buSzPts val="1400"/>
              <a:buNone/>
              <a:defRPr>
                <a:latin typeface="Hepta Slab Light"/>
                <a:ea typeface="Hepta Slab Light"/>
                <a:cs typeface="Hepta Slab Light"/>
                <a:sym typeface="Hepta Slab Light"/>
              </a:defRPr>
            </a:lvl7pPr>
            <a:lvl8pPr lvl="7" algn="l">
              <a:lnSpc>
                <a:spcPct val="100000"/>
              </a:lnSpc>
              <a:spcBef>
                <a:spcPts val="0"/>
              </a:spcBef>
              <a:spcAft>
                <a:spcPts val="0"/>
              </a:spcAft>
              <a:buSzPts val="1400"/>
              <a:buNone/>
              <a:defRPr>
                <a:latin typeface="Hepta Slab Light"/>
                <a:ea typeface="Hepta Slab Light"/>
                <a:cs typeface="Hepta Slab Light"/>
                <a:sym typeface="Hepta Slab Light"/>
              </a:defRPr>
            </a:lvl8pPr>
            <a:lvl9pPr lvl="8" algn="l">
              <a:lnSpc>
                <a:spcPct val="100000"/>
              </a:lnSpc>
              <a:spcBef>
                <a:spcPts val="0"/>
              </a:spcBef>
              <a:spcAft>
                <a:spcPts val="0"/>
              </a:spcAft>
              <a:buSzPts val="1400"/>
              <a:buNone/>
              <a:defRPr>
                <a:latin typeface="Hepta Slab Light"/>
                <a:ea typeface="Hepta Slab Light"/>
                <a:cs typeface="Hepta Slab Light"/>
                <a:sym typeface="Hepta Slab Light"/>
              </a:defRPr>
            </a:lvl9pPr>
          </a:lstStyle>
          <a:p/>
        </p:txBody>
      </p:sp>
      <p:sp>
        <p:nvSpPr>
          <p:cNvPr id="198" name="Google Shape;198;p41"/>
          <p:cNvSpPr txBox="1"/>
          <p:nvPr>
            <p:ph idx="3" type="body"/>
          </p:nvPr>
        </p:nvSpPr>
        <p:spPr>
          <a:xfrm>
            <a:off x="480425" y="534275"/>
            <a:ext cx="4878300" cy="1917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4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00" name="Shape 200"/>
        <p:cNvGrpSpPr/>
        <p:nvPr/>
      </p:nvGrpSpPr>
      <p:grpSpPr>
        <a:xfrm>
          <a:off x="0" y="0"/>
          <a:ext cx="0" cy="0"/>
          <a:chOff x="0" y="0"/>
          <a:chExt cx="0" cy="0"/>
        </a:xfrm>
      </p:grpSpPr>
      <p:sp>
        <p:nvSpPr>
          <p:cNvPr id="201" name="Google Shape;201;p42"/>
          <p:cNvSpPr txBox="1"/>
          <p:nvPr>
            <p:ph type="title"/>
          </p:nvPr>
        </p:nvSpPr>
        <p:spPr>
          <a:xfrm>
            <a:off x="723861" y="1584738"/>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2" name="Google Shape;202;p42"/>
          <p:cNvSpPr txBox="1"/>
          <p:nvPr>
            <p:ph idx="2" type="title"/>
          </p:nvPr>
        </p:nvSpPr>
        <p:spPr>
          <a:xfrm>
            <a:off x="723861" y="239098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3" name="Google Shape;203;p42"/>
          <p:cNvSpPr txBox="1"/>
          <p:nvPr>
            <p:ph idx="3" type="title"/>
          </p:nvPr>
        </p:nvSpPr>
        <p:spPr>
          <a:xfrm>
            <a:off x="723861" y="315793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4" name="Google Shape;204;p42"/>
          <p:cNvSpPr txBox="1"/>
          <p:nvPr>
            <p:ph idx="4" type="title"/>
          </p:nvPr>
        </p:nvSpPr>
        <p:spPr>
          <a:xfrm>
            <a:off x="723861" y="3954905"/>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5" name="Google Shape;205;p42"/>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206" name="Google Shape;206;p42"/>
          <p:cNvSpPr txBox="1"/>
          <p:nvPr>
            <p:ph idx="5" type="body"/>
          </p:nvPr>
        </p:nvSpPr>
        <p:spPr>
          <a:xfrm>
            <a:off x="480425" y="610475"/>
            <a:ext cx="4878300" cy="376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lgn="l">
              <a:lnSpc>
                <a:spcPct val="100000"/>
              </a:lnSpc>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lgn="l">
              <a:lnSpc>
                <a:spcPct val="100000"/>
              </a:lnSpc>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lgn="l">
              <a:lnSpc>
                <a:spcPct val="100000"/>
              </a:lnSpc>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lgn="l">
              <a:lnSpc>
                <a:spcPct val="100000"/>
              </a:lnSpc>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lgn="l">
              <a:lnSpc>
                <a:spcPct val="100000"/>
              </a:lnSpc>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lgn="l">
              <a:lnSpc>
                <a:spcPct val="100000"/>
              </a:lnSpc>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lgn="l">
              <a:lnSpc>
                <a:spcPct val="100000"/>
              </a:lnSpc>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07" name="Google Shape;207;p4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08" name="Shape 208"/>
        <p:cNvGrpSpPr/>
        <p:nvPr/>
      </p:nvGrpSpPr>
      <p:grpSpPr>
        <a:xfrm>
          <a:off x="0" y="0"/>
          <a:ext cx="0" cy="0"/>
          <a:chOff x="0" y="0"/>
          <a:chExt cx="0" cy="0"/>
        </a:xfrm>
      </p:grpSpPr>
      <p:sp>
        <p:nvSpPr>
          <p:cNvPr id="209" name="Google Shape;209;p43"/>
          <p:cNvSpPr txBox="1"/>
          <p:nvPr>
            <p:ph type="title"/>
          </p:nvPr>
        </p:nvSpPr>
        <p:spPr>
          <a:xfrm>
            <a:off x="455221" y="1321125"/>
            <a:ext cx="5094600" cy="174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400"/>
              <a:buNone/>
              <a:defRPr sz="5400"/>
            </a:lvl1pPr>
            <a:lvl2pPr lvl="1"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10" name="Google Shape;210;p43"/>
          <p:cNvSpPr txBox="1"/>
          <p:nvPr>
            <p:ph idx="1" type="body"/>
          </p:nvPr>
        </p:nvSpPr>
        <p:spPr>
          <a:xfrm>
            <a:off x="567029" y="4500404"/>
            <a:ext cx="1015800" cy="2661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11" name="Google Shape;211;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12" name="Shape 212"/>
        <p:cNvGrpSpPr/>
        <p:nvPr/>
      </p:nvGrpSpPr>
      <p:grpSpPr>
        <a:xfrm>
          <a:off x="0" y="0"/>
          <a:ext cx="0" cy="0"/>
          <a:chOff x="0" y="0"/>
          <a:chExt cx="0" cy="0"/>
        </a:xfrm>
      </p:grpSpPr>
      <p:sp>
        <p:nvSpPr>
          <p:cNvPr id="213" name="Google Shape;213;p44"/>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14" name="Google Shape;214;p44"/>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2800"/>
              <a:buNone/>
              <a:defRPr sz="12800">
                <a:solidFill>
                  <a:schemeClr val="dk2"/>
                </a:solidFill>
              </a:defRPr>
            </a:lvl1pPr>
            <a:lvl2pPr lvl="1"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15" name="Google Shape;215;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16" name="Shape 216"/>
        <p:cNvGrpSpPr/>
        <p:nvPr/>
      </p:nvGrpSpPr>
      <p:grpSpPr>
        <a:xfrm>
          <a:off x="0" y="0"/>
          <a:ext cx="0" cy="0"/>
          <a:chOff x="0" y="0"/>
          <a:chExt cx="0" cy="0"/>
        </a:xfrm>
      </p:grpSpPr>
      <p:sp>
        <p:nvSpPr>
          <p:cNvPr id="217" name="Google Shape;217;p45"/>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5"/>
          <p:cNvSpPr txBox="1"/>
          <p:nvPr>
            <p:ph idx="1" type="subTitle"/>
          </p:nvPr>
        </p:nvSpPr>
        <p:spPr>
          <a:xfrm>
            <a:off x="791150" y="522625"/>
            <a:ext cx="49773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9" name="Google Shape;219;p45"/>
          <p:cNvSpPr txBox="1"/>
          <p:nvPr>
            <p:ph idx="2" type="body"/>
          </p:nvPr>
        </p:nvSpPr>
        <p:spPr>
          <a:xfrm>
            <a:off x="714950" y="1989025"/>
            <a:ext cx="2792400" cy="28041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stStyle>
          <a:p/>
        </p:txBody>
      </p:sp>
      <p:sp>
        <p:nvSpPr>
          <p:cNvPr id="220" name="Google Shape;220;p4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45"/>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5"/>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23" name="Shape 223"/>
        <p:cNvGrpSpPr/>
        <p:nvPr/>
      </p:nvGrpSpPr>
      <p:grpSpPr>
        <a:xfrm>
          <a:off x="0" y="0"/>
          <a:ext cx="0" cy="0"/>
          <a:chOff x="0" y="0"/>
          <a:chExt cx="0" cy="0"/>
        </a:xfrm>
      </p:grpSpPr>
      <p:sp>
        <p:nvSpPr>
          <p:cNvPr id="224" name="Google Shape;224;p46"/>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25" name="Google Shape;225;p46"/>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dk2"/>
              </a:solidFill>
              <a:latin typeface="Arial"/>
              <a:ea typeface="Arial"/>
              <a:cs typeface="Arial"/>
              <a:sym typeface="Arial"/>
            </a:endParaRPr>
          </a:p>
        </p:txBody>
      </p:sp>
      <p:sp>
        <p:nvSpPr>
          <p:cNvPr id="226" name="Google Shape;226;p46"/>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lt1"/>
              </a:solidFill>
              <a:latin typeface="Arial"/>
              <a:ea typeface="Arial"/>
              <a:cs typeface="Arial"/>
              <a:sym typeface="Arial"/>
            </a:endParaRPr>
          </a:p>
        </p:txBody>
      </p:sp>
      <p:sp>
        <p:nvSpPr>
          <p:cNvPr id="227" name="Google Shape;227;p46"/>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accent5"/>
              </a:solidFill>
              <a:latin typeface="Arial"/>
              <a:ea typeface="Arial"/>
              <a:cs typeface="Arial"/>
              <a:sym typeface="Arial"/>
            </a:endParaRPr>
          </a:p>
        </p:txBody>
      </p:sp>
      <p:sp>
        <p:nvSpPr>
          <p:cNvPr id="228" name="Google Shape;228;p46"/>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9" name="Google Shape;229;p46"/>
          <p:cNvSpPr txBox="1"/>
          <p:nvPr>
            <p:ph idx="2" type="body"/>
          </p:nvPr>
        </p:nvSpPr>
        <p:spPr>
          <a:xfrm>
            <a:off x="480425" y="610475"/>
            <a:ext cx="4878300" cy="6003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30" name="Google Shape;230;p4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31" name="Shape 231"/>
        <p:cNvGrpSpPr/>
        <p:nvPr/>
      </p:nvGrpSpPr>
      <p:grpSpPr>
        <a:xfrm>
          <a:off x="0" y="0"/>
          <a:ext cx="0" cy="0"/>
          <a:chOff x="0" y="0"/>
          <a:chExt cx="0" cy="0"/>
        </a:xfrm>
      </p:grpSpPr>
      <p:sp>
        <p:nvSpPr>
          <p:cNvPr id="232" name="Google Shape;232;p47"/>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33" name="Google Shape;233;p47"/>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2800"/>
              <a:buNone/>
              <a:defRPr sz="12800">
                <a:solidFill>
                  <a:schemeClr val="accent1"/>
                </a:solidFill>
              </a:defRPr>
            </a:lvl1pPr>
            <a:lvl2pPr lvl="1"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34" name="Google Shape;234;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35" name="Shape 235"/>
        <p:cNvGrpSpPr/>
        <p:nvPr/>
      </p:nvGrpSpPr>
      <p:grpSpPr>
        <a:xfrm>
          <a:off x="0" y="0"/>
          <a:ext cx="0" cy="0"/>
          <a:chOff x="0" y="0"/>
          <a:chExt cx="0" cy="0"/>
        </a:xfrm>
      </p:grpSpPr>
      <p:sp>
        <p:nvSpPr>
          <p:cNvPr id="236" name="Google Shape;236;p48"/>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8"/>
          <p:cNvSpPr txBox="1"/>
          <p:nvPr>
            <p:ph idx="1" type="subTitle"/>
          </p:nvPr>
        </p:nvSpPr>
        <p:spPr>
          <a:xfrm>
            <a:off x="791150" y="522625"/>
            <a:ext cx="59388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38" name="Google Shape;238;p48"/>
          <p:cNvSpPr txBox="1"/>
          <p:nvPr>
            <p:ph idx="2" type="body"/>
          </p:nvPr>
        </p:nvSpPr>
        <p:spPr>
          <a:xfrm>
            <a:off x="810075" y="2065225"/>
            <a:ext cx="7539900" cy="27774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lt1"/>
              </a:buClr>
              <a:buSzPts val="2800"/>
              <a:buChar char="●"/>
              <a:defRPr sz="2800">
                <a:solidFill>
                  <a:schemeClr val="lt1"/>
                </a:solidFill>
              </a:defRPr>
            </a:lvl1pPr>
            <a:lvl2pPr indent="-406400" lvl="1" marL="914400" algn="l">
              <a:lnSpc>
                <a:spcPct val="100000"/>
              </a:lnSpc>
              <a:spcBef>
                <a:spcPts val="0"/>
              </a:spcBef>
              <a:spcAft>
                <a:spcPts val="0"/>
              </a:spcAft>
              <a:buClr>
                <a:schemeClr val="lt1"/>
              </a:buClr>
              <a:buSzPts val="2800"/>
              <a:buChar char="○"/>
              <a:defRPr sz="2800">
                <a:solidFill>
                  <a:schemeClr val="lt1"/>
                </a:solidFill>
              </a:defRPr>
            </a:lvl2pPr>
            <a:lvl3pPr indent="-406400" lvl="2" marL="1371600" algn="l">
              <a:lnSpc>
                <a:spcPct val="100000"/>
              </a:lnSpc>
              <a:spcBef>
                <a:spcPts val="0"/>
              </a:spcBef>
              <a:spcAft>
                <a:spcPts val="0"/>
              </a:spcAft>
              <a:buClr>
                <a:schemeClr val="lt1"/>
              </a:buClr>
              <a:buSzPts val="2800"/>
              <a:buChar char="■"/>
              <a:defRPr sz="2800">
                <a:solidFill>
                  <a:schemeClr val="lt1"/>
                </a:solidFill>
              </a:defRPr>
            </a:lvl3pPr>
            <a:lvl4pPr indent="-406400" lvl="3" marL="1828800" algn="l">
              <a:lnSpc>
                <a:spcPct val="100000"/>
              </a:lnSpc>
              <a:spcBef>
                <a:spcPts val="0"/>
              </a:spcBef>
              <a:spcAft>
                <a:spcPts val="0"/>
              </a:spcAft>
              <a:buClr>
                <a:schemeClr val="lt1"/>
              </a:buClr>
              <a:buSzPts val="2800"/>
              <a:buChar char="●"/>
              <a:defRPr sz="2800">
                <a:solidFill>
                  <a:schemeClr val="lt1"/>
                </a:solidFill>
              </a:defRPr>
            </a:lvl4pPr>
            <a:lvl5pPr indent="-406400" lvl="4" marL="2286000" algn="l">
              <a:lnSpc>
                <a:spcPct val="100000"/>
              </a:lnSpc>
              <a:spcBef>
                <a:spcPts val="0"/>
              </a:spcBef>
              <a:spcAft>
                <a:spcPts val="0"/>
              </a:spcAft>
              <a:buClr>
                <a:schemeClr val="lt1"/>
              </a:buClr>
              <a:buSzPts val="2800"/>
              <a:buChar char="○"/>
              <a:defRPr sz="2800">
                <a:solidFill>
                  <a:schemeClr val="lt1"/>
                </a:solidFill>
              </a:defRPr>
            </a:lvl5pPr>
            <a:lvl6pPr indent="-406400" lvl="5" marL="2743200" algn="l">
              <a:lnSpc>
                <a:spcPct val="100000"/>
              </a:lnSpc>
              <a:spcBef>
                <a:spcPts val="0"/>
              </a:spcBef>
              <a:spcAft>
                <a:spcPts val="0"/>
              </a:spcAft>
              <a:buClr>
                <a:schemeClr val="lt1"/>
              </a:buClr>
              <a:buSzPts val="2800"/>
              <a:buChar char="■"/>
              <a:defRPr sz="2800">
                <a:solidFill>
                  <a:schemeClr val="lt1"/>
                </a:solidFill>
              </a:defRPr>
            </a:lvl6pPr>
            <a:lvl7pPr indent="-406400" lvl="6" marL="3200400" algn="l">
              <a:lnSpc>
                <a:spcPct val="100000"/>
              </a:lnSpc>
              <a:spcBef>
                <a:spcPts val="0"/>
              </a:spcBef>
              <a:spcAft>
                <a:spcPts val="0"/>
              </a:spcAft>
              <a:buClr>
                <a:schemeClr val="lt1"/>
              </a:buClr>
              <a:buSzPts val="2800"/>
              <a:buChar char="●"/>
              <a:defRPr sz="2800">
                <a:solidFill>
                  <a:schemeClr val="lt1"/>
                </a:solidFill>
              </a:defRPr>
            </a:lvl7pPr>
            <a:lvl8pPr indent="-406400" lvl="7" marL="3657600" algn="l">
              <a:lnSpc>
                <a:spcPct val="100000"/>
              </a:lnSpc>
              <a:spcBef>
                <a:spcPts val="0"/>
              </a:spcBef>
              <a:spcAft>
                <a:spcPts val="0"/>
              </a:spcAft>
              <a:buClr>
                <a:schemeClr val="lt1"/>
              </a:buClr>
              <a:buSzPts val="2800"/>
              <a:buChar char="○"/>
              <a:defRPr sz="2800">
                <a:solidFill>
                  <a:schemeClr val="lt1"/>
                </a:solidFill>
              </a:defRPr>
            </a:lvl8pPr>
            <a:lvl9pPr indent="-406400" lvl="8" marL="4114800" algn="l">
              <a:lnSpc>
                <a:spcPct val="100000"/>
              </a:lnSpc>
              <a:spcBef>
                <a:spcPts val="0"/>
              </a:spcBef>
              <a:spcAft>
                <a:spcPts val="0"/>
              </a:spcAft>
              <a:buClr>
                <a:schemeClr val="lt1"/>
              </a:buClr>
              <a:buSzPts val="2800"/>
              <a:buChar char="■"/>
              <a:defRPr sz="2800">
                <a:solidFill>
                  <a:schemeClr val="lt1"/>
                </a:solidFill>
              </a:defRPr>
            </a:lvl9pPr>
          </a:lstStyle>
          <a:p/>
        </p:txBody>
      </p:sp>
      <p:sp>
        <p:nvSpPr>
          <p:cNvPr id="239" name="Google Shape;239;p48"/>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40" name="Shape 240"/>
        <p:cNvGrpSpPr/>
        <p:nvPr/>
      </p:nvGrpSpPr>
      <p:grpSpPr>
        <a:xfrm>
          <a:off x="0" y="0"/>
          <a:ext cx="0" cy="0"/>
          <a:chOff x="0" y="0"/>
          <a:chExt cx="0" cy="0"/>
        </a:xfrm>
      </p:grpSpPr>
      <p:sp>
        <p:nvSpPr>
          <p:cNvPr id="241" name="Google Shape;241;p49"/>
          <p:cNvSpPr/>
          <p:nvPr>
            <p:ph idx="2" type="pic"/>
          </p:nvPr>
        </p:nvSpPr>
        <p:spPr>
          <a:xfrm>
            <a:off x="0" y="0"/>
            <a:ext cx="9144000" cy="5143500"/>
          </a:xfrm>
          <a:prstGeom prst="rect">
            <a:avLst/>
          </a:prstGeom>
          <a:noFill/>
          <a:ln>
            <a:noFill/>
          </a:ln>
        </p:spPr>
      </p:sp>
      <p:sp>
        <p:nvSpPr>
          <p:cNvPr id="242" name="Google Shape;242;p49"/>
          <p:cNvSpPr txBox="1"/>
          <p:nvPr>
            <p:ph idx="1" type="body"/>
          </p:nvPr>
        </p:nvSpPr>
        <p:spPr>
          <a:xfrm>
            <a:off x="4655675" y="956675"/>
            <a:ext cx="3965400" cy="775200"/>
          </a:xfrm>
          <a:prstGeom prst="rect">
            <a:avLst/>
          </a:prstGeom>
          <a:solidFill>
            <a:schemeClr val="lt1"/>
          </a:solidFill>
          <a:ln>
            <a:noFill/>
          </a:ln>
        </p:spPr>
        <p:txBody>
          <a:bodyPr anchorCtr="0" anchor="t" bIns="274300" lIns="274300" spcFirstLastPara="1" rIns="274300" wrap="square" tIns="0">
            <a:noAutofit/>
          </a:bodyPr>
          <a:lstStyle>
            <a:lvl1pPr indent="-298450" lvl="0" marL="457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3" name="Google Shape;243;p49"/>
          <p:cNvSpPr txBox="1"/>
          <p:nvPr>
            <p:ph idx="3" type="subTitle"/>
          </p:nvPr>
        </p:nvSpPr>
        <p:spPr>
          <a:xfrm>
            <a:off x="4655675" y="522900"/>
            <a:ext cx="3965400" cy="442800"/>
          </a:xfrm>
          <a:prstGeom prst="rect">
            <a:avLst/>
          </a:prstGeom>
          <a:solidFill>
            <a:schemeClr val="lt1"/>
          </a:solidFill>
          <a:ln>
            <a:noFill/>
          </a:ln>
        </p:spPr>
        <p:txBody>
          <a:bodyPr anchorCtr="0" anchor="b" bIns="0" lIns="274300" spcFirstLastPara="1" rIns="274300" wrap="square" tIns="27430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4" name="Google Shape;244;p49"/>
          <p:cNvSpPr txBox="1"/>
          <p:nvPr>
            <p:ph idx="4" type="body"/>
          </p:nvPr>
        </p:nvSpPr>
        <p:spPr>
          <a:xfrm>
            <a:off x="524350" y="4144800"/>
            <a:ext cx="1558800" cy="475800"/>
          </a:xfrm>
          <a:prstGeom prst="rect">
            <a:avLst/>
          </a:prstGeom>
          <a:solidFill>
            <a:schemeClr val="lt1"/>
          </a:solidFill>
          <a:ln>
            <a:noFill/>
          </a:ln>
        </p:spPr>
        <p:txBody>
          <a:bodyPr anchorCtr="0" anchor="t" bIns="137150" lIns="137150" spcFirstLastPara="1" rIns="137150" wrap="square" tIns="137150">
            <a:noAutofit/>
          </a:bodyPr>
          <a:lstStyle>
            <a:lvl1pPr indent="-273050" lvl="0" marL="457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5" name="Google Shape;245;p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46" name="Shape 246"/>
        <p:cNvGrpSpPr/>
        <p:nvPr/>
      </p:nvGrpSpPr>
      <p:grpSpPr>
        <a:xfrm>
          <a:off x="0" y="0"/>
          <a:ext cx="0" cy="0"/>
          <a:chOff x="0" y="0"/>
          <a:chExt cx="0" cy="0"/>
        </a:xfrm>
      </p:grpSpPr>
      <p:sp>
        <p:nvSpPr>
          <p:cNvPr id="247" name="Google Shape;247;p50"/>
          <p:cNvSpPr/>
          <p:nvPr>
            <p:ph idx="2" type="pic"/>
          </p:nvPr>
        </p:nvSpPr>
        <p:spPr>
          <a:xfrm>
            <a:off x="5485725" y="523025"/>
            <a:ext cx="3135300" cy="4097700"/>
          </a:xfrm>
          <a:prstGeom prst="roundRect">
            <a:avLst>
              <a:gd fmla="val 16667" name="adj"/>
            </a:avLst>
          </a:prstGeom>
          <a:noFill/>
          <a:ln>
            <a:noFill/>
          </a:ln>
        </p:spPr>
      </p:sp>
      <p:sp>
        <p:nvSpPr>
          <p:cNvPr id="248" name="Google Shape;248;p50"/>
          <p:cNvSpPr txBox="1"/>
          <p:nvPr>
            <p:ph type="title"/>
          </p:nvPr>
        </p:nvSpPr>
        <p:spPr>
          <a:xfrm>
            <a:off x="591441" y="391675"/>
            <a:ext cx="4397400" cy="3178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49" name="Google Shape;249;p50"/>
          <p:cNvSpPr txBox="1"/>
          <p:nvPr>
            <p:ph idx="1" type="body"/>
          </p:nvPr>
        </p:nvSpPr>
        <p:spPr>
          <a:xfrm>
            <a:off x="638750" y="4413181"/>
            <a:ext cx="5537100" cy="310500"/>
          </a:xfrm>
          <a:prstGeom prst="rect">
            <a:avLst/>
          </a:prstGeom>
          <a:noFill/>
          <a:ln>
            <a:noFill/>
          </a:ln>
        </p:spPr>
        <p:txBody>
          <a:bodyPr anchorCtr="0" anchor="b"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lgn="l">
              <a:lnSpc>
                <a:spcPct val="100000"/>
              </a:lnSpc>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50" name="Google Shape;250;p50"/>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51" name="Shape 251"/>
        <p:cNvGrpSpPr/>
        <p:nvPr/>
      </p:nvGrpSpPr>
      <p:grpSpPr>
        <a:xfrm>
          <a:off x="0" y="0"/>
          <a:ext cx="0" cy="0"/>
          <a:chOff x="0" y="0"/>
          <a:chExt cx="0" cy="0"/>
        </a:xfrm>
      </p:grpSpPr>
      <p:sp>
        <p:nvSpPr>
          <p:cNvPr id="252" name="Google Shape;252;p51"/>
          <p:cNvSpPr txBox="1"/>
          <p:nvPr>
            <p:ph idx="1" type="body"/>
          </p:nvPr>
        </p:nvSpPr>
        <p:spPr>
          <a:xfrm>
            <a:off x="5481425"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3" name="Google Shape;253;p51"/>
          <p:cNvSpPr txBox="1"/>
          <p:nvPr>
            <p:ph idx="2" type="body"/>
          </p:nvPr>
        </p:nvSpPr>
        <p:spPr>
          <a:xfrm>
            <a:off x="3918400" y="27157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4" name="Google Shape;254;p51"/>
          <p:cNvSpPr txBox="1"/>
          <p:nvPr>
            <p:ph idx="3" type="body"/>
          </p:nvPr>
        </p:nvSpPr>
        <p:spPr>
          <a:xfrm>
            <a:off x="2349550"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5" name="Google Shape;255;p51"/>
          <p:cNvSpPr txBox="1"/>
          <p:nvPr>
            <p:ph idx="4"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6" name="Google Shape;256;p51"/>
          <p:cNvSpPr txBox="1"/>
          <p:nvPr>
            <p:ph idx="5"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7" name="Google Shape;257;p51"/>
          <p:cNvSpPr txBox="1"/>
          <p:nvPr>
            <p:ph idx="6" type="body"/>
          </p:nvPr>
        </p:nvSpPr>
        <p:spPr>
          <a:xfrm>
            <a:off x="70444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58" name="Google Shape;258;p51"/>
          <p:cNvCxnSpPr/>
          <p:nvPr/>
        </p:nvCxnSpPr>
        <p:spPr>
          <a:xfrm rot="10800000">
            <a:off x="827250" y="1481375"/>
            <a:ext cx="7489500" cy="0"/>
          </a:xfrm>
          <a:prstGeom prst="straightConnector1">
            <a:avLst/>
          </a:prstGeom>
          <a:noFill/>
          <a:ln cap="flat" cmpd="sng" w="19050">
            <a:solidFill>
              <a:schemeClr val="accent1"/>
            </a:solidFill>
            <a:prstDash val="solid"/>
            <a:round/>
            <a:headEnd len="sm" w="sm" type="none"/>
            <a:tailEnd len="sm" w="sm" type="none"/>
          </a:ln>
        </p:spPr>
      </p:cxnSp>
      <p:sp>
        <p:nvSpPr>
          <p:cNvPr id="259" name="Google Shape;259;p51"/>
          <p:cNvSpPr/>
          <p:nvPr>
            <p:ph idx="7" type="pic"/>
          </p:nvPr>
        </p:nvSpPr>
        <p:spPr>
          <a:xfrm>
            <a:off x="7049625" y="523025"/>
            <a:ext cx="1305900" cy="1918500"/>
          </a:xfrm>
          <a:prstGeom prst="roundRect">
            <a:avLst>
              <a:gd fmla="val 16667" name="adj"/>
            </a:avLst>
          </a:prstGeom>
          <a:noFill/>
          <a:ln>
            <a:noFill/>
          </a:ln>
        </p:spPr>
      </p:sp>
      <p:sp>
        <p:nvSpPr>
          <p:cNvPr id="260" name="Google Shape;260;p51"/>
          <p:cNvSpPr/>
          <p:nvPr>
            <p:ph idx="8" type="pic"/>
          </p:nvPr>
        </p:nvSpPr>
        <p:spPr>
          <a:xfrm>
            <a:off x="784775" y="522100"/>
            <a:ext cx="1305900" cy="1918500"/>
          </a:xfrm>
          <a:prstGeom prst="roundRect">
            <a:avLst>
              <a:gd fmla="val 16667" name="adj"/>
            </a:avLst>
          </a:prstGeom>
          <a:noFill/>
          <a:ln>
            <a:noFill/>
          </a:ln>
        </p:spPr>
      </p:sp>
      <p:sp>
        <p:nvSpPr>
          <p:cNvPr id="261" name="Google Shape;261;p51"/>
          <p:cNvSpPr/>
          <p:nvPr>
            <p:ph idx="9" type="pic"/>
          </p:nvPr>
        </p:nvSpPr>
        <p:spPr>
          <a:xfrm>
            <a:off x="2343950" y="523500"/>
            <a:ext cx="1305900" cy="1918500"/>
          </a:xfrm>
          <a:prstGeom prst="roundRect">
            <a:avLst>
              <a:gd fmla="val 16667" name="adj"/>
            </a:avLst>
          </a:prstGeom>
          <a:noFill/>
          <a:ln>
            <a:noFill/>
          </a:ln>
        </p:spPr>
      </p:sp>
      <p:sp>
        <p:nvSpPr>
          <p:cNvPr id="262" name="Google Shape;262;p51"/>
          <p:cNvSpPr/>
          <p:nvPr>
            <p:ph idx="13" type="pic"/>
          </p:nvPr>
        </p:nvSpPr>
        <p:spPr>
          <a:xfrm>
            <a:off x="3915213" y="523500"/>
            <a:ext cx="1305900" cy="1918500"/>
          </a:xfrm>
          <a:prstGeom prst="roundRect">
            <a:avLst>
              <a:gd fmla="val 16667" name="adj"/>
            </a:avLst>
          </a:prstGeom>
          <a:noFill/>
          <a:ln>
            <a:noFill/>
          </a:ln>
        </p:spPr>
      </p:sp>
      <p:sp>
        <p:nvSpPr>
          <p:cNvPr id="263" name="Google Shape;263;p51"/>
          <p:cNvSpPr/>
          <p:nvPr>
            <p:ph idx="14" type="pic"/>
          </p:nvPr>
        </p:nvSpPr>
        <p:spPr>
          <a:xfrm>
            <a:off x="5490975" y="523500"/>
            <a:ext cx="1305900" cy="1918500"/>
          </a:xfrm>
          <a:prstGeom prst="roundRect">
            <a:avLst>
              <a:gd fmla="val 16667" name="adj"/>
            </a:avLst>
          </a:prstGeom>
          <a:noFill/>
          <a:ln>
            <a:noFill/>
          </a:ln>
        </p:spPr>
      </p:sp>
      <p:sp>
        <p:nvSpPr>
          <p:cNvPr id="264" name="Google Shape;264;p51"/>
          <p:cNvSpPr txBox="1"/>
          <p:nvPr>
            <p:ph idx="15"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5" name="Google Shape;265;p51"/>
          <p:cNvSpPr txBox="1"/>
          <p:nvPr>
            <p:ph idx="16"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6" name="Google Shape;266;p51"/>
          <p:cNvSpPr txBox="1"/>
          <p:nvPr>
            <p:ph idx="17"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7" name="Google Shape;267;p51"/>
          <p:cNvSpPr txBox="1"/>
          <p:nvPr>
            <p:ph idx="18" type="body"/>
          </p:nvPr>
        </p:nvSpPr>
        <p:spPr>
          <a:xfrm>
            <a:off x="391548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8" name="Google Shape;268;p51"/>
          <p:cNvSpPr txBox="1"/>
          <p:nvPr>
            <p:ph idx="19" type="body"/>
          </p:nvPr>
        </p:nvSpPr>
        <p:spPr>
          <a:xfrm>
            <a:off x="5479963"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9" name="Google Shape;269;p51"/>
          <p:cNvSpPr txBox="1"/>
          <p:nvPr>
            <p:ph idx="20" type="body"/>
          </p:nvPr>
        </p:nvSpPr>
        <p:spPr>
          <a:xfrm>
            <a:off x="704733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0" name="Google Shape;270;p5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271" name="Shape 271"/>
        <p:cNvGrpSpPr/>
        <p:nvPr/>
      </p:nvGrpSpPr>
      <p:grpSpPr>
        <a:xfrm>
          <a:off x="0" y="0"/>
          <a:ext cx="0" cy="0"/>
          <a:chOff x="0" y="0"/>
          <a:chExt cx="0" cy="0"/>
        </a:xfrm>
      </p:grpSpPr>
      <p:sp>
        <p:nvSpPr>
          <p:cNvPr id="272" name="Google Shape;272;p52"/>
          <p:cNvSpPr txBox="1"/>
          <p:nvPr>
            <p:ph idx="1" type="body"/>
          </p:nvPr>
        </p:nvSpPr>
        <p:spPr>
          <a:xfrm>
            <a:off x="3917825" y="4024920"/>
            <a:ext cx="44412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3" name="Google Shape;273;p52"/>
          <p:cNvSpPr txBox="1"/>
          <p:nvPr>
            <p:ph idx="2" type="subTitle"/>
          </p:nvPr>
        </p:nvSpPr>
        <p:spPr>
          <a:xfrm>
            <a:off x="783675" y="3967895"/>
            <a:ext cx="2877600" cy="431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4" name="Google Shape;274;p5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275" name="Shape 275"/>
        <p:cNvGrpSpPr/>
        <p:nvPr/>
      </p:nvGrpSpPr>
      <p:grpSpPr>
        <a:xfrm>
          <a:off x="0" y="0"/>
          <a:ext cx="0" cy="0"/>
          <a:chOff x="0" y="0"/>
          <a:chExt cx="0" cy="0"/>
        </a:xfrm>
      </p:grpSpPr>
      <p:sp>
        <p:nvSpPr>
          <p:cNvPr id="276" name="Google Shape;276;p53"/>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53"/>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2"/>
              </a:buClr>
              <a:buSzPts val="12800"/>
              <a:buNone/>
              <a:defRPr sz="12800">
                <a:solidFill>
                  <a:schemeClr val="accent2"/>
                </a:solidFill>
              </a:defRPr>
            </a:lvl1pPr>
            <a:lvl2pPr lvl="1"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278" name="Google Shape;278;p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279" name="Shape 279"/>
        <p:cNvGrpSpPr/>
        <p:nvPr/>
      </p:nvGrpSpPr>
      <p:grpSpPr>
        <a:xfrm>
          <a:off x="0" y="0"/>
          <a:ext cx="0" cy="0"/>
          <a:chOff x="0" y="0"/>
          <a:chExt cx="0" cy="0"/>
        </a:xfrm>
      </p:grpSpPr>
      <p:sp>
        <p:nvSpPr>
          <p:cNvPr id="280" name="Google Shape;280;p54"/>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
        <p:nvSpPr>
          <p:cNvPr id="281" name="Google Shape;281;p54"/>
          <p:cNvSpPr txBox="1"/>
          <p:nvPr>
            <p:ph idx="1" type="body"/>
          </p:nvPr>
        </p:nvSpPr>
        <p:spPr>
          <a:xfrm>
            <a:off x="3918400"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2" name="Google Shape;282;p54"/>
          <p:cNvSpPr txBox="1"/>
          <p:nvPr>
            <p:ph idx="2" type="body"/>
          </p:nvPr>
        </p:nvSpPr>
        <p:spPr>
          <a:xfrm>
            <a:off x="3918400"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3" name="Google Shape;283;p54"/>
          <p:cNvSpPr txBox="1"/>
          <p:nvPr>
            <p:ph idx="3" type="body"/>
          </p:nvPr>
        </p:nvSpPr>
        <p:spPr>
          <a:xfrm>
            <a:off x="7044450" y="36805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4" name="Google Shape;284;p54"/>
          <p:cNvSpPr txBox="1"/>
          <p:nvPr>
            <p:ph idx="4" type="body"/>
          </p:nvPr>
        </p:nvSpPr>
        <p:spPr>
          <a:xfrm>
            <a:off x="7044450" y="37806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5" name="Google Shape;285;p54"/>
          <p:cNvSpPr/>
          <p:nvPr>
            <p:ph idx="5" type="pic"/>
          </p:nvPr>
        </p:nvSpPr>
        <p:spPr>
          <a:xfrm>
            <a:off x="7049625" y="1588125"/>
            <a:ext cx="1305900" cy="1918500"/>
          </a:xfrm>
          <a:prstGeom prst="roundRect">
            <a:avLst>
              <a:gd fmla="val 16667" name="adj"/>
            </a:avLst>
          </a:prstGeom>
          <a:noFill/>
          <a:ln>
            <a:noFill/>
          </a:ln>
        </p:spPr>
      </p:sp>
      <p:sp>
        <p:nvSpPr>
          <p:cNvPr id="286" name="Google Shape;286;p54"/>
          <p:cNvSpPr/>
          <p:nvPr>
            <p:ph idx="6" type="pic"/>
          </p:nvPr>
        </p:nvSpPr>
        <p:spPr>
          <a:xfrm>
            <a:off x="3915213" y="1588600"/>
            <a:ext cx="1305900" cy="1918500"/>
          </a:xfrm>
          <a:prstGeom prst="roundRect">
            <a:avLst>
              <a:gd fmla="val 16667" name="adj"/>
            </a:avLst>
          </a:prstGeom>
          <a:noFill/>
          <a:ln>
            <a:noFill/>
          </a:ln>
        </p:spPr>
      </p:sp>
      <p:sp>
        <p:nvSpPr>
          <p:cNvPr id="287" name="Google Shape;287;p54"/>
          <p:cNvSpPr/>
          <p:nvPr>
            <p:ph idx="7" type="pic"/>
          </p:nvPr>
        </p:nvSpPr>
        <p:spPr>
          <a:xfrm>
            <a:off x="5490975" y="1588600"/>
            <a:ext cx="1305900" cy="1918500"/>
          </a:xfrm>
          <a:prstGeom prst="roundRect">
            <a:avLst>
              <a:gd fmla="val 16667" name="adj"/>
            </a:avLst>
          </a:prstGeom>
          <a:noFill/>
          <a:ln>
            <a:noFill/>
          </a:ln>
        </p:spPr>
      </p:sp>
      <p:sp>
        <p:nvSpPr>
          <p:cNvPr id="288" name="Google Shape;288;p54"/>
          <p:cNvSpPr txBox="1"/>
          <p:nvPr>
            <p:ph idx="8" type="subTitle"/>
          </p:nvPr>
        </p:nvSpPr>
        <p:spPr>
          <a:xfrm>
            <a:off x="3918800"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54"/>
          <p:cNvSpPr txBox="1"/>
          <p:nvPr>
            <p:ph idx="9" type="subTitle"/>
          </p:nvPr>
        </p:nvSpPr>
        <p:spPr>
          <a:xfrm>
            <a:off x="5484775"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54"/>
          <p:cNvSpPr txBox="1"/>
          <p:nvPr>
            <p:ph idx="13" type="subTitle"/>
          </p:nvPr>
        </p:nvSpPr>
        <p:spPr>
          <a:xfrm>
            <a:off x="7050750" y="10327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1" name="Google Shape;291;p54"/>
          <p:cNvSpPr txBox="1"/>
          <p:nvPr>
            <p:ph idx="14" type="body"/>
          </p:nvPr>
        </p:nvSpPr>
        <p:spPr>
          <a:xfrm>
            <a:off x="507400" y="1828050"/>
            <a:ext cx="2136300" cy="29733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2"/>
              </a:buClr>
              <a:buSzPts val="2800"/>
              <a:buChar char="●"/>
              <a:defRPr sz="2800">
                <a:solidFill>
                  <a:schemeClr val="accent2"/>
                </a:solidFill>
              </a:defRPr>
            </a:lvl1pPr>
            <a:lvl2pPr indent="-406400" lvl="1" marL="914400" algn="l">
              <a:lnSpc>
                <a:spcPct val="100000"/>
              </a:lnSpc>
              <a:spcBef>
                <a:spcPts val="0"/>
              </a:spcBef>
              <a:spcAft>
                <a:spcPts val="0"/>
              </a:spcAft>
              <a:buClr>
                <a:schemeClr val="accent2"/>
              </a:buClr>
              <a:buSzPts val="2800"/>
              <a:buChar char="○"/>
              <a:defRPr sz="2800">
                <a:solidFill>
                  <a:schemeClr val="accent2"/>
                </a:solidFill>
              </a:defRPr>
            </a:lvl2pPr>
            <a:lvl3pPr indent="-406400" lvl="2" marL="1371600" algn="l">
              <a:lnSpc>
                <a:spcPct val="100000"/>
              </a:lnSpc>
              <a:spcBef>
                <a:spcPts val="0"/>
              </a:spcBef>
              <a:spcAft>
                <a:spcPts val="0"/>
              </a:spcAft>
              <a:buClr>
                <a:schemeClr val="accent2"/>
              </a:buClr>
              <a:buSzPts val="2800"/>
              <a:buChar char="■"/>
              <a:defRPr sz="2800">
                <a:solidFill>
                  <a:schemeClr val="accent2"/>
                </a:solidFill>
              </a:defRPr>
            </a:lvl3pPr>
            <a:lvl4pPr indent="-406400" lvl="3" marL="1828800" algn="l">
              <a:lnSpc>
                <a:spcPct val="100000"/>
              </a:lnSpc>
              <a:spcBef>
                <a:spcPts val="0"/>
              </a:spcBef>
              <a:spcAft>
                <a:spcPts val="0"/>
              </a:spcAft>
              <a:buClr>
                <a:schemeClr val="accent2"/>
              </a:buClr>
              <a:buSzPts val="2800"/>
              <a:buChar char="●"/>
              <a:defRPr sz="2800">
                <a:solidFill>
                  <a:schemeClr val="accent2"/>
                </a:solidFill>
              </a:defRPr>
            </a:lvl4pPr>
            <a:lvl5pPr indent="-406400" lvl="4" marL="2286000" algn="l">
              <a:lnSpc>
                <a:spcPct val="100000"/>
              </a:lnSpc>
              <a:spcBef>
                <a:spcPts val="0"/>
              </a:spcBef>
              <a:spcAft>
                <a:spcPts val="0"/>
              </a:spcAft>
              <a:buClr>
                <a:schemeClr val="accent2"/>
              </a:buClr>
              <a:buSzPts val="2800"/>
              <a:buChar char="○"/>
              <a:defRPr sz="2800">
                <a:solidFill>
                  <a:schemeClr val="accent2"/>
                </a:solidFill>
              </a:defRPr>
            </a:lvl5pPr>
            <a:lvl6pPr indent="-406400" lvl="5" marL="2743200" algn="l">
              <a:lnSpc>
                <a:spcPct val="100000"/>
              </a:lnSpc>
              <a:spcBef>
                <a:spcPts val="0"/>
              </a:spcBef>
              <a:spcAft>
                <a:spcPts val="0"/>
              </a:spcAft>
              <a:buClr>
                <a:schemeClr val="accent2"/>
              </a:buClr>
              <a:buSzPts val="2800"/>
              <a:buChar char="■"/>
              <a:defRPr sz="2800">
                <a:solidFill>
                  <a:schemeClr val="accent2"/>
                </a:solidFill>
              </a:defRPr>
            </a:lvl6pPr>
            <a:lvl7pPr indent="-406400" lvl="6" marL="3200400" algn="l">
              <a:lnSpc>
                <a:spcPct val="100000"/>
              </a:lnSpc>
              <a:spcBef>
                <a:spcPts val="0"/>
              </a:spcBef>
              <a:spcAft>
                <a:spcPts val="0"/>
              </a:spcAft>
              <a:buClr>
                <a:schemeClr val="accent2"/>
              </a:buClr>
              <a:buSzPts val="2800"/>
              <a:buChar char="●"/>
              <a:defRPr sz="2800">
                <a:solidFill>
                  <a:schemeClr val="accent2"/>
                </a:solidFill>
              </a:defRPr>
            </a:lvl7pPr>
            <a:lvl8pPr indent="-406400" lvl="7" marL="3657600" algn="l">
              <a:lnSpc>
                <a:spcPct val="100000"/>
              </a:lnSpc>
              <a:spcBef>
                <a:spcPts val="0"/>
              </a:spcBef>
              <a:spcAft>
                <a:spcPts val="0"/>
              </a:spcAft>
              <a:buClr>
                <a:schemeClr val="accent2"/>
              </a:buClr>
              <a:buSzPts val="2800"/>
              <a:buChar char="○"/>
              <a:defRPr sz="2800">
                <a:solidFill>
                  <a:schemeClr val="accent2"/>
                </a:solidFill>
              </a:defRPr>
            </a:lvl8pPr>
            <a:lvl9pPr indent="-406400" lvl="8" marL="4114800" algn="l">
              <a:lnSpc>
                <a:spcPct val="100000"/>
              </a:lnSpc>
              <a:spcBef>
                <a:spcPts val="0"/>
              </a:spcBef>
              <a:spcAft>
                <a:spcPts val="0"/>
              </a:spcAft>
              <a:buClr>
                <a:schemeClr val="accent2"/>
              </a:buClr>
              <a:buSzPts val="2800"/>
              <a:buChar char="■"/>
              <a:defRPr sz="2800">
                <a:solidFill>
                  <a:schemeClr val="accent2"/>
                </a:solidFill>
              </a:defRPr>
            </a:lvl9pPr>
          </a:lstStyle>
          <a:p/>
        </p:txBody>
      </p:sp>
      <p:sp>
        <p:nvSpPr>
          <p:cNvPr id="292" name="Google Shape;292;p54"/>
          <p:cNvSpPr txBox="1"/>
          <p:nvPr>
            <p:ph idx="15" type="body"/>
          </p:nvPr>
        </p:nvSpPr>
        <p:spPr>
          <a:xfrm>
            <a:off x="5481425"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3" name="Google Shape;293;p54"/>
          <p:cNvSpPr txBox="1"/>
          <p:nvPr>
            <p:ph idx="16" type="body"/>
          </p:nvPr>
        </p:nvSpPr>
        <p:spPr>
          <a:xfrm>
            <a:off x="5481425"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4" name="Google Shape;294;p5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295" name="Shape 295"/>
        <p:cNvGrpSpPr/>
        <p:nvPr/>
      </p:nvGrpSpPr>
      <p:grpSpPr>
        <a:xfrm>
          <a:off x="0" y="0"/>
          <a:ext cx="0" cy="0"/>
          <a:chOff x="0" y="0"/>
          <a:chExt cx="0" cy="0"/>
        </a:xfrm>
      </p:grpSpPr>
      <p:sp>
        <p:nvSpPr>
          <p:cNvPr id="296" name="Google Shape;296;p55"/>
          <p:cNvSpPr txBox="1"/>
          <p:nvPr>
            <p:ph idx="1"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7" name="Google Shape;297;p55"/>
          <p:cNvSpPr txBox="1"/>
          <p:nvPr>
            <p:ph idx="2"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8" name="Google Shape;298;p55"/>
          <p:cNvCxnSpPr/>
          <p:nvPr/>
        </p:nvCxnSpPr>
        <p:spPr>
          <a:xfrm rot="10800000">
            <a:off x="827250" y="1481375"/>
            <a:ext cx="7489500" cy="0"/>
          </a:xfrm>
          <a:prstGeom prst="straightConnector1">
            <a:avLst/>
          </a:prstGeom>
          <a:noFill/>
          <a:ln cap="flat" cmpd="sng" w="19050">
            <a:solidFill>
              <a:schemeClr val="accent2"/>
            </a:solidFill>
            <a:prstDash val="solid"/>
            <a:round/>
            <a:headEnd len="sm" w="sm" type="none"/>
            <a:tailEnd len="sm" w="sm" type="none"/>
          </a:ln>
        </p:spPr>
      </p:cxnSp>
      <p:sp>
        <p:nvSpPr>
          <p:cNvPr id="299" name="Google Shape;299;p55"/>
          <p:cNvSpPr/>
          <p:nvPr>
            <p:ph idx="3" type="pic"/>
          </p:nvPr>
        </p:nvSpPr>
        <p:spPr>
          <a:xfrm>
            <a:off x="7049625" y="523025"/>
            <a:ext cx="1305900" cy="1918500"/>
          </a:xfrm>
          <a:prstGeom prst="roundRect">
            <a:avLst>
              <a:gd fmla="val 16667" name="adj"/>
            </a:avLst>
          </a:prstGeom>
          <a:noFill/>
          <a:ln>
            <a:noFill/>
          </a:ln>
        </p:spPr>
      </p:sp>
      <p:sp>
        <p:nvSpPr>
          <p:cNvPr id="300" name="Google Shape;300;p55"/>
          <p:cNvSpPr/>
          <p:nvPr>
            <p:ph idx="4" type="pic"/>
          </p:nvPr>
        </p:nvSpPr>
        <p:spPr>
          <a:xfrm>
            <a:off x="784775" y="522100"/>
            <a:ext cx="1305900" cy="1918500"/>
          </a:xfrm>
          <a:prstGeom prst="roundRect">
            <a:avLst>
              <a:gd fmla="val 16667" name="adj"/>
            </a:avLst>
          </a:prstGeom>
          <a:noFill/>
          <a:ln>
            <a:noFill/>
          </a:ln>
        </p:spPr>
      </p:sp>
      <p:sp>
        <p:nvSpPr>
          <p:cNvPr id="301" name="Google Shape;301;p55"/>
          <p:cNvSpPr/>
          <p:nvPr>
            <p:ph idx="5" type="pic"/>
          </p:nvPr>
        </p:nvSpPr>
        <p:spPr>
          <a:xfrm>
            <a:off x="2343950" y="523500"/>
            <a:ext cx="1305900" cy="1918500"/>
          </a:xfrm>
          <a:prstGeom prst="roundRect">
            <a:avLst>
              <a:gd fmla="val 16667" name="adj"/>
            </a:avLst>
          </a:prstGeom>
          <a:noFill/>
          <a:ln>
            <a:noFill/>
          </a:ln>
        </p:spPr>
      </p:sp>
      <p:sp>
        <p:nvSpPr>
          <p:cNvPr id="302" name="Google Shape;302;p55"/>
          <p:cNvSpPr/>
          <p:nvPr>
            <p:ph idx="6" type="pic"/>
          </p:nvPr>
        </p:nvSpPr>
        <p:spPr>
          <a:xfrm>
            <a:off x="3915213" y="523500"/>
            <a:ext cx="1305900" cy="1918500"/>
          </a:xfrm>
          <a:prstGeom prst="roundRect">
            <a:avLst>
              <a:gd fmla="val 16667" name="adj"/>
            </a:avLst>
          </a:prstGeom>
          <a:noFill/>
          <a:ln>
            <a:noFill/>
          </a:ln>
        </p:spPr>
      </p:sp>
      <p:sp>
        <p:nvSpPr>
          <p:cNvPr id="303" name="Google Shape;303;p55"/>
          <p:cNvSpPr/>
          <p:nvPr>
            <p:ph idx="7" type="pic"/>
          </p:nvPr>
        </p:nvSpPr>
        <p:spPr>
          <a:xfrm>
            <a:off x="5490975" y="523500"/>
            <a:ext cx="1305900" cy="1918500"/>
          </a:xfrm>
          <a:prstGeom prst="roundRect">
            <a:avLst>
              <a:gd fmla="val 16667" name="adj"/>
            </a:avLst>
          </a:prstGeom>
          <a:noFill/>
          <a:ln>
            <a:noFill/>
          </a:ln>
        </p:spPr>
      </p:sp>
      <p:sp>
        <p:nvSpPr>
          <p:cNvPr id="304" name="Google Shape;304;p55"/>
          <p:cNvSpPr txBox="1"/>
          <p:nvPr>
            <p:ph idx="8"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5" name="Google Shape;305;p55"/>
          <p:cNvSpPr txBox="1"/>
          <p:nvPr>
            <p:ph idx="9"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6" name="Google Shape;306;p55"/>
          <p:cNvSpPr txBox="1"/>
          <p:nvPr>
            <p:ph idx="13"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7" name="Google Shape;307;p55"/>
          <p:cNvSpPr txBox="1"/>
          <p:nvPr>
            <p:ph idx="14" type="body"/>
          </p:nvPr>
        </p:nvSpPr>
        <p:spPr>
          <a:xfrm>
            <a:off x="23495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8" name="Google Shape;308;p55"/>
          <p:cNvSpPr txBox="1"/>
          <p:nvPr>
            <p:ph idx="15" type="body"/>
          </p:nvPr>
        </p:nvSpPr>
        <p:spPr>
          <a:xfrm>
            <a:off x="39078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9" name="Google Shape;309;p55"/>
          <p:cNvSpPr txBox="1"/>
          <p:nvPr>
            <p:ph idx="16" type="body"/>
          </p:nvPr>
        </p:nvSpPr>
        <p:spPr>
          <a:xfrm>
            <a:off x="39078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0" name="Google Shape;310;p55"/>
          <p:cNvSpPr txBox="1"/>
          <p:nvPr>
            <p:ph idx="17" type="body"/>
          </p:nvPr>
        </p:nvSpPr>
        <p:spPr>
          <a:xfrm>
            <a:off x="5496525"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1" name="Google Shape;311;p55"/>
          <p:cNvSpPr txBox="1"/>
          <p:nvPr>
            <p:ph idx="18" type="body"/>
          </p:nvPr>
        </p:nvSpPr>
        <p:spPr>
          <a:xfrm>
            <a:off x="5496525"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2" name="Google Shape;312;p55"/>
          <p:cNvSpPr txBox="1"/>
          <p:nvPr>
            <p:ph idx="19" type="body"/>
          </p:nvPr>
        </p:nvSpPr>
        <p:spPr>
          <a:xfrm>
            <a:off x="70852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3" name="Google Shape;313;p55"/>
          <p:cNvSpPr txBox="1"/>
          <p:nvPr>
            <p:ph idx="20" type="body"/>
          </p:nvPr>
        </p:nvSpPr>
        <p:spPr>
          <a:xfrm>
            <a:off x="70852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4" name="Google Shape;314;p5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15" name="Shape 315"/>
        <p:cNvGrpSpPr/>
        <p:nvPr/>
      </p:nvGrpSpPr>
      <p:grpSpPr>
        <a:xfrm>
          <a:off x="0" y="0"/>
          <a:ext cx="0" cy="0"/>
          <a:chOff x="0" y="0"/>
          <a:chExt cx="0" cy="0"/>
        </a:xfrm>
      </p:grpSpPr>
      <p:sp>
        <p:nvSpPr>
          <p:cNvPr id="316" name="Google Shape;316;p56"/>
          <p:cNvSpPr txBox="1"/>
          <p:nvPr>
            <p:ph idx="1" type="body"/>
          </p:nvPr>
        </p:nvSpPr>
        <p:spPr>
          <a:xfrm>
            <a:off x="3133000" y="514275"/>
            <a:ext cx="38907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6"/>
          <p:cNvSpPr txBox="1"/>
          <p:nvPr>
            <p:ph idx="2" type="body"/>
          </p:nvPr>
        </p:nvSpPr>
        <p:spPr>
          <a:xfrm>
            <a:off x="657679" y="436194"/>
            <a:ext cx="2278800" cy="1985100"/>
          </a:xfrm>
          <a:prstGeom prst="rect">
            <a:avLst/>
          </a:prstGeom>
          <a:noFill/>
          <a:ln>
            <a:noFill/>
          </a:ln>
        </p:spPr>
        <p:txBody>
          <a:bodyPr anchorCtr="0" anchor="t" bIns="91425" lIns="91425" spcFirstLastPara="1" rIns="91425" wrap="square" tIns="91425">
            <a:noAutofit/>
          </a:bodyPr>
          <a:lstStyle>
            <a:lvl1pPr indent="-406400" lvl="0" marL="457200" algn="l">
              <a:lnSpc>
                <a:spcPct val="80000"/>
              </a:lnSpc>
              <a:spcBef>
                <a:spcPts val="0"/>
              </a:spcBef>
              <a:spcAft>
                <a:spcPts val="0"/>
              </a:spcAft>
              <a:buClr>
                <a:schemeClr val="accent2"/>
              </a:buClr>
              <a:buSzPts val="2800"/>
              <a:buChar char="●"/>
              <a:defRPr sz="2800">
                <a:solidFill>
                  <a:schemeClr val="accent2"/>
                </a:solidFill>
              </a:defRPr>
            </a:lvl1pPr>
            <a:lvl2pPr indent="-406400" lvl="1" marL="914400" algn="l">
              <a:lnSpc>
                <a:spcPct val="80000"/>
              </a:lnSpc>
              <a:spcBef>
                <a:spcPts val="0"/>
              </a:spcBef>
              <a:spcAft>
                <a:spcPts val="0"/>
              </a:spcAft>
              <a:buClr>
                <a:schemeClr val="accent2"/>
              </a:buClr>
              <a:buSzPts val="2800"/>
              <a:buChar char="○"/>
              <a:defRPr sz="2800">
                <a:solidFill>
                  <a:schemeClr val="accent2"/>
                </a:solidFill>
              </a:defRPr>
            </a:lvl2pPr>
            <a:lvl3pPr indent="-406400" lvl="2" marL="1371600" algn="l">
              <a:lnSpc>
                <a:spcPct val="80000"/>
              </a:lnSpc>
              <a:spcBef>
                <a:spcPts val="0"/>
              </a:spcBef>
              <a:spcAft>
                <a:spcPts val="0"/>
              </a:spcAft>
              <a:buClr>
                <a:schemeClr val="accent2"/>
              </a:buClr>
              <a:buSzPts val="2800"/>
              <a:buChar char="■"/>
              <a:defRPr sz="2800">
                <a:solidFill>
                  <a:schemeClr val="accent2"/>
                </a:solidFill>
              </a:defRPr>
            </a:lvl3pPr>
            <a:lvl4pPr indent="-406400" lvl="3" marL="1828800" algn="l">
              <a:lnSpc>
                <a:spcPct val="80000"/>
              </a:lnSpc>
              <a:spcBef>
                <a:spcPts val="0"/>
              </a:spcBef>
              <a:spcAft>
                <a:spcPts val="0"/>
              </a:spcAft>
              <a:buClr>
                <a:schemeClr val="accent2"/>
              </a:buClr>
              <a:buSzPts val="2800"/>
              <a:buChar char="●"/>
              <a:defRPr sz="2800">
                <a:solidFill>
                  <a:schemeClr val="accent2"/>
                </a:solidFill>
              </a:defRPr>
            </a:lvl4pPr>
            <a:lvl5pPr indent="-406400" lvl="4" marL="2286000" algn="l">
              <a:lnSpc>
                <a:spcPct val="80000"/>
              </a:lnSpc>
              <a:spcBef>
                <a:spcPts val="0"/>
              </a:spcBef>
              <a:spcAft>
                <a:spcPts val="0"/>
              </a:spcAft>
              <a:buClr>
                <a:schemeClr val="accent2"/>
              </a:buClr>
              <a:buSzPts val="2800"/>
              <a:buChar char="○"/>
              <a:defRPr sz="2800">
                <a:solidFill>
                  <a:schemeClr val="accent2"/>
                </a:solidFill>
              </a:defRPr>
            </a:lvl5pPr>
            <a:lvl6pPr indent="-406400" lvl="5" marL="2743200" algn="l">
              <a:lnSpc>
                <a:spcPct val="80000"/>
              </a:lnSpc>
              <a:spcBef>
                <a:spcPts val="0"/>
              </a:spcBef>
              <a:spcAft>
                <a:spcPts val="0"/>
              </a:spcAft>
              <a:buClr>
                <a:schemeClr val="accent2"/>
              </a:buClr>
              <a:buSzPts val="2800"/>
              <a:buChar char="■"/>
              <a:defRPr sz="2800">
                <a:solidFill>
                  <a:schemeClr val="accent2"/>
                </a:solidFill>
              </a:defRPr>
            </a:lvl6pPr>
            <a:lvl7pPr indent="-406400" lvl="6" marL="3200400" algn="l">
              <a:lnSpc>
                <a:spcPct val="80000"/>
              </a:lnSpc>
              <a:spcBef>
                <a:spcPts val="0"/>
              </a:spcBef>
              <a:spcAft>
                <a:spcPts val="0"/>
              </a:spcAft>
              <a:buClr>
                <a:schemeClr val="accent2"/>
              </a:buClr>
              <a:buSzPts val="2800"/>
              <a:buChar char="●"/>
              <a:defRPr sz="2800">
                <a:solidFill>
                  <a:schemeClr val="accent2"/>
                </a:solidFill>
              </a:defRPr>
            </a:lvl7pPr>
            <a:lvl8pPr indent="-406400" lvl="7" marL="3657600" algn="l">
              <a:lnSpc>
                <a:spcPct val="80000"/>
              </a:lnSpc>
              <a:spcBef>
                <a:spcPts val="0"/>
              </a:spcBef>
              <a:spcAft>
                <a:spcPts val="0"/>
              </a:spcAft>
              <a:buClr>
                <a:schemeClr val="accent2"/>
              </a:buClr>
              <a:buSzPts val="2800"/>
              <a:buChar char="○"/>
              <a:defRPr sz="2800">
                <a:solidFill>
                  <a:schemeClr val="accent2"/>
                </a:solidFill>
              </a:defRPr>
            </a:lvl8pPr>
            <a:lvl9pPr indent="-406400" lvl="8" marL="4114800" algn="l">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8" name="Google Shape;318;p5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19" name="Shape 319"/>
        <p:cNvGrpSpPr/>
        <p:nvPr/>
      </p:nvGrpSpPr>
      <p:grpSpPr>
        <a:xfrm>
          <a:off x="0" y="0"/>
          <a:ext cx="0" cy="0"/>
          <a:chOff x="0" y="0"/>
          <a:chExt cx="0" cy="0"/>
        </a:xfrm>
      </p:grpSpPr>
      <p:sp>
        <p:nvSpPr>
          <p:cNvPr id="320" name="Google Shape;320;p57"/>
          <p:cNvSpPr txBox="1"/>
          <p:nvPr>
            <p:ph idx="1" type="body"/>
          </p:nvPr>
        </p:nvSpPr>
        <p:spPr>
          <a:xfrm>
            <a:off x="569725" y="3435300"/>
            <a:ext cx="2884200" cy="1185300"/>
          </a:xfrm>
          <a:prstGeom prst="rect">
            <a:avLst/>
          </a:prstGeom>
          <a:noFill/>
          <a:ln>
            <a:noFill/>
          </a:ln>
        </p:spPr>
        <p:txBody>
          <a:bodyPr anchorCtr="0" anchor="b"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1" name="Google Shape;321;p57"/>
          <p:cNvSpPr txBox="1"/>
          <p:nvPr>
            <p:ph idx="2" type="subTitle"/>
          </p:nvPr>
        </p:nvSpPr>
        <p:spPr>
          <a:xfrm>
            <a:off x="466802" y="445100"/>
            <a:ext cx="2403600" cy="537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2" name="Google Shape;322;p5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5">
    <p:spTree>
      <p:nvGrpSpPr>
        <p:cNvPr id="323" name="Shape 323"/>
        <p:cNvGrpSpPr/>
        <p:nvPr/>
      </p:nvGrpSpPr>
      <p:grpSpPr>
        <a:xfrm>
          <a:off x="0" y="0"/>
          <a:ext cx="0" cy="0"/>
          <a:chOff x="0" y="0"/>
          <a:chExt cx="0" cy="0"/>
        </a:xfrm>
      </p:grpSpPr>
      <p:sp>
        <p:nvSpPr>
          <p:cNvPr id="324" name="Google Shape;324;g342d93776e7_0_6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25" name="Google Shape;325;g342d93776e7_0_6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6" name="Google Shape;326;g342d93776e7_0_6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6">
    <p:spTree>
      <p:nvGrpSpPr>
        <p:cNvPr id="327" name="Shape 327"/>
        <p:cNvGrpSpPr/>
        <p:nvPr/>
      </p:nvGrpSpPr>
      <p:grpSpPr>
        <a:xfrm>
          <a:off x="0" y="0"/>
          <a:ext cx="0" cy="0"/>
          <a:chOff x="0" y="0"/>
          <a:chExt cx="0" cy="0"/>
        </a:xfrm>
      </p:grpSpPr>
      <p:sp>
        <p:nvSpPr>
          <p:cNvPr id="328" name="Google Shape;328;g342d93776e7_0_15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29" name="Google Shape;329;g342d93776e7_0_15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0" name="Google Shape;330;g342d93776e7_0_15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2.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Hepta Slab"/>
              <a:buNone/>
              <a:defRPr b="0" i="0" sz="3600" u="none" cap="none" strike="noStrike">
                <a:solidFill>
                  <a:schemeClr val="dk1"/>
                </a:solidFill>
                <a:latin typeface="Hepta Slab"/>
                <a:ea typeface="Hepta Slab"/>
                <a:cs typeface="Hepta Slab"/>
                <a:sym typeface="Hepta Slab"/>
              </a:defRPr>
            </a:lvl1pPr>
            <a:lvl2pPr lvl="1"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2pPr>
            <a:lvl3pPr lvl="2"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3pPr>
            <a:lvl4pPr lvl="3"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4pPr>
            <a:lvl5pPr lvl="4"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5pPr>
            <a:lvl6pPr lvl="5"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6pPr>
            <a:lvl7pPr lvl="6"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7pPr>
            <a:lvl8pPr lvl="7"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8pPr>
            <a:lvl9pPr lvl="8"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9pPr>
          </a:lstStyle>
          <a:p/>
        </p:txBody>
      </p:sp>
      <p:sp>
        <p:nvSpPr>
          <p:cNvPr id="7" name="Google Shape;7;p12"/>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00000"/>
              </a:lnSpc>
              <a:spcBef>
                <a:spcPts val="0"/>
              </a:spcBef>
              <a:spcAft>
                <a:spcPts val="0"/>
              </a:spcAft>
              <a:buClr>
                <a:schemeClr val="dk1"/>
              </a:buClr>
              <a:buSzPts val="1500"/>
              <a:buFont typeface="Barlow Light"/>
              <a:buChar char="●"/>
              <a:defRPr b="0" i="0" sz="1500" u="none" cap="none" strike="noStrike">
                <a:solidFill>
                  <a:schemeClr val="dk1"/>
                </a:solidFill>
                <a:latin typeface="Barlow Light"/>
                <a:ea typeface="Barlow Light"/>
                <a:cs typeface="Barlow Light"/>
                <a:sym typeface="Barlow Light"/>
              </a:defRPr>
            </a:lvl1pPr>
            <a:lvl2pPr indent="-317500" lvl="1" marL="914400" marR="0" rtl="0" algn="l">
              <a:lnSpc>
                <a:spcPct val="100000"/>
              </a:lnSpc>
              <a:spcBef>
                <a:spcPts val="0"/>
              </a:spcBef>
              <a:spcAft>
                <a:spcPts val="0"/>
              </a:spcAft>
              <a:buClr>
                <a:schemeClr val="dk1"/>
              </a:buClr>
              <a:buSzPts val="1400"/>
              <a:buFont typeface="Barlow Light"/>
              <a:buChar char="○"/>
              <a:defRPr b="0" i="0" sz="1400" u="none" cap="none" strike="noStrike">
                <a:solidFill>
                  <a:schemeClr val="dk1"/>
                </a:solidFill>
                <a:latin typeface="Barlow Light"/>
                <a:ea typeface="Barlow Light"/>
                <a:cs typeface="Barlow Light"/>
                <a:sym typeface="Barlow Light"/>
              </a:defRPr>
            </a:lvl2pPr>
            <a:lvl3pPr indent="-311150" lvl="2" marL="1371600" marR="0" rtl="0" algn="l">
              <a:lnSpc>
                <a:spcPct val="100000"/>
              </a:lnSpc>
              <a:spcBef>
                <a:spcPts val="0"/>
              </a:spcBef>
              <a:spcAft>
                <a:spcPts val="0"/>
              </a:spcAft>
              <a:buClr>
                <a:schemeClr val="dk1"/>
              </a:buClr>
              <a:buSzPts val="1300"/>
              <a:buFont typeface="Barlow Light"/>
              <a:buChar char="■"/>
              <a:defRPr b="0" i="0" sz="1300" u="none" cap="none" strike="noStrike">
                <a:solidFill>
                  <a:schemeClr val="dk1"/>
                </a:solidFill>
                <a:latin typeface="Barlow Light"/>
                <a:ea typeface="Barlow Light"/>
                <a:cs typeface="Barlow Light"/>
                <a:sym typeface="Barlow Light"/>
              </a:defRPr>
            </a:lvl3pPr>
            <a:lvl4pPr indent="-304800" lvl="3" marL="1828800" marR="0" rtl="0" algn="l">
              <a:lnSpc>
                <a:spcPct val="100000"/>
              </a:lnSpc>
              <a:spcBef>
                <a:spcPts val="0"/>
              </a:spcBef>
              <a:spcAft>
                <a:spcPts val="0"/>
              </a:spcAft>
              <a:buClr>
                <a:schemeClr val="dk1"/>
              </a:buClr>
              <a:buSzPts val="1200"/>
              <a:buFont typeface="Barlow Light"/>
              <a:buChar char="●"/>
              <a:defRPr b="0" i="0" sz="1200" u="none" cap="none" strike="noStrike">
                <a:solidFill>
                  <a:schemeClr val="dk1"/>
                </a:solidFill>
                <a:latin typeface="Barlow Light"/>
                <a:ea typeface="Barlow Light"/>
                <a:cs typeface="Barlow Light"/>
                <a:sym typeface="Barlow Light"/>
              </a:defRPr>
            </a:lvl4pPr>
            <a:lvl5pPr indent="-298450" lvl="4" marL="2286000" marR="0" rtl="0" algn="l">
              <a:lnSpc>
                <a:spcPct val="100000"/>
              </a:lnSpc>
              <a:spcBef>
                <a:spcPts val="0"/>
              </a:spcBef>
              <a:spcAft>
                <a:spcPts val="0"/>
              </a:spcAft>
              <a:buClr>
                <a:schemeClr val="dk1"/>
              </a:buClr>
              <a:buSzPts val="1100"/>
              <a:buFont typeface="Barlow Light"/>
              <a:buChar char="○"/>
              <a:defRPr b="0" i="0" sz="1100" u="none" cap="none" strike="noStrike">
                <a:solidFill>
                  <a:schemeClr val="dk1"/>
                </a:solidFill>
                <a:latin typeface="Barlow Light"/>
                <a:ea typeface="Barlow Light"/>
                <a:cs typeface="Barlow Light"/>
                <a:sym typeface="Barlow Light"/>
              </a:defRPr>
            </a:lvl5pPr>
            <a:lvl6pPr indent="-292100" lvl="5" marL="2743200" marR="0" rtl="0" algn="l">
              <a:lnSpc>
                <a:spcPct val="100000"/>
              </a:lnSpc>
              <a:spcBef>
                <a:spcPts val="0"/>
              </a:spcBef>
              <a:spcAft>
                <a:spcPts val="0"/>
              </a:spcAft>
              <a:buClr>
                <a:schemeClr val="dk1"/>
              </a:buClr>
              <a:buSzPts val="1000"/>
              <a:buFont typeface="Barlow Light"/>
              <a:buChar char="■"/>
              <a:defRPr b="0" i="0" sz="1000" u="none" cap="none" strike="noStrike">
                <a:solidFill>
                  <a:schemeClr val="dk1"/>
                </a:solidFill>
                <a:latin typeface="Barlow Light"/>
                <a:ea typeface="Barlow Light"/>
                <a:cs typeface="Barlow Light"/>
                <a:sym typeface="Barlow Light"/>
              </a:defRPr>
            </a:lvl6pPr>
            <a:lvl7pPr indent="-285750" lvl="6" marL="3200400" marR="0" rtl="0" algn="l">
              <a:lnSpc>
                <a:spcPct val="100000"/>
              </a:lnSpc>
              <a:spcBef>
                <a:spcPts val="0"/>
              </a:spcBef>
              <a:spcAft>
                <a:spcPts val="0"/>
              </a:spcAft>
              <a:buClr>
                <a:schemeClr val="dk1"/>
              </a:buClr>
              <a:buSzPts val="900"/>
              <a:buFont typeface="Barlow Light"/>
              <a:buChar char="●"/>
              <a:defRPr b="0" i="0" sz="900" u="none" cap="none" strike="noStrike">
                <a:solidFill>
                  <a:schemeClr val="dk1"/>
                </a:solidFill>
                <a:latin typeface="Barlow Light"/>
                <a:ea typeface="Barlow Light"/>
                <a:cs typeface="Barlow Light"/>
                <a:sym typeface="Barlow Light"/>
              </a:defRPr>
            </a:lvl7pPr>
            <a:lvl8pPr indent="-279400" lvl="7" marL="3657600" marR="0" rtl="0" algn="l">
              <a:lnSpc>
                <a:spcPct val="100000"/>
              </a:lnSpc>
              <a:spcBef>
                <a:spcPts val="0"/>
              </a:spcBef>
              <a:spcAft>
                <a:spcPts val="0"/>
              </a:spcAft>
              <a:buClr>
                <a:schemeClr val="dk1"/>
              </a:buClr>
              <a:buSzPts val="800"/>
              <a:buFont typeface="Barlow Light"/>
              <a:buChar char="○"/>
              <a:defRPr b="0" i="0" sz="800" u="none" cap="none" strike="noStrike">
                <a:solidFill>
                  <a:schemeClr val="dk1"/>
                </a:solidFill>
                <a:latin typeface="Barlow Light"/>
                <a:ea typeface="Barlow Light"/>
                <a:cs typeface="Barlow Light"/>
                <a:sym typeface="Barlow Light"/>
              </a:defRPr>
            </a:lvl8pPr>
            <a:lvl9pPr indent="-273050" lvl="8" marL="4114800" marR="0" rtl="0" algn="l">
              <a:lnSpc>
                <a:spcPct val="100000"/>
              </a:lnSpc>
              <a:spcBef>
                <a:spcPts val="0"/>
              </a:spcBef>
              <a:spcAft>
                <a:spcPts val="0"/>
              </a:spcAft>
              <a:buClr>
                <a:schemeClr val="dk1"/>
              </a:buClr>
              <a:buSzPts val="700"/>
              <a:buFont typeface="Barlow Light"/>
              <a:buChar char="■"/>
              <a:defRPr b="0" i="0" sz="800" u="none" cap="none" strike="noStrike">
                <a:solidFill>
                  <a:schemeClr val="dk1"/>
                </a:solidFill>
                <a:latin typeface="Barlow Light"/>
                <a:ea typeface="Barlow Light"/>
                <a:cs typeface="Barlow Light"/>
                <a:sym typeface="Barlow Light"/>
              </a:defRPr>
            </a:lvl9pPr>
          </a:lstStyle>
          <a:p/>
        </p:txBody>
      </p:sp>
      <p:sp>
        <p:nvSpPr>
          <p:cNvPr id="8" name="Google Shape;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thinking-tester-contact-list.herokuapp.com/" TargetMode="External"/><Relationship Id="rId4" Type="http://schemas.openxmlformats.org/officeDocument/2006/relationships/hyperlink" Target="http://the-internet.herokuapp.com/" TargetMode="External"/><Relationship Id="rId5" Type="http://schemas.openxmlformats.org/officeDocument/2006/relationships/hyperlink" Target="https://demoqa.com/" TargetMode="External"/><Relationship Id="rId6" Type="http://schemas.openxmlformats.org/officeDocument/2006/relationships/hyperlink" Target="https://opensource-demo.orangehrmlive.com/" TargetMode="External"/><Relationship Id="rId7" Type="http://schemas.openxmlformats.org/officeDocument/2006/relationships/hyperlink" Target="https://www.saucedemo.com/" TargetMode="External"/><Relationship Id="rId8" Type="http://schemas.openxmlformats.org/officeDocument/2006/relationships/hyperlink" Target="https://thinking-tester-contact-list.herokuapp.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
          <p:cNvSpPr txBox="1"/>
          <p:nvPr>
            <p:ph type="title"/>
          </p:nvPr>
        </p:nvSpPr>
        <p:spPr>
          <a:xfrm>
            <a:off x="632850" y="204275"/>
            <a:ext cx="7878300" cy="174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Bug Findings</a:t>
            </a:r>
            <a:endParaRPr sz="5200">
              <a:latin typeface="Arial"/>
              <a:ea typeface="Arial"/>
              <a:cs typeface="Arial"/>
              <a:sym typeface="Arial"/>
            </a:endParaRPr>
          </a:p>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&amp;</a:t>
            </a:r>
            <a:endParaRPr sz="5200">
              <a:latin typeface="Arial"/>
              <a:ea typeface="Arial"/>
              <a:cs typeface="Arial"/>
              <a:sym typeface="Arial"/>
            </a:endParaRPr>
          </a:p>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Bug Analysis</a:t>
            </a:r>
            <a:endParaRPr sz="5200">
              <a:latin typeface="Arial"/>
              <a:ea typeface="Arial"/>
              <a:cs typeface="Arial"/>
              <a:sym typeface="Arial"/>
            </a:endParaRPr>
          </a:p>
        </p:txBody>
      </p:sp>
      <p:sp>
        <p:nvSpPr>
          <p:cNvPr id="336" name="Google Shape;336;p1"/>
          <p:cNvSpPr txBox="1"/>
          <p:nvPr>
            <p:ph idx="2" type="subTitle"/>
          </p:nvPr>
        </p:nvSpPr>
        <p:spPr>
          <a:xfrm>
            <a:off x="2689200" y="3133050"/>
            <a:ext cx="3765600" cy="93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SQA: Manual &amp; Automated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
          <p:cNvSpPr txBox="1"/>
          <p:nvPr/>
        </p:nvSpPr>
        <p:spPr>
          <a:xfrm>
            <a:off x="208950" y="230875"/>
            <a:ext cx="7689000" cy="71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Bug</a:t>
            </a:r>
            <a:endParaRPr sz="4000">
              <a:solidFill>
                <a:srgbClr val="FFFFFF"/>
              </a:solidFill>
            </a:endParaRPr>
          </a:p>
        </p:txBody>
      </p:sp>
      <p:sp>
        <p:nvSpPr>
          <p:cNvPr id="342" name="Google Shape;342;p2"/>
          <p:cNvSpPr txBox="1"/>
          <p:nvPr/>
        </p:nvSpPr>
        <p:spPr>
          <a:xfrm>
            <a:off x="208950" y="772525"/>
            <a:ext cx="8778600" cy="2805300"/>
          </a:xfrm>
          <a:prstGeom prst="rect">
            <a:avLst/>
          </a:prstGeom>
          <a:noFill/>
          <a:ln>
            <a:noFill/>
          </a:ln>
        </p:spPr>
        <p:txBody>
          <a:bodyPr anchorCtr="0" anchor="t" bIns="91425" lIns="91425" spcFirstLastPara="1" rIns="91425" wrap="square" tIns="91425">
            <a:spAutoFit/>
          </a:bodyPr>
          <a:lstStyle/>
          <a:p>
            <a:pPr indent="-323850" lvl="0" marL="457200" rtl="0" algn="just">
              <a:lnSpc>
                <a:spcPct val="115000"/>
              </a:lnSpc>
              <a:spcBef>
                <a:spcPts val="0"/>
              </a:spcBef>
              <a:spcAft>
                <a:spcPts val="0"/>
              </a:spcAft>
              <a:buClr>
                <a:srgbClr val="FFFFFF"/>
              </a:buClr>
              <a:buSzPts val="1500"/>
              <a:buChar char="●"/>
            </a:pPr>
            <a:r>
              <a:rPr b="1" lang="en" sz="1500">
                <a:solidFill>
                  <a:srgbClr val="FFFFFF"/>
                </a:solidFill>
              </a:rPr>
              <a:t>Error / Mistakes </a:t>
            </a:r>
            <a:r>
              <a:rPr lang="en" sz="1500">
                <a:solidFill>
                  <a:srgbClr val="FFFFFF"/>
                </a:solidFill>
              </a:rPr>
              <a:t>- </a:t>
            </a:r>
            <a:r>
              <a:rPr lang="en" sz="1500">
                <a:solidFill>
                  <a:srgbClr val="FFFFFF"/>
                </a:solidFill>
              </a:rPr>
              <a:t>An Error occurs when the Development team or the developer fails to understand a requirement definition and this misunderstanding results in code that is flawed.</a:t>
            </a:r>
            <a:br>
              <a:rPr lang="en" sz="1500">
                <a:solidFill>
                  <a:srgbClr val="FFFFFF"/>
                </a:solidFill>
              </a:rPr>
            </a:br>
            <a:endParaRPr sz="1500">
              <a:solidFill>
                <a:srgbClr val="FFFFFF"/>
              </a:solidFill>
            </a:endParaRPr>
          </a:p>
          <a:p>
            <a:pPr indent="-323850" lvl="0" marL="457200" rtl="0" algn="just">
              <a:lnSpc>
                <a:spcPct val="115000"/>
              </a:lnSpc>
              <a:spcBef>
                <a:spcPts val="0"/>
              </a:spcBef>
              <a:spcAft>
                <a:spcPts val="0"/>
              </a:spcAft>
              <a:buClr>
                <a:srgbClr val="FFFFFF"/>
              </a:buClr>
              <a:buSzPts val="1500"/>
              <a:buChar char="●"/>
            </a:pPr>
            <a:r>
              <a:rPr b="1" lang="en" sz="1500">
                <a:solidFill>
                  <a:srgbClr val="FFFFFF"/>
                </a:solidFill>
              </a:rPr>
              <a:t>Defects / Bug </a:t>
            </a:r>
            <a:r>
              <a:rPr lang="en" sz="1500">
                <a:solidFill>
                  <a:srgbClr val="FFFFFF"/>
                </a:solidFill>
              </a:rPr>
              <a:t>- </a:t>
            </a:r>
            <a:r>
              <a:rPr lang="en" sz="1500">
                <a:solidFill>
                  <a:srgbClr val="FFFFFF"/>
                </a:solidFill>
              </a:rPr>
              <a:t>A defect occurs when a situation arises like, the application is not working as per the requirement and the actual and expected result of the application or software do not match with each other.</a:t>
            </a:r>
            <a:br>
              <a:rPr lang="en" sz="1500">
                <a:solidFill>
                  <a:srgbClr val="FFFFFF"/>
                </a:solidFill>
              </a:rPr>
            </a:br>
            <a:endParaRPr sz="1500">
              <a:solidFill>
                <a:srgbClr val="FFFFFF"/>
              </a:solidFill>
            </a:endParaRPr>
          </a:p>
          <a:p>
            <a:pPr indent="-323850" lvl="0" marL="457200" rtl="0" algn="just">
              <a:lnSpc>
                <a:spcPct val="115000"/>
              </a:lnSpc>
              <a:spcBef>
                <a:spcPts val="0"/>
              </a:spcBef>
              <a:spcAft>
                <a:spcPts val="0"/>
              </a:spcAft>
              <a:buClr>
                <a:srgbClr val="FFFFFF"/>
              </a:buClr>
              <a:buSzPts val="1500"/>
              <a:buChar char="●"/>
            </a:pPr>
            <a:r>
              <a:rPr b="1" lang="en" sz="1500">
                <a:solidFill>
                  <a:srgbClr val="FFFFFF"/>
                </a:solidFill>
              </a:rPr>
              <a:t>Failure</a:t>
            </a:r>
            <a:r>
              <a:rPr lang="en" sz="1500">
                <a:solidFill>
                  <a:srgbClr val="FFFFFF"/>
                </a:solidFill>
              </a:rPr>
              <a:t> - </a:t>
            </a:r>
            <a:r>
              <a:rPr lang="en" sz="1500">
                <a:solidFill>
                  <a:srgbClr val="FFFFFF"/>
                </a:solidFill>
              </a:rPr>
              <a:t>A fault occurs in software because sometimes, due to certain factors such as lack of resources or not following proper steps which means that the logic was not incorporated to handle the errors in the application.</a:t>
            </a:r>
            <a:endParaRPr sz="1500">
              <a:solidFill>
                <a:srgbClr val="FFFFFF"/>
              </a:solidFill>
            </a:endParaRPr>
          </a:p>
        </p:txBody>
      </p:sp>
      <p:sp>
        <p:nvSpPr>
          <p:cNvPr id="343" name="Google Shape;343;p2"/>
          <p:cNvSpPr txBox="1"/>
          <p:nvPr/>
        </p:nvSpPr>
        <p:spPr>
          <a:xfrm>
            <a:off x="550000" y="3895725"/>
            <a:ext cx="2115000" cy="5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ADADAD"/>
                </a:solidFill>
              </a:rPr>
              <a:t>Error/Mistakes</a:t>
            </a:r>
            <a:endParaRPr sz="1800">
              <a:solidFill>
                <a:srgbClr val="ADADAD"/>
              </a:solidFill>
            </a:endParaRPr>
          </a:p>
        </p:txBody>
      </p:sp>
      <p:sp>
        <p:nvSpPr>
          <p:cNvPr id="344" name="Google Shape;344;p2"/>
          <p:cNvSpPr/>
          <p:nvPr/>
        </p:nvSpPr>
        <p:spPr>
          <a:xfrm>
            <a:off x="687150" y="3832025"/>
            <a:ext cx="1986900" cy="665700"/>
          </a:xfrm>
          <a:prstGeom prst="roundRect">
            <a:avLst>
              <a:gd fmla="val 16667" name="adj"/>
            </a:avLst>
          </a:prstGeom>
          <a:noFill/>
          <a:ln cap="flat" cmpd="sng" w="38100">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2"/>
          <p:cNvSpPr txBox="1"/>
          <p:nvPr/>
        </p:nvSpPr>
        <p:spPr>
          <a:xfrm>
            <a:off x="3561375" y="3894425"/>
            <a:ext cx="2115000" cy="5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ADADAD"/>
                </a:solidFill>
              </a:rPr>
              <a:t>Defects/Bug</a:t>
            </a:r>
            <a:endParaRPr sz="1800">
              <a:solidFill>
                <a:srgbClr val="ADADAD"/>
              </a:solidFill>
            </a:endParaRPr>
          </a:p>
        </p:txBody>
      </p:sp>
      <p:sp>
        <p:nvSpPr>
          <p:cNvPr id="346" name="Google Shape;346;p2"/>
          <p:cNvSpPr/>
          <p:nvPr/>
        </p:nvSpPr>
        <p:spPr>
          <a:xfrm>
            <a:off x="3625425" y="3833325"/>
            <a:ext cx="1986900" cy="665700"/>
          </a:xfrm>
          <a:prstGeom prst="roundRect">
            <a:avLst>
              <a:gd fmla="val 16667" name="adj"/>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
          <p:cNvSpPr txBox="1"/>
          <p:nvPr/>
        </p:nvSpPr>
        <p:spPr>
          <a:xfrm>
            <a:off x="6444650" y="3895725"/>
            <a:ext cx="2115000" cy="5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ADADAD"/>
                </a:solidFill>
              </a:rPr>
              <a:t>Failure</a:t>
            </a:r>
            <a:endParaRPr sz="1800">
              <a:solidFill>
                <a:srgbClr val="ADADAD"/>
              </a:solidFill>
            </a:endParaRPr>
          </a:p>
        </p:txBody>
      </p:sp>
      <p:sp>
        <p:nvSpPr>
          <p:cNvPr id="348" name="Google Shape;348;p2"/>
          <p:cNvSpPr/>
          <p:nvPr/>
        </p:nvSpPr>
        <p:spPr>
          <a:xfrm>
            <a:off x="6572750" y="3832025"/>
            <a:ext cx="1986900" cy="6657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9" name="Google Shape;349;p2"/>
          <p:cNvCxnSpPr>
            <a:endCxn id="346" idx="1"/>
          </p:cNvCxnSpPr>
          <p:nvPr/>
        </p:nvCxnSpPr>
        <p:spPr>
          <a:xfrm>
            <a:off x="2750325" y="4166175"/>
            <a:ext cx="875100" cy="0"/>
          </a:xfrm>
          <a:prstGeom prst="straightConnector1">
            <a:avLst/>
          </a:prstGeom>
          <a:noFill/>
          <a:ln cap="flat" cmpd="sng" w="38100">
            <a:solidFill>
              <a:srgbClr val="ADADAD"/>
            </a:solidFill>
            <a:prstDash val="solid"/>
            <a:round/>
            <a:headEnd len="med" w="med" type="none"/>
            <a:tailEnd len="med" w="med" type="stealth"/>
          </a:ln>
        </p:spPr>
      </p:cxnSp>
      <p:cxnSp>
        <p:nvCxnSpPr>
          <p:cNvPr id="350" name="Google Shape;350;p2"/>
          <p:cNvCxnSpPr/>
          <p:nvPr/>
        </p:nvCxnSpPr>
        <p:spPr>
          <a:xfrm>
            <a:off x="5645725" y="4164875"/>
            <a:ext cx="875100" cy="0"/>
          </a:xfrm>
          <a:prstGeom prst="straightConnector1">
            <a:avLst/>
          </a:prstGeom>
          <a:noFill/>
          <a:ln cap="flat" cmpd="sng" w="38100">
            <a:solidFill>
              <a:srgbClr val="ADADAD"/>
            </a:solidFill>
            <a:prstDash val="solid"/>
            <a:round/>
            <a:headEnd len="med" w="med"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6728c966da_0_350"/>
          <p:cNvSpPr txBox="1"/>
          <p:nvPr/>
        </p:nvSpPr>
        <p:spPr>
          <a:xfrm>
            <a:off x="208950" y="230875"/>
            <a:ext cx="3987600" cy="71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Defect Report</a:t>
            </a:r>
            <a:endParaRPr sz="4000">
              <a:solidFill>
                <a:srgbClr val="FFFFFF"/>
              </a:solidFill>
            </a:endParaRPr>
          </a:p>
        </p:txBody>
      </p:sp>
      <p:sp>
        <p:nvSpPr>
          <p:cNvPr id="356" name="Google Shape;356;g36728c966da_0_350"/>
          <p:cNvSpPr txBox="1"/>
          <p:nvPr/>
        </p:nvSpPr>
        <p:spPr>
          <a:xfrm>
            <a:off x="155950" y="924925"/>
            <a:ext cx="3434100" cy="24936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rgbClr val="FFFFFF"/>
              </a:buClr>
              <a:buSzPts val="1500"/>
              <a:buChar char="●"/>
            </a:pPr>
            <a:r>
              <a:rPr lang="en" sz="1500">
                <a:solidFill>
                  <a:srgbClr val="FFFFFF"/>
                </a:solidFill>
              </a:rPr>
              <a:t>Defect ID/Ticket No/Issue No</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Summary</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Steps to reproduce</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Actual vs Expected results</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Severity and priority</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Status</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Environment</a:t>
            </a:r>
            <a:endParaRPr sz="1500">
              <a:solidFill>
                <a:srgbClr val="FFFFFF"/>
              </a:solidFill>
            </a:endParaRPr>
          </a:p>
        </p:txBody>
      </p:sp>
      <p:sp>
        <p:nvSpPr>
          <p:cNvPr id="357" name="Google Shape;357;g36728c966da_0_350"/>
          <p:cNvSpPr txBox="1"/>
          <p:nvPr/>
        </p:nvSpPr>
        <p:spPr>
          <a:xfrm>
            <a:off x="3827975" y="620125"/>
            <a:ext cx="5040900" cy="44460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b="1" lang="en" sz="1600">
                <a:solidFill>
                  <a:srgbClr val="FFFFFF"/>
                </a:solidFill>
              </a:rPr>
              <a:t>Example</a:t>
            </a:r>
            <a:endParaRPr b="1" sz="1600">
              <a:solidFill>
                <a:srgbClr val="FFFFFF"/>
              </a:solidFill>
            </a:endParaRPr>
          </a:p>
          <a:p>
            <a:pPr indent="0" lvl="0" marL="0" rtl="0" algn="l">
              <a:lnSpc>
                <a:spcPct val="150000"/>
              </a:lnSpc>
              <a:spcBef>
                <a:spcPts val="0"/>
              </a:spcBef>
              <a:spcAft>
                <a:spcPts val="0"/>
              </a:spcAft>
              <a:buNone/>
            </a:pPr>
            <a:r>
              <a:rPr b="1" lang="en" sz="1300">
                <a:solidFill>
                  <a:srgbClr val="FFFFFF"/>
                </a:solidFill>
              </a:rPr>
              <a:t>ID</a:t>
            </a:r>
            <a:r>
              <a:rPr lang="en" sz="1300">
                <a:solidFill>
                  <a:srgbClr val="FFFFFF"/>
                </a:solidFill>
              </a:rPr>
              <a:t>: DEF-001</a:t>
            </a:r>
            <a:endParaRPr sz="1300">
              <a:solidFill>
                <a:srgbClr val="FFFFFF"/>
              </a:solidFill>
            </a:endParaRPr>
          </a:p>
          <a:p>
            <a:pPr indent="0" lvl="0" marL="0" rtl="0" algn="l">
              <a:lnSpc>
                <a:spcPct val="150000"/>
              </a:lnSpc>
              <a:spcBef>
                <a:spcPts val="0"/>
              </a:spcBef>
              <a:spcAft>
                <a:spcPts val="0"/>
              </a:spcAft>
              <a:buClr>
                <a:schemeClr val="lt1"/>
              </a:buClr>
              <a:buSzPts val="1100"/>
              <a:buFont typeface="Arial"/>
              <a:buNone/>
            </a:pPr>
            <a:r>
              <a:rPr b="1" lang="en" sz="1300">
                <a:solidFill>
                  <a:schemeClr val="dk1"/>
                </a:solidFill>
              </a:rPr>
              <a:t>Summary</a:t>
            </a:r>
            <a:r>
              <a:rPr lang="en" sz="1300">
                <a:solidFill>
                  <a:schemeClr val="dk1"/>
                </a:solidFill>
              </a:rPr>
              <a:t>: Authentication - Unable to login with valid credentials.</a:t>
            </a:r>
            <a:endParaRPr sz="1300">
              <a:solidFill>
                <a:srgbClr val="FFFFFF"/>
              </a:solidFill>
            </a:endParaRPr>
          </a:p>
          <a:p>
            <a:pPr indent="0" lvl="0" marL="0" rtl="0" algn="l">
              <a:lnSpc>
                <a:spcPct val="150000"/>
              </a:lnSpc>
              <a:spcBef>
                <a:spcPts val="0"/>
              </a:spcBef>
              <a:spcAft>
                <a:spcPts val="0"/>
              </a:spcAft>
              <a:buNone/>
            </a:pPr>
            <a:r>
              <a:rPr b="1" lang="en" sz="1300">
                <a:solidFill>
                  <a:srgbClr val="FFFFFF"/>
                </a:solidFill>
              </a:rPr>
              <a:t>Environment</a:t>
            </a:r>
            <a:r>
              <a:rPr lang="en" sz="1300">
                <a:solidFill>
                  <a:srgbClr val="FFFFFF"/>
                </a:solidFill>
              </a:rPr>
              <a:t>: Production/QA/Stage</a:t>
            </a:r>
            <a:endParaRPr sz="1300">
              <a:solidFill>
                <a:srgbClr val="FFFFFF"/>
              </a:solidFill>
            </a:endParaRPr>
          </a:p>
          <a:p>
            <a:pPr indent="0" lvl="0" marL="0" rtl="0" algn="l">
              <a:lnSpc>
                <a:spcPct val="150000"/>
              </a:lnSpc>
              <a:spcBef>
                <a:spcPts val="0"/>
              </a:spcBef>
              <a:spcAft>
                <a:spcPts val="0"/>
              </a:spcAft>
              <a:buNone/>
            </a:pPr>
            <a:r>
              <a:rPr b="1" lang="en" sz="1300">
                <a:solidFill>
                  <a:srgbClr val="FFFFFF"/>
                </a:solidFill>
              </a:rPr>
              <a:t>Steps to Reproduce</a:t>
            </a:r>
            <a:r>
              <a:rPr lang="en" sz="1300">
                <a:solidFill>
                  <a:srgbClr val="FFFFFF"/>
                </a:solidFill>
              </a:rPr>
              <a:t>:</a:t>
            </a:r>
            <a:endParaRPr sz="1300">
              <a:solidFill>
                <a:srgbClr val="FFFFFF"/>
              </a:solidFill>
            </a:endParaRPr>
          </a:p>
          <a:p>
            <a:pPr indent="-311150" lvl="0" marL="457200" rtl="0" algn="l">
              <a:lnSpc>
                <a:spcPct val="150000"/>
              </a:lnSpc>
              <a:spcBef>
                <a:spcPts val="0"/>
              </a:spcBef>
              <a:spcAft>
                <a:spcPts val="0"/>
              </a:spcAft>
              <a:buClr>
                <a:srgbClr val="FFFFFF"/>
              </a:buClr>
              <a:buSzPts val="1300"/>
              <a:buChar char="●"/>
            </a:pPr>
            <a:r>
              <a:rPr lang="en" sz="1300">
                <a:solidFill>
                  <a:srgbClr val="FFFFFF"/>
                </a:solidFill>
              </a:rPr>
              <a:t>Go to the login page.</a:t>
            </a:r>
            <a:endParaRPr sz="1300">
              <a:solidFill>
                <a:srgbClr val="FFFFFF"/>
              </a:solidFill>
            </a:endParaRPr>
          </a:p>
          <a:p>
            <a:pPr indent="-311150" lvl="0" marL="457200" rtl="0" algn="l">
              <a:lnSpc>
                <a:spcPct val="150000"/>
              </a:lnSpc>
              <a:spcBef>
                <a:spcPts val="0"/>
              </a:spcBef>
              <a:spcAft>
                <a:spcPts val="0"/>
              </a:spcAft>
              <a:buClr>
                <a:srgbClr val="FFFFFF"/>
              </a:buClr>
              <a:buSzPts val="1300"/>
              <a:buChar char="●"/>
            </a:pPr>
            <a:r>
              <a:rPr lang="en" sz="1300">
                <a:solidFill>
                  <a:srgbClr val="FFFFFF"/>
                </a:solidFill>
              </a:rPr>
              <a:t>Enter valid credentials.</a:t>
            </a:r>
            <a:endParaRPr sz="1300">
              <a:solidFill>
                <a:srgbClr val="FFFFFF"/>
              </a:solidFill>
            </a:endParaRPr>
          </a:p>
          <a:p>
            <a:pPr indent="-311150" lvl="0" marL="457200" rtl="0" algn="l">
              <a:lnSpc>
                <a:spcPct val="150000"/>
              </a:lnSpc>
              <a:spcBef>
                <a:spcPts val="0"/>
              </a:spcBef>
              <a:spcAft>
                <a:spcPts val="0"/>
              </a:spcAft>
              <a:buClr>
                <a:srgbClr val="FFFFFF"/>
              </a:buClr>
              <a:buSzPts val="1300"/>
              <a:buChar char="●"/>
            </a:pPr>
            <a:r>
              <a:rPr lang="en" sz="1300">
                <a:solidFill>
                  <a:srgbClr val="FFFFFF"/>
                </a:solidFill>
              </a:rPr>
              <a:t>Click login.</a:t>
            </a:r>
            <a:endParaRPr sz="1300">
              <a:solidFill>
                <a:srgbClr val="FFFFFF"/>
              </a:solidFill>
            </a:endParaRPr>
          </a:p>
          <a:p>
            <a:pPr indent="0" lvl="0" marL="0" rtl="0" algn="l">
              <a:lnSpc>
                <a:spcPct val="115000"/>
              </a:lnSpc>
              <a:spcBef>
                <a:spcPts val="0"/>
              </a:spcBef>
              <a:spcAft>
                <a:spcPts val="0"/>
              </a:spcAft>
              <a:buNone/>
            </a:pPr>
            <a:r>
              <a:t/>
            </a:r>
            <a:endParaRPr sz="1300">
              <a:solidFill>
                <a:srgbClr val="FFFFFF"/>
              </a:solidFill>
            </a:endParaRPr>
          </a:p>
          <a:p>
            <a:pPr indent="0" lvl="0" marL="0" rtl="0" algn="l">
              <a:lnSpc>
                <a:spcPct val="150000"/>
              </a:lnSpc>
              <a:spcBef>
                <a:spcPts val="0"/>
              </a:spcBef>
              <a:spcAft>
                <a:spcPts val="0"/>
              </a:spcAft>
              <a:buNone/>
            </a:pPr>
            <a:r>
              <a:rPr b="1" lang="en" sz="1300">
                <a:solidFill>
                  <a:srgbClr val="FFFFFF"/>
                </a:solidFill>
              </a:rPr>
              <a:t>Actual Result</a:t>
            </a:r>
            <a:r>
              <a:rPr lang="en" sz="1300">
                <a:solidFill>
                  <a:srgbClr val="FFFFFF"/>
                </a:solidFill>
              </a:rPr>
              <a:t>: Something Went Wrong, error message displayed.</a:t>
            </a:r>
            <a:endParaRPr sz="1300">
              <a:solidFill>
                <a:srgbClr val="FFFFFF"/>
              </a:solidFill>
            </a:endParaRPr>
          </a:p>
          <a:p>
            <a:pPr indent="0" lvl="0" marL="0" rtl="0" algn="l">
              <a:lnSpc>
                <a:spcPct val="115000"/>
              </a:lnSpc>
              <a:spcBef>
                <a:spcPts val="0"/>
              </a:spcBef>
              <a:spcAft>
                <a:spcPts val="0"/>
              </a:spcAft>
              <a:buNone/>
            </a:pPr>
            <a:r>
              <a:rPr b="1" lang="en" sz="1300">
                <a:solidFill>
                  <a:schemeClr val="dk1"/>
                </a:solidFill>
              </a:rPr>
              <a:t>Expected Result</a:t>
            </a:r>
            <a:r>
              <a:rPr lang="en" sz="1300">
                <a:solidFill>
                  <a:schemeClr val="dk1"/>
                </a:solidFill>
              </a:rPr>
              <a:t>: User should be logged in.</a:t>
            </a:r>
            <a:endParaRPr sz="1300">
              <a:solidFill>
                <a:schemeClr val="dk1"/>
              </a:solidFill>
            </a:endParaRPr>
          </a:p>
          <a:p>
            <a:pPr indent="0" lvl="0" marL="0" rtl="0" algn="l">
              <a:lnSpc>
                <a:spcPct val="115000"/>
              </a:lnSpc>
              <a:spcBef>
                <a:spcPts val="0"/>
              </a:spcBef>
              <a:spcAft>
                <a:spcPts val="0"/>
              </a:spcAft>
              <a:buClr>
                <a:schemeClr val="lt1"/>
              </a:buClr>
              <a:buSzPts val="1100"/>
              <a:buFont typeface="Arial"/>
              <a:buNone/>
            </a:pPr>
            <a:r>
              <a:t/>
            </a:r>
            <a:endParaRPr sz="1300">
              <a:solidFill>
                <a:schemeClr val="dk1"/>
              </a:solidFill>
            </a:endParaRPr>
          </a:p>
          <a:p>
            <a:pPr indent="0" lvl="0" marL="0" rtl="0" algn="l">
              <a:lnSpc>
                <a:spcPct val="150000"/>
              </a:lnSpc>
              <a:spcBef>
                <a:spcPts val="0"/>
              </a:spcBef>
              <a:spcAft>
                <a:spcPts val="0"/>
              </a:spcAft>
              <a:buNone/>
            </a:pPr>
            <a:r>
              <a:rPr b="1" lang="en" sz="1300">
                <a:solidFill>
                  <a:srgbClr val="FFFFFF"/>
                </a:solidFill>
              </a:rPr>
              <a:t>Priority</a:t>
            </a:r>
            <a:r>
              <a:rPr lang="en" sz="1300">
                <a:solidFill>
                  <a:srgbClr val="FFFFFF"/>
                </a:solidFill>
              </a:rPr>
              <a:t>: High</a:t>
            </a:r>
            <a:endParaRPr sz="1300">
              <a:solidFill>
                <a:srgbClr val="FFFFFF"/>
              </a:solidFill>
            </a:endParaRPr>
          </a:p>
          <a:p>
            <a:pPr indent="0" lvl="0" marL="0" rtl="0" algn="l">
              <a:lnSpc>
                <a:spcPct val="150000"/>
              </a:lnSpc>
              <a:spcBef>
                <a:spcPts val="0"/>
              </a:spcBef>
              <a:spcAft>
                <a:spcPts val="0"/>
              </a:spcAft>
              <a:buNone/>
            </a:pPr>
            <a:r>
              <a:rPr lang="en" sz="1300">
                <a:solidFill>
                  <a:srgbClr val="FFFFFF"/>
                </a:solidFill>
              </a:rPr>
              <a:t>Severity: Medium</a:t>
            </a:r>
            <a:endParaRPr sz="1300">
              <a:solidFill>
                <a:srgbClr val="FFFFFF"/>
              </a:solidFill>
            </a:endParaRPr>
          </a:p>
          <a:p>
            <a:pPr indent="0" lvl="0" marL="0" rtl="0" algn="l">
              <a:lnSpc>
                <a:spcPct val="150000"/>
              </a:lnSpc>
              <a:spcBef>
                <a:spcPts val="0"/>
              </a:spcBef>
              <a:spcAft>
                <a:spcPts val="0"/>
              </a:spcAft>
              <a:buNone/>
            </a:pPr>
            <a:r>
              <a:rPr b="1" lang="en" sz="1300">
                <a:solidFill>
                  <a:srgbClr val="FFFFFF"/>
                </a:solidFill>
              </a:rPr>
              <a:t>Status</a:t>
            </a:r>
            <a:r>
              <a:rPr lang="en" sz="1300">
                <a:solidFill>
                  <a:srgbClr val="FFFFFF"/>
                </a:solidFill>
              </a:rPr>
              <a:t>: New/Open/TO Do</a:t>
            </a:r>
            <a:endParaRPr sz="17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g36728c966da_0_688"/>
          <p:cNvPicPr preferRelativeResize="0"/>
          <p:nvPr/>
        </p:nvPicPr>
        <p:blipFill>
          <a:blip r:embed="rId3">
            <a:alphaModFix/>
          </a:blip>
          <a:stretch>
            <a:fillRect/>
          </a:stretch>
        </p:blipFill>
        <p:spPr>
          <a:xfrm>
            <a:off x="1564975" y="130125"/>
            <a:ext cx="5392751" cy="4838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6728c966da_0_356"/>
          <p:cNvSpPr txBox="1"/>
          <p:nvPr/>
        </p:nvSpPr>
        <p:spPr>
          <a:xfrm>
            <a:off x="208950" y="230875"/>
            <a:ext cx="8080800" cy="71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Defect Life Cycle</a:t>
            </a:r>
            <a:endParaRPr sz="4000">
              <a:solidFill>
                <a:srgbClr val="FFFFFF"/>
              </a:solidFill>
            </a:endParaRPr>
          </a:p>
        </p:txBody>
      </p:sp>
      <p:sp>
        <p:nvSpPr>
          <p:cNvPr id="368" name="Google Shape;368;g36728c966da_0_356"/>
          <p:cNvSpPr txBox="1"/>
          <p:nvPr/>
        </p:nvSpPr>
        <p:spPr>
          <a:xfrm>
            <a:off x="155950" y="924925"/>
            <a:ext cx="3058800" cy="31863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rgbClr val="FFFFFF"/>
              </a:buClr>
              <a:buSzPts val="1500"/>
              <a:buChar char="●"/>
            </a:pPr>
            <a:r>
              <a:rPr lang="en" sz="1500">
                <a:solidFill>
                  <a:srgbClr val="FFFFFF"/>
                </a:solidFill>
              </a:rPr>
              <a:t>New</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Open</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Assign</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Test</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Verified</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Reopened</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Rejected</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Deferred</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Closed</a:t>
            </a:r>
            <a:endParaRPr sz="1500">
              <a:solidFill>
                <a:srgbClr val="FFFFFF"/>
              </a:solidFill>
            </a:endParaRPr>
          </a:p>
        </p:txBody>
      </p:sp>
      <p:pic>
        <p:nvPicPr>
          <p:cNvPr id="369" name="Google Shape;369;g36728c966da_0_356"/>
          <p:cNvPicPr preferRelativeResize="0"/>
          <p:nvPr/>
        </p:nvPicPr>
        <p:blipFill>
          <a:blip r:embed="rId3">
            <a:alphaModFix/>
          </a:blip>
          <a:stretch>
            <a:fillRect/>
          </a:stretch>
        </p:blipFill>
        <p:spPr>
          <a:xfrm>
            <a:off x="4510450" y="977675"/>
            <a:ext cx="3787400" cy="2986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42d93776e7_0_195"/>
          <p:cNvSpPr txBox="1"/>
          <p:nvPr/>
        </p:nvSpPr>
        <p:spPr>
          <a:xfrm>
            <a:off x="208950" y="230875"/>
            <a:ext cx="7689000" cy="71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Bug Analysis</a:t>
            </a:r>
            <a:endParaRPr sz="4000">
              <a:solidFill>
                <a:srgbClr val="FFFFFF"/>
              </a:solidFill>
            </a:endParaRPr>
          </a:p>
        </p:txBody>
      </p:sp>
      <p:sp>
        <p:nvSpPr>
          <p:cNvPr id="375" name="Google Shape;375;g342d93776e7_0_195"/>
          <p:cNvSpPr txBox="1"/>
          <p:nvPr/>
        </p:nvSpPr>
        <p:spPr>
          <a:xfrm>
            <a:off x="262675" y="996550"/>
            <a:ext cx="8529900" cy="31863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rgbClr val="FFFFFF"/>
              </a:buClr>
              <a:buSzPts val="1500"/>
              <a:buChar char="●"/>
            </a:pPr>
            <a:r>
              <a:rPr lang="en" sz="1500">
                <a:solidFill>
                  <a:srgbClr val="FFFFFF"/>
                </a:solidFill>
              </a:rPr>
              <a:t>Investigation (</a:t>
            </a:r>
            <a:r>
              <a:rPr lang="en" sz="1500" u="sng">
                <a:solidFill>
                  <a:srgbClr val="FFFFFF"/>
                </a:solidFill>
                <a:hlinkClick r:id="rId3">
                  <a:extLst>
                    <a:ext uri="{A12FA001-AC4F-418D-AE19-62706E023703}">
                      <ahyp:hlinkClr val="tx"/>
                    </a:ext>
                  </a:extLst>
                </a:hlinkClick>
              </a:rPr>
              <a:t>URL</a:t>
            </a:r>
            <a:r>
              <a:rPr lang="en" sz="1500">
                <a:solidFill>
                  <a:srgbClr val="FFFFFF"/>
                </a:solidFill>
              </a:rPr>
              <a:t>)</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Solution (Optional)</a:t>
            </a:r>
            <a:endParaRPr sz="1500">
              <a:solidFill>
                <a:srgbClr val="FFFFFF"/>
              </a:solidFill>
            </a:endParaRPr>
          </a:p>
          <a:p>
            <a:pPr indent="-323850" lvl="0" marL="457200" rtl="0" algn="l">
              <a:lnSpc>
                <a:spcPct val="150000"/>
              </a:lnSpc>
              <a:spcBef>
                <a:spcPts val="0"/>
              </a:spcBef>
              <a:spcAft>
                <a:spcPts val="0"/>
              </a:spcAft>
              <a:buClr>
                <a:srgbClr val="FFFFFF"/>
              </a:buClr>
              <a:buSzPts val="1500"/>
              <a:buChar char="●"/>
            </a:pPr>
            <a:r>
              <a:rPr lang="en" sz="1500">
                <a:solidFill>
                  <a:srgbClr val="FFFFFF"/>
                </a:solidFill>
              </a:rPr>
              <a:t>Few more Websites to test:</a:t>
            </a:r>
            <a:endParaRPr sz="1500">
              <a:solidFill>
                <a:srgbClr val="FFFFFF"/>
              </a:solidFill>
            </a:endParaRPr>
          </a:p>
          <a:p>
            <a:pPr indent="-323850" lvl="1" marL="914400" rtl="0" algn="l">
              <a:lnSpc>
                <a:spcPct val="150000"/>
              </a:lnSpc>
              <a:spcBef>
                <a:spcPts val="0"/>
              </a:spcBef>
              <a:spcAft>
                <a:spcPts val="0"/>
              </a:spcAft>
              <a:buClr>
                <a:srgbClr val="FFFFFF"/>
              </a:buClr>
              <a:buSzPts val="1500"/>
              <a:buChar char="○"/>
            </a:pPr>
            <a:r>
              <a:rPr lang="en" sz="1500">
                <a:solidFill>
                  <a:srgbClr val="FFFFFF"/>
                </a:solidFill>
              </a:rPr>
              <a:t>Buggy Website – </a:t>
            </a:r>
            <a:r>
              <a:rPr lang="en" sz="1500" u="sng">
                <a:solidFill>
                  <a:schemeClr val="hlink"/>
                </a:solidFill>
                <a:hlinkClick r:id="rId4"/>
              </a:rPr>
              <a:t>http://the-internet.herokuapp.com/</a:t>
            </a:r>
            <a:endParaRPr sz="1500">
              <a:solidFill>
                <a:srgbClr val="FFFFFF"/>
              </a:solidFill>
            </a:endParaRPr>
          </a:p>
          <a:p>
            <a:pPr indent="-323850" lvl="1" marL="914400" rtl="0" algn="l">
              <a:lnSpc>
                <a:spcPct val="150000"/>
              </a:lnSpc>
              <a:spcBef>
                <a:spcPts val="0"/>
              </a:spcBef>
              <a:spcAft>
                <a:spcPts val="0"/>
              </a:spcAft>
              <a:buClr>
                <a:srgbClr val="FFFFFF"/>
              </a:buClr>
              <a:buSzPts val="1500"/>
              <a:buChar char="○"/>
            </a:pPr>
            <a:r>
              <a:rPr lang="en" sz="1500">
                <a:solidFill>
                  <a:srgbClr val="FFFFFF"/>
                </a:solidFill>
              </a:rPr>
              <a:t>DemoQA – </a:t>
            </a:r>
            <a:r>
              <a:rPr lang="en" sz="1500" u="sng">
                <a:solidFill>
                  <a:schemeClr val="hlink"/>
                </a:solidFill>
                <a:hlinkClick r:id="rId5"/>
              </a:rPr>
              <a:t>https://demoqa.com/</a:t>
            </a:r>
            <a:endParaRPr sz="1500">
              <a:solidFill>
                <a:srgbClr val="FFFFFF"/>
              </a:solidFill>
            </a:endParaRPr>
          </a:p>
          <a:p>
            <a:pPr indent="-323850" lvl="1" marL="914400" rtl="0" algn="l">
              <a:lnSpc>
                <a:spcPct val="150000"/>
              </a:lnSpc>
              <a:spcBef>
                <a:spcPts val="0"/>
              </a:spcBef>
              <a:spcAft>
                <a:spcPts val="0"/>
              </a:spcAft>
              <a:buClr>
                <a:srgbClr val="FFFFFF"/>
              </a:buClr>
              <a:buSzPts val="1500"/>
              <a:buChar char="○"/>
            </a:pPr>
            <a:r>
              <a:rPr lang="en" sz="1500">
                <a:solidFill>
                  <a:srgbClr val="FFFFFF"/>
                </a:solidFill>
              </a:rPr>
              <a:t>⁠OrangeHRM Demo – </a:t>
            </a:r>
            <a:r>
              <a:rPr lang="en" sz="1500" u="sng">
                <a:solidFill>
                  <a:schemeClr val="hlink"/>
                </a:solidFill>
                <a:hlinkClick r:id="rId6"/>
              </a:rPr>
              <a:t>https://opensource-demo.orangehrmlive.com/</a:t>
            </a:r>
            <a:endParaRPr sz="1500">
              <a:solidFill>
                <a:srgbClr val="FFFFFF"/>
              </a:solidFill>
            </a:endParaRPr>
          </a:p>
          <a:p>
            <a:pPr indent="-323850" lvl="1" marL="914400" rtl="0" algn="l">
              <a:lnSpc>
                <a:spcPct val="150000"/>
              </a:lnSpc>
              <a:spcBef>
                <a:spcPts val="0"/>
              </a:spcBef>
              <a:spcAft>
                <a:spcPts val="0"/>
              </a:spcAft>
              <a:buClr>
                <a:srgbClr val="FFFFFF"/>
              </a:buClr>
              <a:buSzPts val="1500"/>
              <a:buChar char="○"/>
            </a:pPr>
            <a:r>
              <a:rPr lang="en" sz="1500">
                <a:solidFill>
                  <a:srgbClr val="FFFFFF"/>
                </a:solidFill>
              </a:rPr>
              <a:t>SauceDemo – </a:t>
            </a:r>
            <a:r>
              <a:rPr lang="en" sz="1500" u="sng">
                <a:solidFill>
                  <a:schemeClr val="hlink"/>
                </a:solidFill>
                <a:hlinkClick r:id="rId7"/>
              </a:rPr>
              <a:t>https://www.saucedemo.com/</a:t>
            </a:r>
            <a:r>
              <a:rPr lang="en" sz="1500">
                <a:solidFill>
                  <a:srgbClr val="FFFFFF"/>
                </a:solidFill>
              </a:rPr>
              <a:t> </a:t>
            </a:r>
            <a:endParaRPr sz="1500">
              <a:solidFill>
                <a:srgbClr val="FFFFFF"/>
              </a:solidFill>
            </a:endParaRPr>
          </a:p>
          <a:p>
            <a:pPr indent="-323850" lvl="1" marL="914400" rtl="0" algn="l">
              <a:lnSpc>
                <a:spcPct val="150000"/>
              </a:lnSpc>
              <a:spcBef>
                <a:spcPts val="0"/>
              </a:spcBef>
              <a:spcAft>
                <a:spcPts val="0"/>
              </a:spcAft>
              <a:buClr>
                <a:srgbClr val="FFFFFF"/>
              </a:buClr>
              <a:buSzPts val="1500"/>
              <a:buChar char="○"/>
            </a:pPr>
            <a:r>
              <a:rPr lang="en" sz="1500">
                <a:solidFill>
                  <a:srgbClr val="FFFFFF"/>
                </a:solidFill>
              </a:rPr>
              <a:t>Contact List App - </a:t>
            </a:r>
            <a:r>
              <a:rPr lang="en" sz="1500" u="sng">
                <a:solidFill>
                  <a:schemeClr val="hlink"/>
                </a:solidFill>
                <a:hlinkClick r:id="rId8"/>
              </a:rPr>
              <a:t>https://thinking-tester-contact-list.herokuapp.com/</a:t>
            </a:r>
            <a:r>
              <a:rPr lang="en" sz="1500">
                <a:solidFill>
                  <a:srgbClr val="FFFFFF"/>
                </a:solidFill>
              </a:rPr>
              <a:t> (Investigation one)</a:t>
            </a:r>
            <a:endParaRPr sz="1500">
              <a:solidFill>
                <a:srgbClr val="FFFFFF"/>
              </a:solidFill>
            </a:endParaRPr>
          </a:p>
          <a:p>
            <a:pPr indent="0" lvl="0" marL="457200" rtl="0" algn="l">
              <a:lnSpc>
                <a:spcPct val="150000"/>
              </a:lnSpc>
              <a:spcBef>
                <a:spcPts val="0"/>
              </a:spcBef>
              <a:spcAft>
                <a:spcPts val="0"/>
              </a:spcAft>
              <a:buNone/>
            </a:pPr>
            <a:r>
              <a:t/>
            </a:r>
            <a:endParaRPr sz="15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42d93776e7_0_68"/>
          <p:cNvSpPr txBox="1"/>
          <p:nvPr/>
        </p:nvSpPr>
        <p:spPr>
          <a:xfrm>
            <a:off x="208950" y="230875"/>
            <a:ext cx="7689000" cy="71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How To Prevent Bugs In Brief</a:t>
            </a:r>
            <a:endParaRPr sz="4000">
              <a:solidFill>
                <a:srgbClr val="FFFFFF"/>
              </a:solidFill>
            </a:endParaRPr>
          </a:p>
        </p:txBody>
      </p:sp>
      <p:sp>
        <p:nvSpPr>
          <p:cNvPr id="381" name="Google Shape;381;g342d93776e7_0_68"/>
          <p:cNvSpPr txBox="1"/>
          <p:nvPr/>
        </p:nvSpPr>
        <p:spPr>
          <a:xfrm>
            <a:off x="384550" y="1077325"/>
            <a:ext cx="8118600" cy="3648000"/>
          </a:xfrm>
          <a:prstGeom prst="rect">
            <a:avLst/>
          </a:prstGeom>
          <a:noFill/>
          <a:ln>
            <a:noFill/>
          </a:ln>
        </p:spPr>
        <p:txBody>
          <a:bodyPr anchorCtr="0" anchor="t" bIns="91425" lIns="91425" spcFirstLastPara="1" rIns="91425" wrap="square" tIns="91425">
            <a:spAutoFit/>
          </a:bodyPr>
          <a:lstStyle/>
          <a:p>
            <a:pPr indent="-323850" lvl="0" marL="457200" rtl="0" algn="l">
              <a:lnSpc>
                <a:spcPct val="200000"/>
              </a:lnSpc>
              <a:spcBef>
                <a:spcPts val="0"/>
              </a:spcBef>
              <a:spcAft>
                <a:spcPts val="0"/>
              </a:spcAft>
              <a:buClr>
                <a:srgbClr val="FFFFFF"/>
              </a:buClr>
              <a:buSzPts val="1500"/>
              <a:buChar char="●"/>
            </a:pPr>
            <a:r>
              <a:rPr lang="en" sz="1500">
                <a:solidFill>
                  <a:srgbClr val="FFFFFF"/>
                </a:solidFill>
              </a:rPr>
              <a:t>Review Specifications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Define Test Case Structure</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Consider Happy Path, </a:t>
            </a:r>
            <a:r>
              <a:rPr lang="en" sz="1500">
                <a:solidFill>
                  <a:schemeClr val="dk1"/>
                </a:solidFill>
              </a:rPr>
              <a:t>Negative Scenarios and </a:t>
            </a:r>
            <a:r>
              <a:rPr lang="en" sz="1500">
                <a:solidFill>
                  <a:srgbClr val="FFFFFF"/>
                </a:solidFill>
              </a:rPr>
              <a:t>Edge Cases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Peer Review</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Test Case Execution/Testing</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Log Defects/Error/Bug</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chemeClr val="dk1"/>
                </a:solidFill>
              </a:rPr>
              <a:t>Retest</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lang="en" sz="1500">
                <a:solidFill>
                  <a:srgbClr val="FFFFFF"/>
                </a:solidFill>
              </a:rPr>
              <a:t>Track and Update Test Cases</a:t>
            </a:r>
            <a:endParaRPr sz="15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
          <p:cNvSpPr txBox="1"/>
          <p:nvPr/>
        </p:nvSpPr>
        <p:spPr>
          <a:xfrm>
            <a:off x="208950" y="230875"/>
            <a:ext cx="8586300" cy="1172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rgbClr val="FFFFFF"/>
                </a:solidFill>
              </a:rPr>
              <a:t>Key Points on </a:t>
            </a:r>
            <a:r>
              <a:rPr lang="en" sz="4000">
                <a:solidFill>
                  <a:srgbClr val="FFFFFF"/>
                </a:solidFill>
              </a:rPr>
              <a:t>Professionalism to prevent bugs</a:t>
            </a:r>
            <a:endParaRPr sz="4000">
              <a:solidFill>
                <a:srgbClr val="FFFFFF"/>
              </a:solidFill>
            </a:endParaRPr>
          </a:p>
        </p:txBody>
      </p:sp>
      <p:sp>
        <p:nvSpPr>
          <p:cNvPr id="387" name="Google Shape;387;p3"/>
          <p:cNvSpPr txBox="1"/>
          <p:nvPr/>
        </p:nvSpPr>
        <p:spPr>
          <a:xfrm>
            <a:off x="384550" y="1403498"/>
            <a:ext cx="7297200" cy="3186300"/>
          </a:xfrm>
          <a:prstGeom prst="rect">
            <a:avLst/>
          </a:prstGeom>
          <a:noFill/>
          <a:ln>
            <a:noFill/>
          </a:ln>
        </p:spPr>
        <p:txBody>
          <a:bodyPr anchorCtr="0" anchor="t" bIns="91425" lIns="91425" spcFirstLastPara="1" rIns="91425" wrap="square" tIns="91425">
            <a:spAutoFit/>
          </a:bodyPr>
          <a:lstStyle/>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Clarity and Detailing</a:t>
            </a:r>
            <a:r>
              <a:rPr lang="en" sz="1500">
                <a:solidFill>
                  <a:srgbClr val="FFFFFF"/>
                </a:solidFill>
              </a:rPr>
              <a:t> in The Test Cases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Consistency</a:t>
            </a:r>
            <a:r>
              <a:rPr lang="en" sz="1500">
                <a:solidFill>
                  <a:srgbClr val="FFFFFF"/>
                </a:solidFill>
              </a:rPr>
              <a:t> in Documents structure</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Thoroughness</a:t>
            </a:r>
            <a:r>
              <a:rPr lang="en" sz="1500">
                <a:solidFill>
                  <a:srgbClr val="FFFFFF"/>
                </a:solidFill>
              </a:rPr>
              <a:t> in Functional and Non-functional aspects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Traceability</a:t>
            </a:r>
            <a:r>
              <a:rPr lang="en" sz="1500">
                <a:solidFill>
                  <a:srgbClr val="FFFFFF"/>
                </a:solidFill>
              </a:rPr>
              <a:t> in User Story and Documents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Collaboration</a:t>
            </a:r>
            <a:r>
              <a:rPr lang="en" sz="1500">
                <a:solidFill>
                  <a:srgbClr val="FFFFFF"/>
                </a:solidFill>
              </a:rPr>
              <a:t> with Stakeholders</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Continuous Improvement</a:t>
            </a:r>
            <a:r>
              <a:rPr lang="en" sz="1500">
                <a:solidFill>
                  <a:srgbClr val="FFFFFF"/>
                </a:solidFill>
              </a:rPr>
              <a:t> Based on Feedback and Previous result</a:t>
            </a:r>
            <a:endParaRPr sz="1500">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rPr>
              <a:t>Taking ownership</a:t>
            </a:r>
            <a:r>
              <a:rPr lang="en" sz="1500">
                <a:solidFill>
                  <a:srgbClr val="FFFFFF"/>
                </a:solidFill>
              </a:rPr>
              <a:t> of the product</a:t>
            </a:r>
            <a:endParaRPr sz="15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1"/>
          <p:cNvSpPr txBox="1"/>
          <p:nvPr>
            <p:ph type="title"/>
          </p:nvPr>
        </p:nvSpPr>
        <p:spPr>
          <a:xfrm>
            <a:off x="632850" y="400625"/>
            <a:ext cx="7878300" cy="174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Any Questions?</a:t>
            </a:r>
            <a:endParaRPr/>
          </a:p>
        </p:txBody>
      </p:sp>
      <p:sp>
        <p:nvSpPr>
          <p:cNvPr id="393" name="Google Shape;393;p11"/>
          <p:cNvSpPr txBox="1"/>
          <p:nvPr>
            <p:ph idx="2" type="subTitle"/>
          </p:nvPr>
        </p:nvSpPr>
        <p:spPr>
          <a:xfrm>
            <a:off x="2068350" y="3665300"/>
            <a:ext cx="5007300" cy="93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Thank you!</a:t>
            </a:r>
            <a:endParaRPr/>
          </a:p>
        </p:txBody>
      </p:sp>
      <p:pic>
        <p:nvPicPr>
          <p:cNvPr id="394" name="Google Shape;394;p11"/>
          <p:cNvPicPr preferRelativeResize="0"/>
          <p:nvPr/>
        </p:nvPicPr>
        <p:blipFill rotWithShape="1">
          <a:blip r:embed="rId3">
            <a:alphaModFix/>
          </a:blip>
          <a:srcRect b="0" l="0" r="0" t="0"/>
          <a:stretch/>
        </p:blipFill>
        <p:spPr>
          <a:xfrm>
            <a:off x="3418263" y="1671975"/>
            <a:ext cx="2879281" cy="1799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