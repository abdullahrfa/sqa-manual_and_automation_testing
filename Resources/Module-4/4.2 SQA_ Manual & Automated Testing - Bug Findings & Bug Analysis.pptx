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embeddedFontLst>
    <p:embeddedFont>
      <p:font typeface="Barlow" pitchFamily="2" charset="77"/>
      <p:regular r:id="rId12"/>
      <p:bold r:id="rId13"/>
      <p:italic r:id="rId14"/>
      <p:boldItalic r:id="rId15"/>
    </p:embeddedFont>
    <p:embeddedFont>
      <p:font typeface="Barlow ExtraLight" panose="00000300000000000000" pitchFamily="2" charset="77"/>
      <p:regular r:id="rId16"/>
      <p:bold r:id="rId17"/>
      <p:italic r:id="rId18"/>
      <p:boldItalic r:id="rId19"/>
    </p:embeddedFont>
    <p:embeddedFont>
      <p:font typeface="Barlow Light" panose="00000400000000000000" pitchFamily="2" charset="77"/>
      <p:regular r:id="rId20"/>
      <p:bold r:id="rId21"/>
      <p:italic r:id="rId22"/>
      <p:boldItalic r:id="rId23"/>
    </p:embeddedFont>
    <p:embeddedFont>
      <p:font typeface="Barlow Medium" panose="00000600000000000000" pitchFamily="2" charset="77"/>
      <p:regular r:id="rId24"/>
      <p:bold r:id="rId25"/>
      <p:italic r:id="rId26"/>
      <p:boldItalic r:id="rId27"/>
    </p:embeddedFont>
    <p:embeddedFont>
      <p:font typeface="Hepta Slab"/>
      <p:regular r:id="rId28"/>
      <p:bold r:id="rId29"/>
    </p:embeddedFont>
    <p:embeddedFont>
      <p:font typeface="Hepta Slab Light" pitchFamily="2" charset="77"/>
      <p:regular r:id="rId30"/>
      <p:bold r:id="rId31"/>
    </p:embeddedFont>
    <p:embeddedFont>
      <p:font typeface="Hepta Slab Medium" pitchFamily="2" charset="77"/>
      <p:regular r:id="rId32"/>
      <p:bold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7" roundtripDataSignature="AMtx7mhq9gq9S4yjtOTT+qj0S/06mtUNn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66"/>
    <p:restoredTop sz="65279"/>
  </p:normalViewPr>
  <p:slideViewPr>
    <p:cSldViewPr snapToGrid="0">
      <p:cViewPr>
        <p:scale>
          <a:sx n="180" d="100"/>
          <a:sy n="180" d="100"/>
        </p:scale>
        <p:origin x="544" y="21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font" Target="fonts/font15.fntdata"/><Relationship Id="rId39" Type="http://schemas.openxmlformats.org/officeDocument/2006/relationships/viewProps" Target="viewProps.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font" Target="fonts/font14.fntdata"/><Relationship Id="rId33" Type="http://schemas.openxmlformats.org/officeDocument/2006/relationships/font" Target="fonts/font22.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font" Target="fonts/font18.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font" Target="fonts/font13.fntdata"/><Relationship Id="rId32" Type="http://schemas.openxmlformats.org/officeDocument/2006/relationships/font" Target="fonts/font21.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font" Target="fonts/font17.fntdata"/><Relationship Id="rId10" Type="http://schemas.openxmlformats.org/officeDocument/2006/relationships/slide" Target="slides/slide9.xml"/><Relationship Id="rId19" Type="http://schemas.openxmlformats.org/officeDocument/2006/relationships/font" Target="fonts/font8.fntdata"/><Relationship Id="rId31" Type="http://schemas.openxmlformats.org/officeDocument/2006/relationships/font" Target="fonts/font2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font" Target="fonts/font16.fntdata"/><Relationship Id="rId30" Type="http://schemas.openxmlformats.org/officeDocument/2006/relationships/font" Target="fonts/font19.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3" name="Google Shape;33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36728c966da_0_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3" name="Google Shape;353;g36728c966da_0_3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BD" b="1" dirty="0"/>
              <a:t>🔥 </a:t>
            </a:r>
            <a:r>
              <a:rPr lang="en-GB" b="1" dirty="0"/>
              <a:t>Priority vs Severity (Short &amp; Clear)</a:t>
            </a:r>
          </a:p>
          <a:p>
            <a:r>
              <a:rPr lang="en-BD" b="1" dirty="0"/>
              <a:t>🔹 </a:t>
            </a:r>
            <a:r>
              <a:rPr lang="en-GB" b="1" dirty="0"/>
              <a:t>Term</a:t>
            </a:r>
            <a:endParaRPr lang="en-GB" dirty="0"/>
          </a:p>
          <a:p>
            <a:r>
              <a:rPr lang="en-GB" b="1" dirty="0"/>
              <a:t>Meaning</a:t>
            </a:r>
            <a:endParaRPr lang="en-GB" dirty="0"/>
          </a:p>
          <a:p>
            <a:r>
              <a:rPr lang="en-GB" b="1" dirty="0"/>
              <a:t>Who decides</a:t>
            </a:r>
            <a:endParaRPr lang="en-GB" dirty="0"/>
          </a:p>
          <a:p>
            <a:r>
              <a:rPr lang="en-GB" b="1" dirty="0"/>
              <a:t>Severity</a:t>
            </a:r>
            <a:endParaRPr lang="en-GB" dirty="0"/>
          </a:p>
          <a:p>
            <a:r>
              <a:rPr lang="en-GB" dirty="0"/>
              <a:t>How serious the bug is (impact on system)</a:t>
            </a:r>
          </a:p>
          <a:p>
            <a:r>
              <a:rPr lang="en-GB" dirty="0"/>
              <a:t>QA / Tester</a:t>
            </a:r>
          </a:p>
          <a:p>
            <a:r>
              <a:rPr lang="en-GB" b="1" dirty="0"/>
              <a:t>Priority</a:t>
            </a:r>
            <a:endParaRPr lang="en-GB" dirty="0"/>
          </a:p>
          <a:p>
            <a:r>
              <a:rPr lang="en-GB" dirty="0"/>
              <a:t>How urgent to fix the bug</a:t>
            </a:r>
          </a:p>
          <a:p>
            <a:r>
              <a:rPr lang="en-GB" dirty="0"/>
              <a:t>Manager / Team</a:t>
            </a:r>
          </a:p>
          <a:p>
            <a:br>
              <a:rPr lang="en-GB" dirty="0"/>
            </a:br>
            <a:endParaRPr lang="en-GB" dirty="0"/>
          </a:p>
          <a:p>
            <a:r>
              <a:rPr lang="en-BD" b="1" dirty="0"/>
              <a:t>💡 </a:t>
            </a:r>
            <a:r>
              <a:rPr lang="en-GB" b="1" dirty="0"/>
              <a:t>Easy Way to Remember</a:t>
            </a:r>
          </a:p>
          <a:p>
            <a:br>
              <a:rPr lang="en-GB" dirty="0"/>
            </a:br>
            <a:endParaRPr lang="en-GB" dirty="0"/>
          </a:p>
          <a:p>
            <a:r>
              <a:rPr lang="en-BD" dirty="0"/>
              <a:t>👉 </a:t>
            </a:r>
            <a:r>
              <a:rPr lang="en-GB" b="1" dirty="0"/>
              <a:t>Severity = Impact</a:t>
            </a:r>
            <a:endParaRPr lang="en-GB" dirty="0"/>
          </a:p>
          <a:p>
            <a:r>
              <a:rPr lang="en-BD" dirty="0"/>
              <a:t>👉 </a:t>
            </a:r>
            <a:r>
              <a:rPr lang="en-GB" b="1" dirty="0"/>
              <a:t>Priority = Urgency</a:t>
            </a:r>
            <a:endParaRPr lang="en-GB" dirty="0"/>
          </a:p>
          <a:p>
            <a:br>
              <a:rPr lang="en-GB" dirty="0"/>
            </a:br>
            <a:endParaRPr lang="en-GB" dirty="0"/>
          </a:p>
          <a:p>
            <a:r>
              <a:rPr lang="en-BD" b="1" dirty="0"/>
              <a:t>✅ </a:t>
            </a:r>
            <a:r>
              <a:rPr lang="en-GB" b="1" dirty="0"/>
              <a:t>Examples</a:t>
            </a:r>
          </a:p>
          <a:p>
            <a:br>
              <a:rPr lang="en-GB" dirty="0"/>
            </a:br>
            <a:endParaRPr lang="en-GB" dirty="0"/>
          </a:p>
          <a:p>
            <a:r>
              <a:rPr lang="en-GB" dirty="0"/>
              <a:t>1️⃣ </a:t>
            </a:r>
            <a:r>
              <a:rPr lang="en-GB" b="1" dirty="0"/>
              <a:t>High Severity + High Priority</a:t>
            </a:r>
            <a:endParaRPr lang="en-GB" dirty="0"/>
          </a:p>
          <a:p>
            <a:r>
              <a:rPr lang="en-GB" dirty="0"/>
              <a:t>App crashes on login</a:t>
            </a:r>
          </a:p>
          <a:p>
            <a:r>
              <a:rPr lang="en-BD" dirty="0"/>
              <a:t>👉 </a:t>
            </a:r>
            <a:r>
              <a:rPr lang="en-GB" dirty="0"/>
              <a:t>Must fix immediately</a:t>
            </a:r>
          </a:p>
          <a:p>
            <a:br>
              <a:rPr lang="en-GB" dirty="0"/>
            </a:br>
            <a:endParaRPr lang="en-GB" dirty="0"/>
          </a:p>
          <a:p>
            <a:r>
              <a:rPr lang="en-GB" dirty="0"/>
              <a:t>2️⃣ </a:t>
            </a:r>
            <a:r>
              <a:rPr lang="en-GB" b="1" dirty="0"/>
              <a:t>High Severity + Low Priority</a:t>
            </a:r>
            <a:endParaRPr lang="en-GB" dirty="0"/>
          </a:p>
          <a:p>
            <a:r>
              <a:rPr lang="en-GB" dirty="0"/>
              <a:t>Rare feature crashes</a:t>
            </a:r>
          </a:p>
          <a:p>
            <a:r>
              <a:rPr lang="en-BD" dirty="0"/>
              <a:t>👉 </a:t>
            </a:r>
            <a:r>
              <a:rPr lang="en-GB" dirty="0"/>
              <a:t>Serious, but not urgent</a:t>
            </a:r>
          </a:p>
          <a:p>
            <a:br>
              <a:rPr lang="en-GB" dirty="0"/>
            </a:br>
            <a:endParaRPr lang="en-GB" dirty="0"/>
          </a:p>
          <a:p>
            <a:r>
              <a:rPr lang="en-GB" dirty="0"/>
              <a:t>3️⃣ </a:t>
            </a:r>
            <a:r>
              <a:rPr lang="en-GB" b="1" dirty="0"/>
              <a:t>Low Severity + High Priority</a:t>
            </a:r>
            <a:endParaRPr lang="en-GB" dirty="0"/>
          </a:p>
          <a:p>
            <a:r>
              <a:rPr lang="en-GB" dirty="0"/>
              <a:t>Typo in homepage title</a:t>
            </a:r>
          </a:p>
          <a:p>
            <a:r>
              <a:rPr lang="en-BD" dirty="0"/>
              <a:t>👉 </a:t>
            </a:r>
            <a:r>
              <a:rPr lang="en-GB" dirty="0"/>
              <a:t>Not serious, but visible → fix quickly</a:t>
            </a:r>
          </a:p>
          <a:p>
            <a:br>
              <a:rPr lang="en-GB" dirty="0"/>
            </a:br>
            <a:endParaRPr lang="en-GB" dirty="0"/>
          </a:p>
          <a:p>
            <a:r>
              <a:rPr lang="en-GB" dirty="0"/>
              <a:t>4️⃣ </a:t>
            </a:r>
            <a:r>
              <a:rPr lang="en-GB" b="1" dirty="0"/>
              <a:t>Low Severity + Low Priority</a:t>
            </a:r>
            <a:endParaRPr lang="en-GB" dirty="0"/>
          </a:p>
          <a:p>
            <a:r>
              <a:rPr lang="en-GB" dirty="0"/>
              <a:t>UI alignment slightly off</a:t>
            </a:r>
          </a:p>
          <a:p>
            <a:r>
              <a:rPr lang="en-BD" dirty="0"/>
              <a:t>👉 </a:t>
            </a:r>
            <a:r>
              <a:rPr lang="en-GB" dirty="0"/>
              <a:t>Minor issue → fix later</a:t>
            </a:r>
          </a:p>
          <a:p>
            <a:br>
              <a:rPr lang="en-GB" dirty="0"/>
            </a:br>
            <a:endParaRPr lang="en-GB" dirty="0"/>
          </a:p>
          <a:p>
            <a:r>
              <a:rPr lang="en-BD" b="1" dirty="0"/>
              <a:t>📌 </a:t>
            </a:r>
            <a:r>
              <a:rPr lang="en-GB" b="1" dirty="0"/>
              <a:t>One-line Summary</a:t>
            </a:r>
          </a:p>
          <a:p>
            <a:br>
              <a:rPr lang="en-GB" dirty="0"/>
            </a:br>
            <a:endParaRPr lang="en-GB" dirty="0"/>
          </a:p>
          <a:p>
            <a:r>
              <a:rPr lang="en-BD" dirty="0"/>
              <a:t>👉 </a:t>
            </a:r>
            <a:r>
              <a:rPr lang="en-GB" b="1" dirty="0"/>
              <a:t>Severity = How bad?</a:t>
            </a:r>
            <a:endParaRPr lang="en-GB" dirty="0"/>
          </a:p>
          <a:p>
            <a:r>
              <a:rPr lang="en-BD" dirty="0"/>
              <a:t>👉 </a:t>
            </a:r>
            <a:r>
              <a:rPr lang="en-GB" b="1" dirty="0"/>
              <a:t>Priority = How fast to fix?</a:t>
            </a:r>
            <a:endParaRPr lang="en-GB"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6728c966da_0_6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6728c966da_0_6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6728c966da_0_3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36728c966da_0_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BD" b="1" dirty="0"/>
              <a:t>🔁 </a:t>
            </a:r>
            <a:r>
              <a:rPr lang="en-GB" b="1" dirty="0"/>
              <a:t>Defect Life Cycle (Short &amp; Simple)</a:t>
            </a:r>
          </a:p>
          <a:p>
            <a:br>
              <a:rPr lang="en-GB" dirty="0"/>
            </a:br>
            <a:endParaRPr lang="en-GB" dirty="0"/>
          </a:p>
          <a:p>
            <a:r>
              <a:rPr lang="en-GB" dirty="0"/>
              <a:t>This cycle shows how a </a:t>
            </a:r>
            <a:r>
              <a:rPr lang="en-GB" b="1" dirty="0"/>
              <a:t>bug moves from discovery to closure</a:t>
            </a:r>
            <a:r>
              <a:rPr lang="en-GB" dirty="0"/>
              <a:t>.</a:t>
            </a:r>
          </a:p>
          <a:p>
            <a:br>
              <a:rPr lang="en-GB" dirty="0"/>
            </a:br>
            <a:endParaRPr lang="en-GB" dirty="0"/>
          </a:p>
          <a:p>
            <a:r>
              <a:rPr lang="en-BD" b="1" dirty="0"/>
              <a:t>🧭 </a:t>
            </a:r>
            <a:r>
              <a:rPr lang="en-GB" b="1" dirty="0"/>
              <a:t>Flow (Easy Understanding)</a:t>
            </a:r>
          </a:p>
          <a:p>
            <a:br>
              <a:rPr lang="en-GB" dirty="0"/>
            </a:br>
            <a:endParaRPr lang="en-GB" dirty="0"/>
          </a:p>
          <a:p>
            <a:r>
              <a:rPr lang="en-GB" dirty="0"/>
              <a:t>1️⃣ </a:t>
            </a:r>
            <a:r>
              <a:rPr lang="en-GB" b="1" dirty="0"/>
              <a:t>New</a:t>
            </a:r>
            <a:endParaRPr lang="en-GB" dirty="0"/>
          </a:p>
          <a:p>
            <a:r>
              <a:rPr lang="en-BD" dirty="0"/>
              <a:t>👉 </a:t>
            </a:r>
            <a:r>
              <a:rPr lang="en-GB" dirty="0"/>
              <a:t>Tester finds a bug</a:t>
            </a:r>
          </a:p>
          <a:p>
            <a:r>
              <a:rPr lang="en-BD" dirty="0"/>
              <a:t>📌 </a:t>
            </a:r>
            <a:r>
              <a:rPr lang="en-GB" dirty="0"/>
              <a:t>Example: Login button not working</a:t>
            </a:r>
          </a:p>
          <a:p>
            <a:br>
              <a:rPr lang="en-GB" dirty="0"/>
            </a:br>
            <a:endParaRPr lang="en-GB" dirty="0"/>
          </a:p>
          <a:p>
            <a:r>
              <a:rPr lang="en-GB" dirty="0"/>
              <a:t>2️⃣ </a:t>
            </a:r>
            <a:r>
              <a:rPr lang="en-GB" b="1" dirty="0"/>
              <a:t>Open</a:t>
            </a:r>
            <a:endParaRPr lang="en-GB" dirty="0"/>
          </a:p>
          <a:p>
            <a:r>
              <a:rPr lang="en-BD" dirty="0"/>
              <a:t>👉 </a:t>
            </a:r>
            <a:r>
              <a:rPr lang="en-GB" dirty="0"/>
              <a:t>Bug is reviewed and accepted</a:t>
            </a:r>
          </a:p>
          <a:p>
            <a:br>
              <a:rPr lang="en-GB" dirty="0"/>
            </a:br>
            <a:endParaRPr lang="en-GB" dirty="0"/>
          </a:p>
          <a:p>
            <a:r>
              <a:rPr lang="en-GB" dirty="0"/>
              <a:t>3️⃣ </a:t>
            </a:r>
            <a:r>
              <a:rPr lang="en-GB" b="1" dirty="0"/>
              <a:t>Assign</a:t>
            </a:r>
            <a:endParaRPr lang="en-GB" dirty="0"/>
          </a:p>
          <a:p>
            <a:r>
              <a:rPr lang="en-BD" dirty="0"/>
              <a:t>👉 </a:t>
            </a:r>
            <a:r>
              <a:rPr lang="en-GB" dirty="0"/>
              <a:t>Assigned to a developer to fix</a:t>
            </a:r>
          </a:p>
          <a:p>
            <a:br>
              <a:rPr lang="en-GB" dirty="0"/>
            </a:br>
            <a:endParaRPr lang="en-GB" dirty="0"/>
          </a:p>
          <a:p>
            <a:r>
              <a:rPr lang="en-GB" dirty="0"/>
              <a:t>4️⃣ </a:t>
            </a:r>
            <a:r>
              <a:rPr lang="en-GB" b="1" dirty="0"/>
              <a:t>Test (Fixed / Retest)</a:t>
            </a:r>
            <a:endParaRPr lang="en-GB" dirty="0"/>
          </a:p>
          <a:p>
            <a:r>
              <a:rPr lang="en-BD" dirty="0"/>
              <a:t>👉 </a:t>
            </a:r>
            <a:r>
              <a:rPr lang="en-GB" dirty="0"/>
              <a:t>Developer fixes it → Tester tests again</a:t>
            </a:r>
          </a:p>
          <a:p>
            <a:br>
              <a:rPr lang="en-GB" dirty="0"/>
            </a:br>
            <a:endParaRPr lang="en-GB" dirty="0"/>
          </a:p>
          <a:p>
            <a:r>
              <a:rPr lang="en-GB" dirty="0"/>
              <a:t>5️⃣ </a:t>
            </a:r>
            <a:r>
              <a:rPr lang="en-GB" b="1" dirty="0"/>
              <a:t>Verified</a:t>
            </a:r>
            <a:endParaRPr lang="en-GB" dirty="0"/>
          </a:p>
          <a:p>
            <a:r>
              <a:rPr lang="en-BD" dirty="0"/>
              <a:t>👉 </a:t>
            </a:r>
            <a:r>
              <a:rPr lang="en-GB" dirty="0"/>
              <a:t>Tester confirms bug is fixed</a:t>
            </a:r>
          </a:p>
          <a:p>
            <a:br>
              <a:rPr lang="en-GB" dirty="0"/>
            </a:br>
            <a:endParaRPr lang="en-GB" dirty="0"/>
          </a:p>
          <a:p>
            <a:r>
              <a:rPr lang="en-GB" dirty="0"/>
              <a:t>6️⃣ </a:t>
            </a:r>
            <a:r>
              <a:rPr lang="en-GB" b="1" dirty="0"/>
              <a:t>Closed</a:t>
            </a:r>
            <a:endParaRPr lang="en-GB" dirty="0"/>
          </a:p>
          <a:p>
            <a:r>
              <a:rPr lang="en-BD" dirty="0"/>
              <a:t>👉 </a:t>
            </a:r>
            <a:r>
              <a:rPr lang="en-GB" dirty="0"/>
              <a:t>Bug is done </a:t>
            </a:r>
            <a:r>
              <a:rPr lang="en-BD" dirty="0"/>
              <a:t>✅</a:t>
            </a:r>
          </a:p>
          <a:p>
            <a:br>
              <a:rPr lang="en-BD" dirty="0"/>
            </a:br>
            <a:endParaRPr lang="en-BD" dirty="0"/>
          </a:p>
          <a:p>
            <a:r>
              <a:rPr lang="en-BD" b="1" dirty="0"/>
              <a:t>🔁 </a:t>
            </a:r>
            <a:r>
              <a:rPr lang="en-GB" b="1" dirty="0"/>
              <a:t>Other Possible States</a:t>
            </a:r>
          </a:p>
          <a:p>
            <a:br>
              <a:rPr lang="en-GB" dirty="0"/>
            </a:br>
            <a:endParaRPr lang="en-GB" dirty="0"/>
          </a:p>
          <a:p>
            <a:r>
              <a:rPr lang="en-BD" dirty="0"/>
              <a:t>🔄 </a:t>
            </a:r>
            <a:r>
              <a:rPr lang="en-GB" b="1" dirty="0"/>
              <a:t>Reopened</a:t>
            </a:r>
            <a:endParaRPr lang="en-GB" dirty="0"/>
          </a:p>
          <a:p>
            <a:r>
              <a:rPr lang="en-BD" dirty="0"/>
              <a:t>👉 </a:t>
            </a:r>
            <a:r>
              <a:rPr lang="en-GB" dirty="0"/>
              <a:t>Bug still exists after fix</a:t>
            </a:r>
          </a:p>
          <a:p>
            <a:r>
              <a:rPr lang="en-BD" dirty="0"/>
              <a:t>📌 </a:t>
            </a:r>
            <a:r>
              <a:rPr lang="en-GB" dirty="0"/>
              <a:t>Example: Login still fails → reopen</a:t>
            </a:r>
          </a:p>
          <a:p>
            <a:br>
              <a:rPr lang="en-GB" dirty="0"/>
            </a:br>
            <a:endParaRPr lang="en-GB" dirty="0"/>
          </a:p>
          <a:p>
            <a:r>
              <a:rPr lang="en-BD" dirty="0"/>
              <a:t>❌ </a:t>
            </a:r>
            <a:r>
              <a:rPr lang="en-GB" b="1" dirty="0"/>
              <a:t>Rejected</a:t>
            </a:r>
            <a:endParaRPr lang="en-GB" dirty="0"/>
          </a:p>
          <a:p>
            <a:r>
              <a:rPr lang="en-BD" dirty="0"/>
              <a:t>👉 </a:t>
            </a:r>
            <a:r>
              <a:rPr lang="en-GB" dirty="0"/>
              <a:t>Not a valid bug</a:t>
            </a:r>
          </a:p>
          <a:p>
            <a:r>
              <a:rPr lang="en-BD" dirty="0"/>
              <a:t>📌 </a:t>
            </a:r>
            <a:r>
              <a:rPr lang="en-GB" dirty="0"/>
              <a:t>Example: Feature works as designed</a:t>
            </a:r>
          </a:p>
          <a:p>
            <a:br>
              <a:rPr lang="en-GB" dirty="0"/>
            </a:br>
            <a:endParaRPr lang="en-GB" dirty="0"/>
          </a:p>
          <a:p>
            <a:r>
              <a:rPr lang="en-GB" dirty="0"/>
              <a:t>⏳ </a:t>
            </a:r>
            <a:r>
              <a:rPr lang="en-GB" b="1" dirty="0"/>
              <a:t>Deferred</a:t>
            </a:r>
            <a:endParaRPr lang="en-GB" dirty="0"/>
          </a:p>
          <a:p>
            <a:r>
              <a:rPr lang="en-BD" dirty="0"/>
              <a:t>👉 </a:t>
            </a:r>
            <a:r>
              <a:rPr lang="en-GB" dirty="0"/>
              <a:t>Fix postponed to future release</a:t>
            </a:r>
          </a:p>
          <a:p>
            <a:br>
              <a:rPr lang="en-GB" dirty="0"/>
            </a:br>
            <a:endParaRPr lang="en-GB" dirty="0"/>
          </a:p>
          <a:p>
            <a:r>
              <a:rPr lang="en-BD" b="1" dirty="0"/>
              <a:t>💡 </a:t>
            </a:r>
            <a:r>
              <a:rPr lang="en-GB" b="1" dirty="0"/>
              <a:t>Full Example</a:t>
            </a:r>
          </a:p>
          <a:p>
            <a:br>
              <a:rPr lang="en-GB" dirty="0"/>
            </a:br>
            <a:endParaRPr lang="en-GB" dirty="0"/>
          </a:p>
          <a:p>
            <a:r>
              <a:rPr lang="en-BD" dirty="0"/>
              <a:t>👉 </a:t>
            </a:r>
            <a:r>
              <a:rPr lang="en-GB" dirty="0"/>
              <a:t>You report: “Login button not working”</a:t>
            </a:r>
          </a:p>
          <a:p>
            <a:br>
              <a:rPr lang="en-GB" dirty="0"/>
            </a:br>
            <a:endParaRPr lang="en-GB" dirty="0"/>
          </a:p>
          <a:p>
            <a:r>
              <a:rPr lang="en-GB" dirty="0"/>
              <a:t>Flow:</a:t>
            </a:r>
          </a:p>
          <a:p>
            <a:r>
              <a:rPr lang="en-GB" dirty="0"/>
              <a:t>New → Open → Assign → Fix → Test</a:t>
            </a:r>
          </a:p>
          <a:p>
            <a:r>
              <a:rPr lang="en-GB" dirty="0"/>
              <a:t>If fixed → Verified → Closed </a:t>
            </a:r>
            <a:r>
              <a:rPr lang="en-BD" dirty="0"/>
              <a:t>✅</a:t>
            </a:r>
          </a:p>
          <a:p>
            <a:r>
              <a:rPr lang="en-GB" dirty="0"/>
              <a:t>If not fixed → Reopened </a:t>
            </a:r>
            <a:r>
              <a:rPr lang="en-BD" dirty="0"/>
              <a:t>🔁</a:t>
            </a:r>
          </a:p>
          <a:p>
            <a:br>
              <a:rPr lang="en-BD" dirty="0"/>
            </a:br>
            <a:endParaRPr lang="en-BD" dirty="0"/>
          </a:p>
          <a:p>
            <a:r>
              <a:rPr lang="en-BD" b="1" dirty="0"/>
              <a:t>📌 </a:t>
            </a:r>
            <a:r>
              <a:rPr lang="en-GB" b="1" dirty="0"/>
              <a:t>One-line Summary</a:t>
            </a:r>
          </a:p>
          <a:p>
            <a:br>
              <a:rPr lang="en-GB" dirty="0"/>
            </a:br>
            <a:endParaRPr lang="en-GB" dirty="0"/>
          </a:p>
          <a:p>
            <a:r>
              <a:rPr lang="en-BD" dirty="0"/>
              <a:t>👉 </a:t>
            </a:r>
            <a:r>
              <a:rPr lang="en-GB" b="1" dirty="0"/>
              <a:t>Bug life cycle = From finding a bug → fixing → verifying → closing</a:t>
            </a:r>
            <a:endParaRPr lang="en-GB" dirty="0"/>
          </a:p>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342d93776e7_0_1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2" name="Google Shape;372;g342d93776e7_0_1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42d93776e7_0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8" name="Google Shape;378;g342d93776e7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BD" b="1" dirty="0"/>
              <a:t>🛡️ </a:t>
            </a:r>
            <a:r>
              <a:rPr lang="en-GB" b="1" dirty="0"/>
              <a:t>How to Prevent Bugs (Short + Example)</a:t>
            </a:r>
          </a:p>
          <a:p>
            <a:br>
              <a:rPr lang="en-GB" dirty="0"/>
            </a:br>
            <a:endParaRPr lang="en-GB" dirty="0"/>
          </a:p>
          <a:p>
            <a:r>
              <a:rPr lang="en-GB" b="1" dirty="0"/>
              <a:t>1️⃣ Review Specifications</a:t>
            </a:r>
          </a:p>
          <a:p>
            <a:br>
              <a:rPr lang="en-GB" dirty="0"/>
            </a:br>
            <a:endParaRPr lang="en-GB" dirty="0"/>
          </a:p>
          <a:p>
            <a:r>
              <a:rPr lang="en-BD" dirty="0"/>
              <a:t>👉 </a:t>
            </a:r>
            <a:r>
              <a:rPr lang="en-GB" dirty="0"/>
              <a:t>Understand requirements clearly before coding/testing</a:t>
            </a:r>
          </a:p>
          <a:p>
            <a:r>
              <a:rPr lang="en-BD" dirty="0"/>
              <a:t>📌 </a:t>
            </a:r>
            <a:r>
              <a:rPr lang="en-GB" dirty="0"/>
              <a:t>Example: Confirm what “login” should do (valid/invalid cases)</a:t>
            </a:r>
          </a:p>
          <a:p>
            <a:br>
              <a:rPr lang="en-GB" dirty="0"/>
            </a:br>
            <a:endParaRPr lang="en-GB" dirty="0"/>
          </a:p>
          <a:p>
            <a:r>
              <a:rPr lang="en-GB" b="1" dirty="0"/>
              <a:t>2️⃣ Define Test Case Structure</a:t>
            </a:r>
          </a:p>
          <a:p>
            <a:br>
              <a:rPr lang="en-GB" dirty="0"/>
            </a:br>
            <a:endParaRPr lang="en-GB" dirty="0"/>
          </a:p>
          <a:p>
            <a:r>
              <a:rPr lang="en-BD" dirty="0"/>
              <a:t>👉 </a:t>
            </a:r>
            <a:r>
              <a:rPr lang="en-GB" dirty="0"/>
              <a:t>Write clear, step-by-step test cases</a:t>
            </a:r>
          </a:p>
          <a:p>
            <a:r>
              <a:rPr lang="en-BD" dirty="0"/>
              <a:t>📌 </a:t>
            </a:r>
            <a:r>
              <a:rPr lang="en-GB" dirty="0"/>
              <a:t>Example: Enter username → Enter password → Click login → Check result</a:t>
            </a:r>
          </a:p>
          <a:p>
            <a:br>
              <a:rPr lang="en-GB" dirty="0"/>
            </a:br>
            <a:endParaRPr lang="en-GB" dirty="0"/>
          </a:p>
          <a:p>
            <a:r>
              <a:rPr lang="en-GB" b="1" dirty="0"/>
              <a:t>3️⃣ Happy Path, Negative &amp; Edge Cases</a:t>
            </a:r>
          </a:p>
          <a:p>
            <a:br>
              <a:rPr lang="en-GB" dirty="0"/>
            </a:br>
            <a:endParaRPr lang="en-GB" dirty="0"/>
          </a:p>
          <a:p>
            <a:r>
              <a:rPr lang="en-BD" dirty="0"/>
              <a:t>👉 </a:t>
            </a:r>
            <a:r>
              <a:rPr lang="en-GB" dirty="0"/>
              <a:t>Test all scenarios</a:t>
            </a:r>
          </a:p>
          <a:p>
            <a:r>
              <a:rPr lang="en-BD" dirty="0"/>
              <a:t>✅ </a:t>
            </a:r>
            <a:r>
              <a:rPr lang="en-GB" dirty="0"/>
              <a:t>Happy: Correct login</a:t>
            </a:r>
          </a:p>
          <a:p>
            <a:r>
              <a:rPr lang="en-BD" dirty="0"/>
              <a:t>❌ </a:t>
            </a:r>
            <a:r>
              <a:rPr lang="en-GB" dirty="0"/>
              <a:t>Negative: Wrong password</a:t>
            </a:r>
          </a:p>
          <a:p>
            <a:r>
              <a:rPr lang="en-GB" dirty="0"/>
              <a:t>⚠️ Edge: Empty fields / very long input</a:t>
            </a:r>
          </a:p>
          <a:p>
            <a:br>
              <a:rPr lang="en-GB" dirty="0"/>
            </a:br>
            <a:endParaRPr lang="en-GB" dirty="0"/>
          </a:p>
          <a:p>
            <a:r>
              <a:rPr lang="en-GB" b="1" dirty="0"/>
              <a:t>4️⃣ Peer Review</a:t>
            </a:r>
          </a:p>
          <a:p>
            <a:br>
              <a:rPr lang="en-GB" dirty="0"/>
            </a:br>
            <a:endParaRPr lang="en-GB" dirty="0"/>
          </a:p>
          <a:p>
            <a:r>
              <a:rPr lang="en-BD" dirty="0"/>
              <a:t>👉 </a:t>
            </a:r>
            <a:r>
              <a:rPr lang="en-GB" dirty="0"/>
              <a:t>Another person reviews your test cases/code</a:t>
            </a:r>
          </a:p>
          <a:p>
            <a:r>
              <a:rPr lang="en-BD" dirty="0"/>
              <a:t>📌 </a:t>
            </a:r>
            <a:r>
              <a:rPr lang="en-GB" dirty="0"/>
              <a:t>Example: Teammate finds missing “empty password” case</a:t>
            </a:r>
          </a:p>
          <a:p>
            <a:br>
              <a:rPr lang="en-GB" dirty="0"/>
            </a:br>
            <a:endParaRPr lang="en-GB" dirty="0"/>
          </a:p>
          <a:p>
            <a:r>
              <a:rPr lang="en-GB" b="1" dirty="0"/>
              <a:t>5️⃣ Test Case Execution / Testing</a:t>
            </a:r>
          </a:p>
          <a:p>
            <a:br>
              <a:rPr lang="en-GB" dirty="0"/>
            </a:br>
            <a:endParaRPr lang="en-GB" dirty="0"/>
          </a:p>
          <a:p>
            <a:r>
              <a:rPr lang="en-BD" dirty="0"/>
              <a:t>👉 </a:t>
            </a:r>
            <a:r>
              <a:rPr lang="en-GB" dirty="0"/>
              <a:t>Run all test cases properly</a:t>
            </a:r>
          </a:p>
          <a:p>
            <a:r>
              <a:rPr lang="en-BD" dirty="0"/>
              <a:t>📌 </a:t>
            </a:r>
            <a:r>
              <a:rPr lang="en-GB" dirty="0"/>
              <a:t>Example: Actually test login with different inputs</a:t>
            </a:r>
          </a:p>
          <a:p>
            <a:br>
              <a:rPr lang="en-GB" dirty="0"/>
            </a:br>
            <a:endParaRPr lang="en-GB" dirty="0"/>
          </a:p>
          <a:p>
            <a:r>
              <a:rPr lang="en-GB" b="1" dirty="0"/>
              <a:t>6️⃣ Log Defects (Bug Reporting)</a:t>
            </a:r>
          </a:p>
          <a:p>
            <a:br>
              <a:rPr lang="en-GB" dirty="0"/>
            </a:br>
            <a:endParaRPr lang="en-GB" dirty="0"/>
          </a:p>
          <a:p>
            <a:r>
              <a:rPr lang="en-BD" dirty="0"/>
              <a:t>👉 </a:t>
            </a:r>
            <a:r>
              <a:rPr lang="en-GB" dirty="0"/>
              <a:t>Report bugs clearly with steps &amp; screenshots</a:t>
            </a:r>
          </a:p>
          <a:p>
            <a:r>
              <a:rPr lang="en-BD" dirty="0"/>
              <a:t>📌 </a:t>
            </a:r>
            <a:r>
              <a:rPr lang="en-GB" dirty="0"/>
              <a:t>Example: “Login fails with correct credentials”</a:t>
            </a:r>
          </a:p>
          <a:p>
            <a:br>
              <a:rPr lang="en-GB" dirty="0"/>
            </a:br>
            <a:endParaRPr lang="en-GB" dirty="0"/>
          </a:p>
          <a:p>
            <a:r>
              <a:rPr lang="en-GB" b="1" dirty="0"/>
              <a:t>7️⃣ Retest</a:t>
            </a:r>
          </a:p>
          <a:p>
            <a:br>
              <a:rPr lang="en-GB" dirty="0"/>
            </a:br>
            <a:endParaRPr lang="en-GB" dirty="0"/>
          </a:p>
          <a:p>
            <a:r>
              <a:rPr lang="en-BD" dirty="0"/>
              <a:t>👉 </a:t>
            </a:r>
            <a:r>
              <a:rPr lang="en-GB" dirty="0"/>
              <a:t>After fix, test again</a:t>
            </a:r>
          </a:p>
          <a:p>
            <a:r>
              <a:rPr lang="en-BD" dirty="0"/>
              <a:t>📌 </a:t>
            </a:r>
            <a:r>
              <a:rPr lang="en-GB" dirty="0"/>
              <a:t>Example: Login works now? Verify it</a:t>
            </a:r>
          </a:p>
          <a:p>
            <a:br>
              <a:rPr lang="en-GB" dirty="0"/>
            </a:br>
            <a:endParaRPr lang="en-GB" dirty="0"/>
          </a:p>
          <a:p>
            <a:r>
              <a:rPr lang="en-GB" b="1" dirty="0"/>
              <a:t>8️⃣ Track &amp; Update Test Cases</a:t>
            </a:r>
          </a:p>
          <a:p>
            <a:br>
              <a:rPr lang="en-GB" dirty="0"/>
            </a:br>
            <a:endParaRPr lang="en-GB" dirty="0"/>
          </a:p>
          <a:p>
            <a:r>
              <a:rPr lang="en-BD" dirty="0"/>
              <a:t>👉 </a:t>
            </a:r>
            <a:r>
              <a:rPr lang="en-GB" dirty="0"/>
              <a:t>Improve test cases based on new bugs</a:t>
            </a:r>
          </a:p>
          <a:p>
            <a:r>
              <a:rPr lang="en-BD" dirty="0"/>
              <a:t>📌 </a:t>
            </a:r>
            <a:r>
              <a:rPr lang="en-GB" dirty="0"/>
              <a:t>Example: Add test for “special characters in password”</a:t>
            </a:r>
          </a:p>
          <a:p>
            <a:br>
              <a:rPr lang="en-GB" dirty="0"/>
            </a:br>
            <a:endParaRPr lang="en-GB" dirty="0"/>
          </a:p>
          <a:p>
            <a:r>
              <a:rPr lang="en-BD" b="1" dirty="0"/>
              <a:t>📌 </a:t>
            </a:r>
            <a:r>
              <a:rPr lang="en-GB" b="1" dirty="0"/>
              <a:t>One-line Summary</a:t>
            </a:r>
          </a:p>
          <a:p>
            <a:br>
              <a:rPr lang="en-GB" dirty="0"/>
            </a:br>
            <a:endParaRPr lang="en-GB" dirty="0"/>
          </a:p>
          <a:p>
            <a:r>
              <a:rPr lang="en-BD" dirty="0"/>
              <a:t>👉 </a:t>
            </a:r>
            <a:r>
              <a:rPr lang="en-GB" b="1" dirty="0"/>
              <a:t>Understand → Test properly → Review → Fix → Improve continuously</a:t>
            </a:r>
            <a:endParaRPr lang="en-GB"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4" name="Google Shape;38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BD" b="1" dirty="0"/>
              <a:t>💼 </a:t>
            </a:r>
            <a:r>
              <a:rPr lang="en-GB" b="1" dirty="0"/>
              <a:t>Key Points on Professionalism to Prevent Bugs (Short &amp; Clear)</a:t>
            </a:r>
          </a:p>
          <a:p>
            <a:br>
              <a:rPr lang="en-GB" dirty="0"/>
            </a:br>
            <a:endParaRPr lang="en-GB" dirty="0"/>
          </a:p>
          <a:p>
            <a:r>
              <a:rPr lang="en-GB" b="1" dirty="0"/>
              <a:t>1️⃣ Clarity &amp; Detailing in Test Cases</a:t>
            </a:r>
          </a:p>
          <a:p>
            <a:br>
              <a:rPr lang="en-GB" dirty="0"/>
            </a:br>
            <a:endParaRPr lang="en-GB" dirty="0"/>
          </a:p>
          <a:p>
            <a:r>
              <a:rPr lang="en-BD" dirty="0"/>
              <a:t>👉 </a:t>
            </a:r>
            <a:r>
              <a:rPr lang="en-GB" dirty="0"/>
              <a:t>Write clear, detailed steps so anyone can follow</a:t>
            </a:r>
          </a:p>
          <a:p>
            <a:r>
              <a:rPr lang="en-BD" dirty="0"/>
              <a:t>📌 </a:t>
            </a:r>
            <a:r>
              <a:rPr lang="en-GB" dirty="0"/>
              <a:t>Example: “Click login” </a:t>
            </a:r>
            <a:r>
              <a:rPr lang="en-BD" dirty="0"/>
              <a:t>❌ → “</a:t>
            </a:r>
            <a:r>
              <a:rPr lang="en-GB" dirty="0"/>
              <a:t>Enter valid email + password, click login” </a:t>
            </a:r>
            <a:r>
              <a:rPr lang="en-BD" dirty="0"/>
              <a:t>✅</a:t>
            </a:r>
          </a:p>
          <a:p>
            <a:br>
              <a:rPr lang="en-BD" dirty="0"/>
            </a:br>
            <a:endParaRPr lang="en-BD" dirty="0"/>
          </a:p>
          <a:p>
            <a:r>
              <a:rPr lang="en-BD" b="1" dirty="0"/>
              <a:t>2️⃣ </a:t>
            </a:r>
            <a:r>
              <a:rPr lang="en-GB" b="1" dirty="0"/>
              <a:t>Consistency in Document Structure</a:t>
            </a:r>
          </a:p>
          <a:p>
            <a:br>
              <a:rPr lang="en-GB" dirty="0"/>
            </a:br>
            <a:endParaRPr lang="en-GB" dirty="0"/>
          </a:p>
          <a:p>
            <a:r>
              <a:rPr lang="en-BD" dirty="0"/>
              <a:t>👉 </a:t>
            </a:r>
            <a:r>
              <a:rPr lang="en-GB" dirty="0"/>
              <a:t>Keep format same across all docs</a:t>
            </a:r>
          </a:p>
          <a:p>
            <a:r>
              <a:rPr lang="en-BD" dirty="0"/>
              <a:t>📌 </a:t>
            </a:r>
            <a:r>
              <a:rPr lang="en-GB" dirty="0"/>
              <a:t>Example: Same template for all test cases → easy to understand</a:t>
            </a:r>
          </a:p>
          <a:p>
            <a:br>
              <a:rPr lang="en-GB" dirty="0"/>
            </a:br>
            <a:endParaRPr lang="en-GB" dirty="0"/>
          </a:p>
          <a:p>
            <a:r>
              <a:rPr lang="en-GB" b="1" dirty="0"/>
              <a:t>3️⃣ Thoroughness (Functional + Non-functional)</a:t>
            </a:r>
          </a:p>
          <a:p>
            <a:br>
              <a:rPr lang="en-GB" dirty="0"/>
            </a:br>
            <a:endParaRPr lang="en-GB" dirty="0"/>
          </a:p>
          <a:p>
            <a:r>
              <a:rPr lang="en-BD" dirty="0"/>
              <a:t>👉 </a:t>
            </a:r>
            <a:r>
              <a:rPr lang="en-GB" dirty="0"/>
              <a:t>Test both </a:t>
            </a:r>
            <a:r>
              <a:rPr lang="en-GB" b="1" dirty="0"/>
              <a:t>features</a:t>
            </a:r>
            <a:r>
              <a:rPr lang="en-GB" dirty="0"/>
              <a:t> and </a:t>
            </a:r>
            <a:r>
              <a:rPr lang="en-GB" b="1" dirty="0"/>
              <a:t>quality</a:t>
            </a:r>
            <a:endParaRPr lang="en-GB" dirty="0"/>
          </a:p>
          <a:p>
            <a:r>
              <a:rPr lang="en-BD" dirty="0"/>
              <a:t>📌 </a:t>
            </a:r>
            <a:r>
              <a:rPr lang="en-GB" dirty="0"/>
              <a:t>Example: Login works (functional) + loads fast (performance)</a:t>
            </a:r>
          </a:p>
          <a:p>
            <a:br>
              <a:rPr lang="en-GB" dirty="0"/>
            </a:br>
            <a:endParaRPr lang="en-GB" dirty="0"/>
          </a:p>
          <a:p>
            <a:r>
              <a:rPr lang="en-GB" b="1" dirty="0"/>
              <a:t>4️⃣ Traceability</a:t>
            </a:r>
          </a:p>
          <a:p>
            <a:br>
              <a:rPr lang="en-GB" dirty="0"/>
            </a:br>
            <a:endParaRPr lang="en-GB" dirty="0"/>
          </a:p>
          <a:p>
            <a:r>
              <a:rPr lang="en-BD" dirty="0"/>
              <a:t>👉 </a:t>
            </a:r>
            <a:r>
              <a:rPr lang="en-GB" dirty="0"/>
              <a:t>Link test cases with requirements</a:t>
            </a:r>
          </a:p>
          <a:p>
            <a:r>
              <a:rPr lang="en-BD" dirty="0"/>
              <a:t>📌 </a:t>
            </a:r>
            <a:r>
              <a:rPr lang="en-GB" dirty="0"/>
              <a:t>Example: Each user story has related test cases → nothing missed</a:t>
            </a:r>
          </a:p>
          <a:p>
            <a:br>
              <a:rPr lang="en-GB" dirty="0"/>
            </a:br>
            <a:endParaRPr lang="en-GB" dirty="0"/>
          </a:p>
          <a:p>
            <a:r>
              <a:rPr lang="en-GB" b="1" dirty="0"/>
              <a:t>5️⃣ Collaboration with Stakeholders</a:t>
            </a:r>
          </a:p>
          <a:p>
            <a:br>
              <a:rPr lang="en-GB" dirty="0"/>
            </a:br>
            <a:endParaRPr lang="en-GB" dirty="0"/>
          </a:p>
          <a:p>
            <a:r>
              <a:rPr lang="en-BD" dirty="0"/>
              <a:t>👉 </a:t>
            </a:r>
            <a:r>
              <a:rPr lang="en-GB" dirty="0"/>
              <a:t>Communicate with </a:t>
            </a:r>
            <a:r>
              <a:rPr lang="en-GB" dirty="0" err="1"/>
              <a:t>devs</a:t>
            </a:r>
            <a:r>
              <a:rPr lang="en-GB" dirty="0"/>
              <a:t>, PMs, designers</a:t>
            </a:r>
          </a:p>
          <a:p>
            <a:r>
              <a:rPr lang="en-BD" dirty="0"/>
              <a:t>📌 </a:t>
            </a:r>
            <a:r>
              <a:rPr lang="en-GB" dirty="0"/>
              <a:t>Example: Clarify requirement before testing</a:t>
            </a:r>
          </a:p>
          <a:p>
            <a:br>
              <a:rPr lang="en-GB" dirty="0"/>
            </a:br>
            <a:endParaRPr lang="en-GB" dirty="0"/>
          </a:p>
          <a:p>
            <a:r>
              <a:rPr lang="en-GB" b="1" dirty="0"/>
              <a:t>6️⃣ Continuous Improvement</a:t>
            </a:r>
          </a:p>
          <a:p>
            <a:br>
              <a:rPr lang="en-GB" dirty="0"/>
            </a:br>
            <a:endParaRPr lang="en-GB" dirty="0"/>
          </a:p>
          <a:p>
            <a:r>
              <a:rPr lang="en-BD" dirty="0"/>
              <a:t>👉 </a:t>
            </a:r>
            <a:r>
              <a:rPr lang="en-GB" dirty="0"/>
              <a:t>Learn from past bugs and improve</a:t>
            </a:r>
          </a:p>
          <a:p>
            <a:r>
              <a:rPr lang="en-BD" dirty="0"/>
              <a:t>📌 </a:t>
            </a:r>
            <a:r>
              <a:rPr lang="en-GB" dirty="0"/>
              <a:t>Example: Add new test cases for previously missed issues</a:t>
            </a:r>
          </a:p>
          <a:p>
            <a:br>
              <a:rPr lang="en-GB" dirty="0"/>
            </a:br>
            <a:endParaRPr lang="en-GB" dirty="0"/>
          </a:p>
          <a:p>
            <a:r>
              <a:rPr lang="en-GB" b="1" dirty="0"/>
              <a:t>7️⃣ Ownership of Product</a:t>
            </a:r>
          </a:p>
          <a:p>
            <a:br>
              <a:rPr lang="en-GB" dirty="0"/>
            </a:br>
            <a:endParaRPr lang="en-GB" dirty="0"/>
          </a:p>
          <a:p>
            <a:r>
              <a:rPr lang="en-BD" dirty="0"/>
              <a:t>👉 </a:t>
            </a:r>
            <a:r>
              <a:rPr lang="en-GB" dirty="0"/>
              <a:t>Take responsibility for quality</a:t>
            </a:r>
          </a:p>
          <a:p>
            <a:r>
              <a:rPr lang="en-BD" dirty="0"/>
              <a:t>📌 </a:t>
            </a:r>
            <a:r>
              <a:rPr lang="en-GB" dirty="0"/>
              <a:t>Example: Don’t ignore small bugs → treat product like your own</a:t>
            </a:r>
          </a:p>
          <a:p>
            <a:br>
              <a:rPr lang="en-GB" dirty="0"/>
            </a:br>
            <a:endParaRPr lang="en-GB" dirty="0"/>
          </a:p>
          <a:p>
            <a:r>
              <a:rPr lang="en-BD" b="1" dirty="0"/>
              <a:t>📌 </a:t>
            </a:r>
            <a:r>
              <a:rPr lang="en-GB" b="1" dirty="0"/>
              <a:t>One-line Summary</a:t>
            </a:r>
          </a:p>
          <a:p>
            <a:br>
              <a:rPr lang="en-GB" dirty="0"/>
            </a:br>
            <a:endParaRPr lang="en-GB" dirty="0"/>
          </a:p>
          <a:p>
            <a:r>
              <a:rPr lang="en-BD" dirty="0"/>
              <a:t>👉 </a:t>
            </a:r>
            <a:r>
              <a:rPr lang="en-GB" b="1"/>
              <a:t>Be clear, consistent, thorough, collaborative, and responsible = fewer bugs</a:t>
            </a:r>
            <a:endParaRPr lang="en-GB"/>
          </a:p>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secHead">
  <p:cSld name="SECTION_HEADER">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632850" y="1124700"/>
            <a:ext cx="7878300" cy="1741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dk1"/>
              </a:buClr>
              <a:buSzPts val="5400"/>
              <a:buFont typeface="Hepta Slab"/>
              <a:buNone/>
              <a:defRPr sz="5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3"/>
          <p:cNvSpPr txBox="1">
            <a:spLocks noGrp="1"/>
          </p:cNvSpPr>
          <p:nvPr>
            <p:ph type="body" idx="1"/>
          </p:nvPr>
        </p:nvSpPr>
        <p:spPr>
          <a:xfrm>
            <a:off x="4064100" y="4335200"/>
            <a:ext cx="1015800" cy="266100"/>
          </a:xfrm>
          <a:prstGeom prst="rect">
            <a:avLst/>
          </a:prstGeom>
          <a:noFill/>
          <a:ln w="9525" cap="flat" cmpd="sng">
            <a:solidFill>
              <a:schemeClr val="dk1"/>
            </a:solidFill>
            <a:prstDash val="solid"/>
            <a:round/>
            <a:headEnd type="none" w="sm" len="sm"/>
            <a:tailEnd type="none" w="sm" len="sm"/>
          </a:ln>
        </p:spPr>
        <p:txBody>
          <a:bodyPr spcFirstLastPara="1" wrap="square" lIns="0" tIns="0" rIns="0" bIns="0" anchor="ctr" anchorCtr="0">
            <a:noAutofit/>
          </a:bodyPr>
          <a:lstStyle>
            <a:lvl1pPr marL="457200" lvl="0"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1pPr>
            <a:lvl2pPr marL="914400" lvl="1"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2pPr>
            <a:lvl3pPr marL="1371600" lvl="2"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3pPr>
            <a:lvl4pPr marL="1828800" lvl="3"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4pPr>
            <a:lvl5pPr marL="2286000" lvl="4" indent="-298450" algn="l">
              <a:lnSpc>
                <a:spcPct val="100000"/>
              </a:lnSpc>
              <a:spcBef>
                <a:spcPts val="0"/>
              </a:spcBef>
              <a:spcAft>
                <a:spcPts val="0"/>
              </a:spcAft>
              <a:buSzPts val="1100"/>
              <a:buFont typeface="Barlow Medium"/>
              <a:buChar char="○"/>
              <a:defRPr>
                <a:latin typeface="Barlow Medium"/>
                <a:ea typeface="Barlow Medium"/>
                <a:cs typeface="Barlow Medium"/>
                <a:sym typeface="Barlow Medium"/>
              </a:defRPr>
            </a:lvl5pPr>
            <a:lvl6pPr marL="2743200" lvl="5"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6pPr>
            <a:lvl7pPr marL="3200400" lvl="6"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7pPr>
            <a:lvl8pPr marL="3657600" lvl="7"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8pPr>
            <a:lvl9pPr marL="4114800" lvl="8"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9pPr>
          </a:lstStyle>
          <a:p>
            <a:endParaRPr/>
          </a:p>
        </p:txBody>
      </p:sp>
      <p:sp>
        <p:nvSpPr>
          <p:cNvPr id="12" name="Google Shape;12;p13"/>
          <p:cNvSpPr txBox="1">
            <a:spLocks noGrp="1"/>
          </p:cNvSpPr>
          <p:nvPr>
            <p:ph type="subTitle" idx="2"/>
          </p:nvPr>
        </p:nvSpPr>
        <p:spPr>
          <a:xfrm>
            <a:off x="2857500" y="2902000"/>
            <a:ext cx="3765600" cy="934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dk2"/>
              </a:buClr>
              <a:buSzPts val="2600"/>
              <a:buNone/>
              <a:defRPr sz="2600">
                <a:solidFill>
                  <a:schemeClr val="dk2"/>
                </a:solidFill>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a:endParaRPr/>
          </a:p>
        </p:txBody>
      </p:sp>
      <p:sp>
        <p:nvSpPr>
          <p:cNvPr id="13" name="Google Shape;13;p13"/>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13"/>
          <p:cNvSpPr txBox="1"/>
          <p:nvPr/>
        </p:nvSpPr>
        <p:spPr>
          <a:xfrm>
            <a:off x="6907975" y="4749850"/>
            <a:ext cx="2197500" cy="330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 sz="1500" b="0" i="0" u="none" strike="noStrike" cap="none">
                <a:solidFill>
                  <a:schemeClr val="dk1"/>
                </a:solidFill>
                <a:latin typeface="Barlow Light"/>
                <a:ea typeface="Barlow Light"/>
                <a:cs typeface="Barlow Light"/>
                <a:sym typeface="Barlow Light"/>
              </a:rPr>
              <a:t>Mishel Franklin Desilva</a:t>
            </a:r>
            <a:endParaRPr sz="1500" b="0" i="0" u="none" strike="noStrike" cap="none">
              <a:solidFill>
                <a:schemeClr val="dk1"/>
              </a:solidFill>
              <a:latin typeface="Barlow Light"/>
              <a:ea typeface="Barlow Light"/>
              <a:cs typeface="Barlow Light"/>
              <a:sym typeface="Barlow Light"/>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_4">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7" name="Google Shape;17;p1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8" name="Google Shape;18;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19"/>
        <p:cNvGrpSpPr/>
        <p:nvPr/>
      </p:nvGrpSpPr>
      <p:grpSpPr>
        <a:xfrm>
          <a:off x="0" y="0"/>
          <a:ext cx="0" cy="0"/>
          <a:chOff x="0" y="0"/>
          <a:chExt cx="0" cy="0"/>
        </a:xfrm>
      </p:grpSpPr>
      <p:sp>
        <p:nvSpPr>
          <p:cNvPr id="20" name="Google Shape;2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1" name="Google Shape;21;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p:cSld name="TITLE_AND_BODY_1">
    <p:spTree>
      <p:nvGrpSpPr>
        <p:cNvPr id="1" name="Shape 22"/>
        <p:cNvGrpSpPr/>
        <p:nvPr/>
      </p:nvGrpSpPr>
      <p:grpSpPr>
        <a:xfrm>
          <a:off x="0" y="0"/>
          <a:ext cx="0" cy="0"/>
          <a:chOff x="0" y="0"/>
          <a:chExt cx="0" cy="0"/>
        </a:xfrm>
      </p:grpSpPr>
      <p:sp>
        <p:nvSpPr>
          <p:cNvPr id="23" name="Google Shape;23;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25" name="Google Shape;25;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_1_1">
    <p:spTree>
      <p:nvGrpSpPr>
        <p:cNvPr id="1" name="Shape 26"/>
        <p:cNvGrpSpPr/>
        <p:nvPr/>
      </p:nvGrpSpPr>
      <p:grpSpPr>
        <a:xfrm>
          <a:off x="0" y="0"/>
          <a:ext cx="0" cy="0"/>
          <a:chOff x="0" y="0"/>
          <a:chExt cx="0" cy="0"/>
        </a:xfrm>
      </p:grpSpPr>
      <p:sp>
        <p:nvSpPr>
          <p:cNvPr id="27" name="Google Shape;27;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29" name="Google Shape;2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30" name="Google Shape;30;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_ONLY_1">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_1">
    <p:spTree>
      <p:nvGrpSpPr>
        <p:cNvPr id="1" name="Shape 34"/>
        <p:cNvGrpSpPr/>
        <p:nvPr/>
      </p:nvGrpSpPr>
      <p:grpSpPr>
        <a:xfrm>
          <a:off x="0" y="0"/>
          <a:ext cx="0" cy="0"/>
          <a:chOff x="0" y="0"/>
          <a:chExt cx="0" cy="0"/>
        </a:xfrm>
      </p:grpSpPr>
      <p:sp>
        <p:nvSpPr>
          <p:cNvPr id="35" name="Google Shape;35;p1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6" name="Google Shape;36;p1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37" name="Google Shape;37;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_1">
    <p:spTree>
      <p:nvGrpSpPr>
        <p:cNvPr id="1" name="Shape 38"/>
        <p:cNvGrpSpPr/>
        <p:nvPr/>
      </p:nvGrpSpPr>
      <p:grpSpPr>
        <a:xfrm>
          <a:off x="0" y="0"/>
          <a:ext cx="0" cy="0"/>
          <a:chOff x="0" y="0"/>
          <a:chExt cx="0" cy="0"/>
        </a:xfrm>
      </p:grpSpPr>
      <p:sp>
        <p:nvSpPr>
          <p:cNvPr id="39" name="Google Shape;39;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0" name="Google Shape;40;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_1">
    <p:spTree>
      <p:nvGrpSpPr>
        <p:cNvPr id="1" name="Shape 41"/>
        <p:cNvGrpSpPr/>
        <p:nvPr/>
      </p:nvGrpSpPr>
      <p:grpSpPr>
        <a:xfrm>
          <a:off x="0" y="0"/>
          <a:ext cx="0" cy="0"/>
          <a:chOff x="0" y="0"/>
          <a:chExt cx="0" cy="0"/>
        </a:xfrm>
      </p:grpSpPr>
      <p:sp>
        <p:nvSpPr>
          <p:cNvPr id="42" name="Google Shape;42;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4" name="Google Shape;44;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5" name="Google Shape;45;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00000"/>
              </a:lnSpc>
              <a:spcBef>
                <a:spcPts val="0"/>
              </a:spcBef>
              <a:spcAft>
                <a:spcPts val="0"/>
              </a:spcAft>
              <a:buClr>
                <a:schemeClr val="lt1"/>
              </a:buClr>
              <a:buSzPts val="1500"/>
              <a:buChar char="●"/>
              <a:defRPr>
                <a:solidFill>
                  <a:schemeClr val="lt1"/>
                </a:solidFill>
              </a:defRPr>
            </a:lvl1pPr>
            <a:lvl2pPr marL="914400" lvl="1" indent="-317500" algn="l">
              <a:lnSpc>
                <a:spcPct val="100000"/>
              </a:lnSpc>
              <a:spcBef>
                <a:spcPts val="0"/>
              </a:spcBef>
              <a:spcAft>
                <a:spcPts val="0"/>
              </a:spcAft>
              <a:buClr>
                <a:schemeClr val="lt1"/>
              </a:buClr>
              <a:buSzPts val="1400"/>
              <a:buChar char="○"/>
              <a:defRPr>
                <a:solidFill>
                  <a:schemeClr val="lt1"/>
                </a:solidFill>
              </a:defRPr>
            </a:lvl2pPr>
            <a:lvl3pPr marL="1371600" lvl="2" indent="-311150" algn="l">
              <a:lnSpc>
                <a:spcPct val="100000"/>
              </a:lnSpc>
              <a:spcBef>
                <a:spcPts val="0"/>
              </a:spcBef>
              <a:spcAft>
                <a:spcPts val="0"/>
              </a:spcAft>
              <a:buClr>
                <a:schemeClr val="lt1"/>
              </a:buClr>
              <a:buSzPts val="1300"/>
              <a:buChar char="■"/>
              <a:defRPr>
                <a:solidFill>
                  <a:schemeClr val="lt1"/>
                </a:solidFill>
              </a:defRPr>
            </a:lvl3pPr>
            <a:lvl4pPr marL="1828800" lvl="3" indent="-304800" algn="l">
              <a:lnSpc>
                <a:spcPct val="100000"/>
              </a:lnSpc>
              <a:spcBef>
                <a:spcPts val="0"/>
              </a:spcBef>
              <a:spcAft>
                <a:spcPts val="0"/>
              </a:spcAft>
              <a:buClr>
                <a:schemeClr val="lt1"/>
              </a:buClr>
              <a:buSzPts val="1200"/>
              <a:buChar char="●"/>
              <a:defRPr>
                <a:solidFill>
                  <a:schemeClr val="lt1"/>
                </a:solidFill>
              </a:defRPr>
            </a:lvl4pPr>
            <a:lvl5pPr marL="2286000" lvl="4" indent="-298450" algn="l">
              <a:lnSpc>
                <a:spcPct val="100000"/>
              </a:lnSpc>
              <a:spcBef>
                <a:spcPts val="0"/>
              </a:spcBef>
              <a:spcAft>
                <a:spcPts val="0"/>
              </a:spcAft>
              <a:buClr>
                <a:schemeClr val="lt1"/>
              </a:buClr>
              <a:buSzPts val="1100"/>
              <a:buChar char="○"/>
              <a:defRPr>
                <a:solidFill>
                  <a:schemeClr val="lt1"/>
                </a:solidFill>
              </a:defRPr>
            </a:lvl5pPr>
            <a:lvl6pPr marL="2743200" lvl="5" indent="-292100" algn="l">
              <a:lnSpc>
                <a:spcPct val="100000"/>
              </a:lnSpc>
              <a:spcBef>
                <a:spcPts val="0"/>
              </a:spcBef>
              <a:spcAft>
                <a:spcPts val="0"/>
              </a:spcAft>
              <a:buClr>
                <a:schemeClr val="lt1"/>
              </a:buClr>
              <a:buSzPts val="1000"/>
              <a:buChar char="■"/>
              <a:defRPr>
                <a:solidFill>
                  <a:schemeClr val="lt1"/>
                </a:solidFill>
              </a:defRPr>
            </a:lvl6pPr>
            <a:lvl7pPr marL="3200400" lvl="6" indent="-285750" algn="l">
              <a:lnSpc>
                <a:spcPct val="100000"/>
              </a:lnSpc>
              <a:spcBef>
                <a:spcPts val="0"/>
              </a:spcBef>
              <a:spcAft>
                <a:spcPts val="0"/>
              </a:spcAft>
              <a:buClr>
                <a:schemeClr val="lt1"/>
              </a:buClr>
              <a:buSzPts val="900"/>
              <a:buChar char="●"/>
              <a:defRPr>
                <a:solidFill>
                  <a:schemeClr val="lt1"/>
                </a:solidFill>
              </a:defRPr>
            </a:lvl7pPr>
            <a:lvl8pPr marL="3657600" lvl="7" indent="-279400" algn="l">
              <a:lnSpc>
                <a:spcPct val="100000"/>
              </a:lnSpc>
              <a:spcBef>
                <a:spcPts val="0"/>
              </a:spcBef>
              <a:spcAft>
                <a:spcPts val="0"/>
              </a:spcAft>
              <a:buClr>
                <a:schemeClr val="lt1"/>
              </a:buClr>
              <a:buSzPts val="800"/>
              <a:buChar char="○"/>
              <a:defRPr>
                <a:solidFill>
                  <a:schemeClr val="lt1"/>
                </a:solidFill>
              </a:defRPr>
            </a:lvl8pPr>
            <a:lvl9pPr marL="4114800" lvl="8" indent="-273050" algn="l">
              <a:lnSpc>
                <a:spcPct val="100000"/>
              </a:lnSpc>
              <a:spcBef>
                <a:spcPts val="0"/>
              </a:spcBef>
              <a:spcAft>
                <a:spcPts val="0"/>
              </a:spcAft>
              <a:buClr>
                <a:schemeClr val="lt1"/>
              </a:buClr>
              <a:buSzPts val="700"/>
              <a:buChar char="■"/>
              <a:defRPr>
                <a:solidFill>
                  <a:schemeClr val="lt1"/>
                </a:solidFill>
              </a:defRPr>
            </a:lvl9pPr>
          </a:lstStyle>
          <a:p>
            <a:endParaRPr/>
          </a:p>
        </p:txBody>
      </p:sp>
      <p:sp>
        <p:nvSpPr>
          <p:cNvPr id="46" name="Google Shape;46;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_1">
    <p:spTree>
      <p:nvGrpSpPr>
        <p:cNvPr id="1" name="Shape 47"/>
        <p:cNvGrpSpPr/>
        <p:nvPr/>
      </p:nvGrpSpPr>
      <p:grpSpPr>
        <a:xfrm>
          <a:off x="0" y="0"/>
          <a:ext cx="0" cy="0"/>
          <a:chOff x="0" y="0"/>
          <a:chExt cx="0" cy="0"/>
        </a:xfrm>
      </p:grpSpPr>
      <p:sp>
        <p:nvSpPr>
          <p:cNvPr id="48" name="Google Shape;48;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500"/>
              <a:buNone/>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49" name="Google Shape;49;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_1">
    <p:spTree>
      <p:nvGrpSpPr>
        <p:cNvPr id="1" name="Shape 50"/>
        <p:cNvGrpSpPr/>
        <p:nvPr/>
      </p:nvGrpSpPr>
      <p:grpSpPr>
        <a:xfrm>
          <a:off x="0" y="0"/>
          <a:ext cx="0" cy="0"/>
          <a:chOff x="0" y="0"/>
          <a:chExt cx="0" cy="0"/>
        </a:xfrm>
      </p:grpSpPr>
      <p:sp>
        <p:nvSpPr>
          <p:cNvPr id="51" name="Google Shape;51;p23"/>
          <p:cNvSpPr txBox="1">
            <a:spLocks noGrp="1"/>
          </p:cNvSpPr>
          <p:nvPr>
            <p:ph type="title"/>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52" name="Google Shape;52;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23850" algn="ctr">
              <a:lnSpc>
                <a:spcPct val="100000"/>
              </a:lnSpc>
              <a:spcBef>
                <a:spcPts val="0"/>
              </a:spcBef>
              <a:spcAft>
                <a:spcPts val="0"/>
              </a:spcAft>
              <a:buSzPts val="1500"/>
              <a:buChar char="●"/>
              <a:defRPr/>
            </a:lvl1pPr>
            <a:lvl2pPr marL="914400" lvl="1" indent="-317500" algn="ctr">
              <a:lnSpc>
                <a:spcPct val="100000"/>
              </a:lnSpc>
              <a:spcBef>
                <a:spcPts val="0"/>
              </a:spcBef>
              <a:spcAft>
                <a:spcPts val="0"/>
              </a:spcAft>
              <a:buSzPts val="1400"/>
              <a:buChar char="○"/>
              <a:defRPr/>
            </a:lvl2pPr>
            <a:lvl3pPr marL="1371600" lvl="2" indent="-311150" algn="ctr">
              <a:lnSpc>
                <a:spcPct val="100000"/>
              </a:lnSpc>
              <a:spcBef>
                <a:spcPts val="0"/>
              </a:spcBef>
              <a:spcAft>
                <a:spcPts val="0"/>
              </a:spcAft>
              <a:buSzPts val="1300"/>
              <a:buChar char="■"/>
              <a:defRPr/>
            </a:lvl3pPr>
            <a:lvl4pPr marL="1828800" lvl="3" indent="-304800" algn="ctr">
              <a:lnSpc>
                <a:spcPct val="100000"/>
              </a:lnSpc>
              <a:spcBef>
                <a:spcPts val="0"/>
              </a:spcBef>
              <a:spcAft>
                <a:spcPts val="0"/>
              </a:spcAft>
              <a:buSzPts val="1200"/>
              <a:buChar char="●"/>
              <a:defRPr/>
            </a:lvl4pPr>
            <a:lvl5pPr marL="2286000" lvl="4" indent="-298450" algn="ctr">
              <a:lnSpc>
                <a:spcPct val="100000"/>
              </a:lnSpc>
              <a:spcBef>
                <a:spcPts val="0"/>
              </a:spcBef>
              <a:spcAft>
                <a:spcPts val="0"/>
              </a:spcAft>
              <a:buSzPts val="1100"/>
              <a:buChar char="○"/>
              <a:defRPr/>
            </a:lvl5pPr>
            <a:lvl6pPr marL="2743200" lvl="5" indent="-292100" algn="ctr">
              <a:lnSpc>
                <a:spcPct val="100000"/>
              </a:lnSpc>
              <a:spcBef>
                <a:spcPts val="0"/>
              </a:spcBef>
              <a:spcAft>
                <a:spcPts val="0"/>
              </a:spcAft>
              <a:buSzPts val="1000"/>
              <a:buChar char="■"/>
              <a:defRPr/>
            </a:lvl6pPr>
            <a:lvl7pPr marL="3200400" lvl="6" indent="-285750" algn="ctr">
              <a:lnSpc>
                <a:spcPct val="100000"/>
              </a:lnSpc>
              <a:spcBef>
                <a:spcPts val="0"/>
              </a:spcBef>
              <a:spcAft>
                <a:spcPts val="0"/>
              </a:spcAft>
              <a:buSzPts val="900"/>
              <a:buChar char="●"/>
              <a:defRPr/>
            </a:lvl7pPr>
            <a:lvl8pPr marL="3657600" lvl="7" indent="-279400" algn="ctr">
              <a:lnSpc>
                <a:spcPct val="100000"/>
              </a:lnSpc>
              <a:spcBef>
                <a:spcPts val="0"/>
              </a:spcBef>
              <a:spcAft>
                <a:spcPts val="0"/>
              </a:spcAft>
              <a:buSzPts val="800"/>
              <a:buChar char="○"/>
              <a:defRPr/>
            </a:lvl8pPr>
            <a:lvl9pPr marL="4114800" lvl="8" indent="-273050" algn="ctr">
              <a:lnSpc>
                <a:spcPct val="100000"/>
              </a:lnSpc>
              <a:spcBef>
                <a:spcPts val="0"/>
              </a:spcBef>
              <a:spcAft>
                <a:spcPts val="0"/>
              </a:spcAft>
              <a:buSzPts val="700"/>
              <a:buChar char="■"/>
              <a:defRPr/>
            </a:lvl9pPr>
          </a:lstStyle>
          <a:p>
            <a:endParaRPr/>
          </a:p>
        </p:txBody>
      </p:sp>
      <p:sp>
        <p:nvSpPr>
          <p:cNvPr id="53" name="Google Shape;53;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p:cSld name="BLANK_2">
    <p:spTree>
      <p:nvGrpSpPr>
        <p:cNvPr id="1" name="Shape 54"/>
        <p:cNvGrpSpPr/>
        <p:nvPr/>
      </p:nvGrpSpPr>
      <p:grpSpPr>
        <a:xfrm>
          <a:off x="0" y="0"/>
          <a:ext cx="0" cy="0"/>
          <a:chOff x="0" y="0"/>
          <a:chExt cx="0" cy="0"/>
        </a:xfrm>
      </p:grpSpPr>
      <p:sp>
        <p:nvSpPr>
          <p:cNvPr id="55" name="Google Shape;55;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Agenda">
  <p:cSld name="CUSTOM_7_1">
    <p:spTree>
      <p:nvGrpSpPr>
        <p:cNvPr id="1" name="Shape 56"/>
        <p:cNvGrpSpPr/>
        <p:nvPr/>
      </p:nvGrpSpPr>
      <p:grpSpPr>
        <a:xfrm>
          <a:off x="0" y="0"/>
          <a:ext cx="0" cy="0"/>
          <a:chOff x="0" y="0"/>
          <a:chExt cx="0" cy="0"/>
        </a:xfrm>
      </p:grpSpPr>
      <p:sp>
        <p:nvSpPr>
          <p:cNvPr id="57" name="Google Shape;57;p25"/>
          <p:cNvSpPr txBox="1">
            <a:spLocks noGrp="1"/>
          </p:cNvSpPr>
          <p:nvPr>
            <p:ph type="title"/>
          </p:nvPr>
        </p:nvSpPr>
        <p:spPr>
          <a:xfrm>
            <a:off x="677325" y="1832775"/>
            <a:ext cx="3217200" cy="1484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59" name="Google Shape;59;p25"/>
          <p:cNvSpPr txBox="1">
            <a:spLocks noGrp="1"/>
          </p:cNvSpPr>
          <p:nvPr>
            <p:ph type="subTitle" idx="1"/>
          </p:nvPr>
        </p:nvSpPr>
        <p:spPr>
          <a:xfrm>
            <a:off x="4406650" y="393750"/>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60" name="Google Shape;60;p25"/>
          <p:cNvSpPr txBox="1">
            <a:spLocks noGrp="1"/>
          </p:cNvSpPr>
          <p:nvPr>
            <p:ph type="subTitle" idx="2"/>
          </p:nvPr>
        </p:nvSpPr>
        <p:spPr>
          <a:xfrm>
            <a:off x="4406650" y="1151705"/>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61" name="Google Shape;61;p25"/>
          <p:cNvSpPr txBox="1">
            <a:spLocks noGrp="1"/>
          </p:cNvSpPr>
          <p:nvPr>
            <p:ph type="subTitle" idx="3"/>
          </p:nvPr>
        </p:nvSpPr>
        <p:spPr>
          <a:xfrm>
            <a:off x="4406650" y="3425570"/>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62" name="Google Shape;62;p25"/>
          <p:cNvSpPr txBox="1">
            <a:spLocks noGrp="1"/>
          </p:cNvSpPr>
          <p:nvPr>
            <p:ph type="subTitle" idx="4"/>
          </p:nvPr>
        </p:nvSpPr>
        <p:spPr>
          <a:xfrm>
            <a:off x="4406650" y="1909660"/>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63" name="Google Shape;63;p25"/>
          <p:cNvSpPr txBox="1">
            <a:spLocks noGrp="1"/>
          </p:cNvSpPr>
          <p:nvPr>
            <p:ph type="subTitle" idx="5"/>
          </p:nvPr>
        </p:nvSpPr>
        <p:spPr>
          <a:xfrm>
            <a:off x="4406650" y="4183525"/>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64" name="Google Shape;64;p25"/>
          <p:cNvSpPr txBox="1">
            <a:spLocks noGrp="1"/>
          </p:cNvSpPr>
          <p:nvPr>
            <p:ph type="subTitle" idx="6"/>
          </p:nvPr>
        </p:nvSpPr>
        <p:spPr>
          <a:xfrm>
            <a:off x="4406650" y="2667615"/>
            <a:ext cx="44097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body and image">
  <p:cSld name="CUSTOM_8_1">
    <p:spTree>
      <p:nvGrpSpPr>
        <p:cNvPr id="1" name="Shape 65"/>
        <p:cNvGrpSpPr/>
        <p:nvPr/>
      </p:nvGrpSpPr>
      <p:grpSpPr>
        <a:xfrm>
          <a:off x="0" y="0"/>
          <a:ext cx="0" cy="0"/>
          <a:chOff x="0" y="0"/>
          <a:chExt cx="0" cy="0"/>
        </a:xfrm>
      </p:grpSpPr>
      <p:sp>
        <p:nvSpPr>
          <p:cNvPr id="66" name="Google Shape;66;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6"/>
          <p:cNvSpPr txBox="1">
            <a:spLocks noGrp="1"/>
          </p:cNvSpPr>
          <p:nvPr>
            <p:ph type="body" idx="1"/>
          </p:nvPr>
        </p:nvSpPr>
        <p:spPr>
          <a:xfrm>
            <a:off x="311700" y="1152475"/>
            <a:ext cx="4473900" cy="34164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68" name="Google Shape;68;p26"/>
          <p:cNvSpPr>
            <a:spLocks noGrp="1"/>
          </p:cNvSpPr>
          <p:nvPr>
            <p:ph type="pic" idx="2"/>
          </p:nvPr>
        </p:nvSpPr>
        <p:spPr>
          <a:xfrm>
            <a:off x="4992024" y="1152775"/>
            <a:ext cx="3840300" cy="3416400"/>
          </a:xfrm>
          <a:prstGeom prst="rect">
            <a:avLst/>
          </a:prstGeom>
          <a:noFill/>
          <a:ln>
            <a:noFill/>
          </a:ln>
        </p:spPr>
      </p:sp>
      <p:sp>
        <p:nvSpPr>
          <p:cNvPr id="69" name="Google Shape;69;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wo big ideas">
  <p:cSld name="CUSTOM_1_1">
    <p:spTree>
      <p:nvGrpSpPr>
        <p:cNvPr id="1" name="Shape 70"/>
        <p:cNvGrpSpPr/>
        <p:nvPr/>
      </p:nvGrpSpPr>
      <p:grpSpPr>
        <a:xfrm>
          <a:off x="0" y="0"/>
          <a:ext cx="0" cy="0"/>
          <a:chOff x="0" y="0"/>
          <a:chExt cx="0" cy="0"/>
        </a:xfrm>
      </p:grpSpPr>
      <p:sp>
        <p:nvSpPr>
          <p:cNvPr id="71" name="Google Shape;7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72" name="Google Shape;72;p27"/>
          <p:cNvSpPr txBox="1">
            <a:spLocks noGrp="1"/>
          </p:cNvSpPr>
          <p:nvPr>
            <p:ph type="title"/>
          </p:nvPr>
        </p:nvSpPr>
        <p:spPr>
          <a:xfrm>
            <a:off x="483175" y="450025"/>
            <a:ext cx="8184600" cy="75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
        <p:nvSpPr>
          <p:cNvPr id="73" name="Google Shape;73;p27"/>
          <p:cNvSpPr txBox="1">
            <a:spLocks noGrp="1"/>
          </p:cNvSpPr>
          <p:nvPr>
            <p:ph type="body" idx="1"/>
          </p:nvPr>
        </p:nvSpPr>
        <p:spPr>
          <a:xfrm>
            <a:off x="483150" y="2237788"/>
            <a:ext cx="3619800" cy="23736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74" name="Google Shape;74;p27"/>
          <p:cNvSpPr txBox="1">
            <a:spLocks noGrp="1"/>
          </p:cNvSpPr>
          <p:nvPr>
            <p:ph type="body" idx="2"/>
          </p:nvPr>
        </p:nvSpPr>
        <p:spPr>
          <a:xfrm>
            <a:off x="5048000" y="2237788"/>
            <a:ext cx="3619800" cy="23736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75" name="Google Shape;75;p27"/>
          <p:cNvSpPr txBox="1">
            <a:spLocks noGrp="1"/>
          </p:cNvSpPr>
          <p:nvPr>
            <p:ph type="subTitle" idx="3"/>
          </p:nvPr>
        </p:nvSpPr>
        <p:spPr>
          <a:xfrm>
            <a:off x="483150" y="1336161"/>
            <a:ext cx="36198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76" name="Google Shape;76;p27"/>
          <p:cNvSpPr txBox="1">
            <a:spLocks noGrp="1"/>
          </p:cNvSpPr>
          <p:nvPr>
            <p:ph type="subTitle" idx="4"/>
          </p:nvPr>
        </p:nvSpPr>
        <p:spPr>
          <a:xfrm>
            <a:off x="5048000" y="1336161"/>
            <a:ext cx="3619800" cy="54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hree big ideas">
  <p:cSld name="CUSTOM_2_2">
    <p:spTree>
      <p:nvGrpSpPr>
        <p:cNvPr id="1" name="Shape 77"/>
        <p:cNvGrpSpPr/>
        <p:nvPr/>
      </p:nvGrpSpPr>
      <p:grpSpPr>
        <a:xfrm>
          <a:off x="0" y="0"/>
          <a:ext cx="0" cy="0"/>
          <a:chOff x="0" y="0"/>
          <a:chExt cx="0" cy="0"/>
        </a:xfrm>
      </p:grpSpPr>
      <p:sp>
        <p:nvSpPr>
          <p:cNvPr id="78" name="Google Shape;78;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79" name="Google Shape;79;p28"/>
          <p:cNvSpPr txBox="1">
            <a:spLocks noGrp="1"/>
          </p:cNvSpPr>
          <p:nvPr>
            <p:ph type="body" idx="1"/>
          </p:nvPr>
        </p:nvSpPr>
        <p:spPr>
          <a:xfrm>
            <a:off x="483175" y="2417500"/>
            <a:ext cx="2455500" cy="23736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80" name="Google Shape;80;p28"/>
          <p:cNvSpPr txBox="1">
            <a:spLocks noGrp="1"/>
          </p:cNvSpPr>
          <p:nvPr>
            <p:ph type="body" idx="2"/>
          </p:nvPr>
        </p:nvSpPr>
        <p:spPr>
          <a:xfrm>
            <a:off x="3347725" y="2417500"/>
            <a:ext cx="2455500" cy="23736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81" name="Google Shape;81;p28"/>
          <p:cNvSpPr txBox="1">
            <a:spLocks noGrp="1"/>
          </p:cNvSpPr>
          <p:nvPr>
            <p:ph type="body" idx="3"/>
          </p:nvPr>
        </p:nvSpPr>
        <p:spPr>
          <a:xfrm>
            <a:off x="6212275" y="2417500"/>
            <a:ext cx="2455500" cy="23736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SzPts val="1500"/>
              <a:buChar char="●"/>
              <a:defRPr/>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82" name="Google Shape;82;p28"/>
          <p:cNvSpPr txBox="1">
            <a:spLocks noGrp="1"/>
          </p:cNvSpPr>
          <p:nvPr>
            <p:ph type="title"/>
          </p:nvPr>
        </p:nvSpPr>
        <p:spPr>
          <a:xfrm>
            <a:off x="483175" y="450025"/>
            <a:ext cx="8184600" cy="75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
        <p:nvSpPr>
          <p:cNvPr id="83" name="Google Shape;83;p28"/>
          <p:cNvSpPr txBox="1">
            <a:spLocks noGrp="1"/>
          </p:cNvSpPr>
          <p:nvPr>
            <p:ph type="subTitle" idx="4"/>
          </p:nvPr>
        </p:nvSpPr>
        <p:spPr>
          <a:xfrm>
            <a:off x="483175" y="1336150"/>
            <a:ext cx="2455500" cy="778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84" name="Google Shape;84;p28"/>
          <p:cNvSpPr txBox="1">
            <a:spLocks noGrp="1"/>
          </p:cNvSpPr>
          <p:nvPr>
            <p:ph type="subTitle" idx="5"/>
          </p:nvPr>
        </p:nvSpPr>
        <p:spPr>
          <a:xfrm>
            <a:off x="3347725" y="1336150"/>
            <a:ext cx="2455500" cy="778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85" name="Google Shape;85;p28"/>
          <p:cNvSpPr txBox="1">
            <a:spLocks noGrp="1"/>
          </p:cNvSpPr>
          <p:nvPr>
            <p:ph type="subTitle" idx="6"/>
          </p:nvPr>
        </p:nvSpPr>
        <p:spPr>
          <a:xfrm>
            <a:off x="6212275" y="1336150"/>
            <a:ext cx="2455500" cy="778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Four big ideas">
  <p:cSld name="CUSTOM_3_1">
    <p:spTree>
      <p:nvGrpSpPr>
        <p:cNvPr id="1" name="Shape 86"/>
        <p:cNvGrpSpPr/>
        <p:nvPr/>
      </p:nvGrpSpPr>
      <p:grpSpPr>
        <a:xfrm>
          <a:off x="0" y="0"/>
          <a:ext cx="0" cy="0"/>
          <a:chOff x="0" y="0"/>
          <a:chExt cx="0" cy="0"/>
        </a:xfrm>
      </p:grpSpPr>
      <p:sp>
        <p:nvSpPr>
          <p:cNvPr id="87" name="Google Shape;87;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88" name="Google Shape;88;p29"/>
          <p:cNvSpPr txBox="1">
            <a:spLocks noGrp="1"/>
          </p:cNvSpPr>
          <p:nvPr>
            <p:ph type="body" idx="1"/>
          </p:nvPr>
        </p:nvSpPr>
        <p:spPr>
          <a:xfrm>
            <a:off x="366725" y="1759093"/>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89" name="Google Shape;89;p29"/>
          <p:cNvSpPr txBox="1">
            <a:spLocks noGrp="1"/>
          </p:cNvSpPr>
          <p:nvPr>
            <p:ph type="body" idx="2"/>
          </p:nvPr>
        </p:nvSpPr>
        <p:spPr>
          <a:xfrm>
            <a:off x="4938725" y="1759093"/>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90" name="Google Shape;90;p29"/>
          <p:cNvSpPr txBox="1">
            <a:spLocks noGrp="1"/>
          </p:cNvSpPr>
          <p:nvPr>
            <p:ph type="body" idx="3"/>
          </p:nvPr>
        </p:nvSpPr>
        <p:spPr>
          <a:xfrm>
            <a:off x="366750" y="3648575"/>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91" name="Google Shape;91;p29"/>
          <p:cNvSpPr txBox="1">
            <a:spLocks noGrp="1"/>
          </p:cNvSpPr>
          <p:nvPr>
            <p:ph type="body" idx="4"/>
          </p:nvPr>
        </p:nvSpPr>
        <p:spPr>
          <a:xfrm>
            <a:off x="4938750" y="3648575"/>
            <a:ext cx="3838500" cy="1138500"/>
          </a:xfrm>
          <a:prstGeom prst="rect">
            <a:avLst/>
          </a:prstGeom>
          <a:noFill/>
          <a:ln>
            <a:noFill/>
          </a:ln>
        </p:spPr>
        <p:txBody>
          <a:bodyPr spcFirstLastPara="1" wrap="square" lIns="91425" tIns="91425" rIns="91425" bIns="91425" anchor="t" anchorCtr="0">
            <a:noAutofit/>
          </a:bodyPr>
          <a:lstStyle>
            <a:lvl1pPr marL="457200" lvl="0" indent="-317500" algn="l">
              <a:lnSpc>
                <a:spcPct val="100000"/>
              </a:lnSpc>
              <a:spcBef>
                <a:spcPts val="0"/>
              </a:spcBef>
              <a:spcAft>
                <a:spcPts val="0"/>
              </a:spcAft>
              <a:buSzPts val="1400"/>
              <a:buChar char="●"/>
              <a:defRPr sz="1400"/>
            </a:lvl1pPr>
            <a:lvl2pPr marL="914400" lvl="1" indent="-317500" algn="l">
              <a:lnSpc>
                <a:spcPct val="100000"/>
              </a:lnSpc>
              <a:spcBef>
                <a:spcPts val="0"/>
              </a:spcBef>
              <a:spcAft>
                <a:spcPts val="0"/>
              </a:spcAft>
              <a:buSzPts val="1400"/>
              <a:buChar char="○"/>
              <a:defRPr/>
            </a:lvl2pPr>
            <a:lvl3pPr marL="1371600" lvl="2" indent="-311150" algn="l">
              <a:lnSpc>
                <a:spcPct val="100000"/>
              </a:lnSpc>
              <a:spcBef>
                <a:spcPts val="0"/>
              </a:spcBef>
              <a:spcAft>
                <a:spcPts val="0"/>
              </a:spcAft>
              <a:buSzPts val="1300"/>
              <a:buChar char="■"/>
              <a:defRPr/>
            </a:lvl3pPr>
            <a:lvl4pPr marL="1828800" lvl="3" indent="-304800" algn="l">
              <a:lnSpc>
                <a:spcPct val="100000"/>
              </a:lnSpc>
              <a:spcBef>
                <a:spcPts val="0"/>
              </a:spcBef>
              <a:spcAft>
                <a:spcPts val="0"/>
              </a:spcAft>
              <a:buSzPts val="1200"/>
              <a:buChar char="●"/>
              <a:defRPr/>
            </a:lvl4pPr>
            <a:lvl5pPr marL="2286000" lvl="4" indent="-298450" algn="l">
              <a:lnSpc>
                <a:spcPct val="100000"/>
              </a:lnSpc>
              <a:spcBef>
                <a:spcPts val="0"/>
              </a:spcBef>
              <a:spcAft>
                <a:spcPts val="0"/>
              </a:spcAft>
              <a:buSzPts val="1100"/>
              <a:buChar char="○"/>
              <a:defRPr/>
            </a:lvl5pPr>
            <a:lvl6pPr marL="2743200" lvl="5" indent="-292100" algn="l">
              <a:lnSpc>
                <a:spcPct val="100000"/>
              </a:lnSpc>
              <a:spcBef>
                <a:spcPts val="0"/>
              </a:spcBef>
              <a:spcAft>
                <a:spcPts val="0"/>
              </a:spcAft>
              <a:buSzPts val="1000"/>
              <a:buChar char="■"/>
              <a:defRPr/>
            </a:lvl6pPr>
            <a:lvl7pPr marL="3200400" lvl="6" indent="-285750" algn="l">
              <a:lnSpc>
                <a:spcPct val="100000"/>
              </a:lnSpc>
              <a:spcBef>
                <a:spcPts val="0"/>
              </a:spcBef>
              <a:spcAft>
                <a:spcPts val="0"/>
              </a:spcAft>
              <a:buSzPts val="900"/>
              <a:buChar char="●"/>
              <a:defRPr/>
            </a:lvl7pPr>
            <a:lvl8pPr marL="3657600" lvl="7" indent="-279400" algn="l">
              <a:lnSpc>
                <a:spcPct val="100000"/>
              </a:lnSpc>
              <a:spcBef>
                <a:spcPts val="0"/>
              </a:spcBef>
              <a:spcAft>
                <a:spcPts val="0"/>
              </a:spcAft>
              <a:buSzPts val="800"/>
              <a:buChar char="○"/>
              <a:defRPr/>
            </a:lvl8pPr>
            <a:lvl9pPr marL="4114800" lvl="8" indent="-273050" algn="l">
              <a:lnSpc>
                <a:spcPct val="100000"/>
              </a:lnSpc>
              <a:spcBef>
                <a:spcPts val="0"/>
              </a:spcBef>
              <a:spcAft>
                <a:spcPts val="0"/>
              </a:spcAft>
              <a:buSzPts val="700"/>
              <a:buChar char="■"/>
              <a:defRPr/>
            </a:lvl9pPr>
          </a:lstStyle>
          <a:p>
            <a:endParaRPr/>
          </a:p>
        </p:txBody>
      </p:sp>
      <p:sp>
        <p:nvSpPr>
          <p:cNvPr id="92" name="Google Shape;92;p29"/>
          <p:cNvSpPr txBox="1">
            <a:spLocks noGrp="1"/>
          </p:cNvSpPr>
          <p:nvPr>
            <p:ph type="title"/>
          </p:nvPr>
        </p:nvSpPr>
        <p:spPr>
          <a:xfrm>
            <a:off x="366750" y="450025"/>
            <a:ext cx="8184600" cy="75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
        <p:nvSpPr>
          <p:cNvPr id="93" name="Google Shape;93;p29"/>
          <p:cNvSpPr txBox="1">
            <a:spLocks noGrp="1"/>
          </p:cNvSpPr>
          <p:nvPr>
            <p:ph type="subTitle" idx="5"/>
          </p:nvPr>
        </p:nvSpPr>
        <p:spPr>
          <a:xfrm>
            <a:off x="366763" y="1277907"/>
            <a:ext cx="3838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94" name="Google Shape;94;p29"/>
          <p:cNvSpPr txBox="1">
            <a:spLocks noGrp="1"/>
          </p:cNvSpPr>
          <p:nvPr>
            <p:ph type="subTitle" idx="6"/>
          </p:nvPr>
        </p:nvSpPr>
        <p:spPr>
          <a:xfrm>
            <a:off x="4938738" y="1277907"/>
            <a:ext cx="3838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95" name="Google Shape;95;p29"/>
          <p:cNvSpPr txBox="1">
            <a:spLocks noGrp="1"/>
          </p:cNvSpPr>
          <p:nvPr>
            <p:ph type="subTitle" idx="7"/>
          </p:nvPr>
        </p:nvSpPr>
        <p:spPr>
          <a:xfrm>
            <a:off x="4938761" y="3167363"/>
            <a:ext cx="3838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
        <p:nvSpPr>
          <p:cNvPr id="96" name="Google Shape;96;p29"/>
          <p:cNvSpPr txBox="1">
            <a:spLocks noGrp="1"/>
          </p:cNvSpPr>
          <p:nvPr>
            <p:ph type="subTitle" idx="8"/>
          </p:nvPr>
        </p:nvSpPr>
        <p:spPr>
          <a:xfrm>
            <a:off x="366750" y="3167363"/>
            <a:ext cx="3838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image">
  <p:cSld name="TITLE_ONLY_1_1">
    <p:spTree>
      <p:nvGrpSpPr>
        <p:cNvPr id="1" name="Shape 97"/>
        <p:cNvGrpSpPr/>
        <p:nvPr/>
      </p:nvGrpSpPr>
      <p:grpSpPr>
        <a:xfrm>
          <a:off x="0" y="0"/>
          <a:ext cx="0" cy="0"/>
          <a:chOff x="0" y="0"/>
          <a:chExt cx="0" cy="0"/>
        </a:xfrm>
      </p:grpSpPr>
      <p:sp>
        <p:nvSpPr>
          <p:cNvPr id="98" name="Google Shape;98;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100" name="Google Shape;100;p30"/>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storyboards">
  <p:cSld name="CUSTOM_4_1">
    <p:spTree>
      <p:nvGrpSpPr>
        <p:cNvPr id="1" name="Shape 101"/>
        <p:cNvGrpSpPr/>
        <p:nvPr/>
      </p:nvGrpSpPr>
      <p:grpSpPr>
        <a:xfrm>
          <a:off x="0" y="0"/>
          <a:ext cx="0" cy="0"/>
          <a:chOff x="0" y="0"/>
          <a:chExt cx="0" cy="0"/>
        </a:xfrm>
      </p:grpSpPr>
      <p:sp>
        <p:nvSpPr>
          <p:cNvPr id="102" name="Google Shape;102;p31"/>
          <p:cNvSpPr txBox="1">
            <a:spLocks noGrp="1"/>
          </p:cNvSpPr>
          <p:nvPr>
            <p:ph type="body" idx="1"/>
          </p:nvPr>
        </p:nvSpPr>
        <p:spPr>
          <a:xfrm>
            <a:off x="311700" y="4080225"/>
            <a:ext cx="4027500" cy="9261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103" name="Google Shape;103;p31"/>
          <p:cNvSpPr>
            <a:spLocks noGrp="1"/>
          </p:cNvSpPr>
          <p:nvPr>
            <p:ph type="pic" idx="2"/>
          </p:nvPr>
        </p:nvSpPr>
        <p:spPr>
          <a:xfrm>
            <a:off x="4804825" y="1133300"/>
            <a:ext cx="4027500" cy="2392800"/>
          </a:xfrm>
          <a:prstGeom prst="rect">
            <a:avLst/>
          </a:prstGeom>
          <a:noFill/>
          <a:ln>
            <a:noFill/>
          </a:ln>
        </p:spPr>
      </p:sp>
      <p:sp>
        <p:nvSpPr>
          <p:cNvPr id="104" name="Google Shape;104;p31"/>
          <p:cNvSpPr>
            <a:spLocks noGrp="1"/>
          </p:cNvSpPr>
          <p:nvPr>
            <p:ph type="pic" idx="3"/>
          </p:nvPr>
        </p:nvSpPr>
        <p:spPr>
          <a:xfrm>
            <a:off x="311725" y="1133300"/>
            <a:ext cx="4027500" cy="2392800"/>
          </a:xfrm>
          <a:prstGeom prst="rect">
            <a:avLst/>
          </a:prstGeom>
          <a:noFill/>
          <a:ln>
            <a:noFill/>
          </a:ln>
        </p:spPr>
      </p:sp>
      <p:sp>
        <p:nvSpPr>
          <p:cNvPr id="105" name="Google Shape;105;p31"/>
          <p:cNvSpPr txBox="1">
            <a:spLocks noGrp="1"/>
          </p:cNvSpPr>
          <p:nvPr>
            <p:ph type="body" idx="4"/>
          </p:nvPr>
        </p:nvSpPr>
        <p:spPr>
          <a:xfrm>
            <a:off x="4804825" y="4080225"/>
            <a:ext cx="4027500" cy="9261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106" name="Google Shape;106;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107" name="Google Shape;107;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31"/>
          <p:cNvSpPr txBox="1">
            <a:spLocks noGrp="1"/>
          </p:cNvSpPr>
          <p:nvPr>
            <p:ph type="subTitle" idx="5"/>
          </p:nvPr>
        </p:nvSpPr>
        <p:spPr>
          <a:xfrm>
            <a:off x="311725" y="3582900"/>
            <a:ext cx="4027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a:endParaRPr/>
          </a:p>
        </p:txBody>
      </p:sp>
      <p:sp>
        <p:nvSpPr>
          <p:cNvPr id="109" name="Google Shape;109;p31"/>
          <p:cNvSpPr txBox="1">
            <a:spLocks noGrp="1"/>
          </p:cNvSpPr>
          <p:nvPr>
            <p:ph type="subTitle" idx="6"/>
          </p:nvPr>
        </p:nvSpPr>
        <p:spPr>
          <a:xfrm>
            <a:off x="4804825" y="3582900"/>
            <a:ext cx="40275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storyboards">
  <p:cSld name="CUSTOM_4_1_1">
    <p:spTree>
      <p:nvGrpSpPr>
        <p:cNvPr id="1" name="Shape 110"/>
        <p:cNvGrpSpPr/>
        <p:nvPr/>
      </p:nvGrpSpPr>
      <p:grpSpPr>
        <a:xfrm>
          <a:off x="0" y="0"/>
          <a:ext cx="0" cy="0"/>
          <a:chOff x="0" y="0"/>
          <a:chExt cx="0" cy="0"/>
        </a:xfrm>
      </p:grpSpPr>
      <p:sp>
        <p:nvSpPr>
          <p:cNvPr id="111" name="Google Shape;111;p32"/>
          <p:cNvSpPr txBox="1">
            <a:spLocks noGrp="1"/>
          </p:cNvSpPr>
          <p:nvPr>
            <p:ph type="body" idx="1"/>
          </p:nvPr>
        </p:nvSpPr>
        <p:spPr>
          <a:xfrm>
            <a:off x="311700" y="3911700"/>
            <a:ext cx="2627100" cy="10185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112" name="Google Shape;112;p32"/>
          <p:cNvSpPr>
            <a:spLocks noGrp="1"/>
          </p:cNvSpPr>
          <p:nvPr>
            <p:ph type="pic" idx="2"/>
          </p:nvPr>
        </p:nvSpPr>
        <p:spPr>
          <a:xfrm>
            <a:off x="6205225" y="1128325"/>
            <a:ext cx="2627100" cy="2273100"/>
          </a:xfrm>
          <a:prstGeom prst="rect">
            <a:avLst/>
          </a:prstGeom>
          <a:noFill/>
          <a:ln>
            <a:noFill/>
          </a:ln>
        </p:spPr>
      </p:sp>
      <p:sp>
        <p:nvSpPr>
          <p:cNvPr id="113" name="Google Shape;113;p32"/>
          <p:cNvSpPr>
            <a:spLocks noGrp="1"/>
          </p:cNvSpPr>
          <p:nvPr>
            <p:ph type="pic" idx="3"/>
          </p:nvPr>
        </p:nvSpPr>
        <p:spPr>
          <a:xfrm>
            <a:off x="311725" y="1128325"/>
            <a:ext cx="2627100" cy="2273100"/>
          </a:xfrm>
          <a:prstGeom prst="rect">
            <a:avLst/>
          </a:prstGeom>
          <a:noFill/>
          <a:ln>
            <a:noFill/>
          </a:ln>
        </p:spPr>
      </p:sp>
      <p:sp>
        <p:nvSpPr>
          <p:cNvPr id="114" name="Google Shape;114;p32"/>
          <p:cNvSpPr txBox="1">
            <a:spLocks noGrp="1"/>
          </p:cNvSpPr>
          <p:nvPr>
            <p:ph type="body" idx="4"/>
          </p:nvPr>
        </p:nvSpPr>
        <p:spPr>
          <a:xfrm>
            <a:off x="6205225" y="3911700"/>
            <a:ext cx="2627100" cy="10185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115" name="Google Shape;115;p32"/>
          <p:cNvSpPr>
            <a:spLocks noGrp="1"/>
          </p:cNvSpPr>
          <p:nvPr>
            <p:ph type="pic" idx="5"/>
          </p:nvPr>
        </p:nvSpPr>
        <p:spPr>
          <a:xfrm>
            <a:off x="3255250" y="1128325"/>
            <a:ext cx="2627100" cy="2273100"/>
          </a:xfrm>
          <a:prstGeom prst="rect">
            <a:avLst/>
          </a:prstGeom>
          <a:noFill/>
          <a:ln>
            <a:noFill/>
          </a:ln>
        </p:spPr>
      </p:sp>
      <p:sp>
        <p:nvSpPr>
          <p:cNvPr id="116" name="Google Shape;116;p32"/>
          <p:cNvSpPr txBox="1">
            <a:spLocks noGrp="1"/>
          </p:cNvSpPr>
          <p:nvPr>
            <p:ph type="body" idx="6"/>
          </p:nvPr>
        </p:nvSpPr>
        <p:spPr>
          <a:xfrm>
            <a:off x="3255250" y="3911700"/>
            <a:ext cx="2627100" cy="1018500"/>
          </a:xfrm>
          <a:prstGeom prst="rect">
            <a:avLst/>
          </a:prstGeom>
          <a:noFill/>
          <a:ln>
            <a:noFill/>
          </a:ln>
        </p:spPr>
        <p:txBody>
          <a:bodyPr spcFirstLastPara="1" wrap="square" lIns="91425" tIns="91425" rIns="91425" bIns="91425" anchor="t" anchorCtr="0">
            <a:noAutofit/>
          </a:bodyPr>
          <a:lstStyle>
            <a:lvl1pPr marL="457200" lvl="0" indent="-304800" algn="l">
              <a:lnSpc>
                <a:spcPct val="100000"/>
              </a:lnSpc>
              <a:spcBef>
                <a:spcPts val="0"/>
              </a:spcBef>
              <a:spcAft>
                <a:spcPts val="0"/>
              </a:spcAft>
              <a:buSzPts val="1200"/>
              <a:buChar char="●"/>
              <a:defRPr sz="1200"/>
            </a:lvl1pPr>
            <a:lvl2pPr marL="914400" lvl="1" indent="-304800" algn="l">
              <a:lnSpc>
                <a:spcPct val="100000"/>
              </a:lnSpc>
              <a:spcBef>
                <a:spcPts val="0"/>
              </a:spcBef>
              <a:spcAft>
                <a:spcPts val="0"/>
              </a:spcAft>
              <a:buSzPts val="1200"/>
              <a:buChar char="○"/>
              <a:defRPr sz="1200"/>
            </a:lvl2pPr>
            <a:lvl3pPr marL="1371600" lvl="2" indent="-304800" algn="l">
              <a:lnSpc>
                <a:spcPct val="100000"/>
              </a:lnSpc>
              <a:spcBef>
                <a:spcPts val="0"/>
              </a:spcBef>
              <a:spcAft>
                <a:spcPts val="0"/>
              </a:spcAft>
              <a:buSzPts val="1200"/>
              <a:buChar char="■"/>
              <a:defRPr sz="1200"/>
            </a:lvl3pPr>
            <a:lvl4pPr marL="1828800" lvl="3" indent="-304800" algn="l">
              <a:lnSpc>
                <a:spcPct val="100000"/>
              </a:lnSpc>
              <a:spcBef>
                <a:spcPts val="0"/>
              </a:spcBef>
              <a:spcAft>
                <a:spcPts val="0"/>
              </a:spcAft>
              <a:buSzPts val="1200"/>
              <a:buChar char="●"/>
              <a:defRPr/>
            </a:lvl4pPr>
            <a:lvl5pPr marL="2286000" lvl="4" indent="-304800" algn="l">
              <a:lnSpc>
                <a:spcPct val="100000"/>
              </a:lnSpc>
              <a:spcBef>
                <a:spcPts val="0"/>
              </a:spcBef>
              <a:spcAft>
                <a:spcPts val="0"/>
              </a:spcAft>
              <a:buSzPts val="1200"/>
              <a:buChar char="○"/>
              <a:defRPr sz="1200"/>
            </a:lvl5pPr>
            <a:lvl6pPr marL="2743200" lvl="5" indent="-304800" algn="l">
              <a:lnSpc>
                <a:spcPct val="100000"/>
              </a:lnSpc>
              <a:spcBef>
                <a:spcPts val="0"/>
              </a:spcBef>
              <a:spcAft>
                <a:spcPts val="0"/>
              </a:spcAft>
              <a:buSzPts val="1200"/>
              <a:buChar char="■"/>
              <a:defRPr sz="1200"/>
            </a:lvl6pPr>
            <a:lvl7pPr marL="3200400" lvl="6" indent="-304800" algn="l">
              <a:lnSpc>
                <a:spcPct val="100000"/>
              </a:lnSpc>
              <a:spcBef>
                <a:spcPts val="0"/>
              </a:spcBef>
              <a:spcAft>
                <a:spcPts val="0"/>
              </a:spcAft>
              <a:buSzPts val="1200"/>
              <a:buChar char="●"/>
              <a:defRPr sz="1200"/>
            </a:lvl7pPr>
            <a:lvl8pPr marL="3657600" lvl="7" indent="-304800" algn="l">
              <a:lnSpc>
                <a:spcPct val="100000"/>
              </a:lnSpc>
              <a:spcBef>
                <a:spcPts val="0"/>
              </a:spcBef>
              <a:spcAft>
                <a:spcPts val="0"/>
              </a:spcAft>
              <a:buSzPts val="1200"/>
              <a:buChar char="○"/>
              <a:defRPr sz="1200"/>
            </a:lvl8pPr>
            <a:lvl9pPr marL="4114800" lvl="8" indent="-304800" algn="l">
              <a:lnSpc>
                <a:spcPct val="100000"/>
              </a:lnSpc>
              <a:spcBef>
                <a:spcPts val="0"/>
              </a:spcBef>
              <a:spcAft>
                <a:spcPts val="0"/>
              </a:spcAft>
              <a:buSzPts val="1200"/>
              <a:buChar char="■"/>
              <a:defRPr sz="1200"/>
            </a:lvl9pPr>
          </a:lstStyle>
          <a:p>
            <a:endParaRPr/>
          </a:p>
        </p:txBody>
      </p:sp>
      <p:sp>
        <p:nvSpPr>
          <p:cNvPr id="117" name="Google Shape;117;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118" name="Google Shape;118;p3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32"/>
          <p:cNvSpPr txBox="1">
            <a:spLocks noGrp="1"/>
          </p:cNvSpPr>
          <p:nvPr>
            <p:ph type="subTitle" idx="7"/>
          </p:nvPr>
        </p:nvSpPr>
        <p:spPr>
          <a:xfrm>
            <a:off x="311725" y="3430500"/>
            <a:ext cx="26271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a:endParaRPr/>
          </a:p>
        </p:txBody>
      </p:sp>
      <p:sp>
        <p:nvSpPr>
          <p:cNvPr id="120" name="Google Shape;120;p32"/>
          <p:cNvSpPr txBox="1">
            <a:spLocks noGrp="1"/>
          </p:cNvSpPr>
          <p:nvPr>
            <p:ph type="subTitle" idx="8"/>
          </p:nvPr>
        </p:nvSpPr>
        <p:spPr>
          <a:xfrm>
            <a:off x="6205225" y="3430500"/>
            <a:ext cx="26271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a:endParaRPr/>
          </a:p>
        </p:txBody>
      </p:sp>
      <p:sp>
        <p:nvSpPr>
          <p:cNvPr id="121" name="Google Shape;121;p32"/>
          <p:cNvSpPr txBox="1">
            <a:spLocks noGrp="1"/>
          </p:cNvSpPr>
          <p:nvPr>
            <p:ph type="subTitle" idx="9"/>
          </p:nvPr>
        </p:nvSpPr>
        <p:spPr>
          <a:xfrm>
            <a:off x="3255250" y="3430500"/>
            <a:ext cx="2627100" cy="481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 only">
  <p:cSld name="CUSTOM_5_1">
    <p:spTree>
      <p:nvGrpSpPr>
        <p:cNvPr id="1" name="Shape 122"/>
        <p:cNvGrpSpPr/>
        <p:nvPr/>
      </p:nvGrpSpPr>
      <p:grpSpPr>
        <a:xfrm>
          <a:off x="0" y="0"/>
          <a:ext cx="0" cy="0"/>
          <a:chOff x="0" y="0"/>
          <a:chExt cx="0" cy="0"/>
        </a:xfrm>
      </p:grpSpPr>
      <p:sp>
        <p:nvSpPr>
          <p:cNvPr id="123" name="Google Shape;123;p33"/>
          <p:cNvSpPr>
            <a:spLocks noGrp="1"/>
          </p:cNvSpPr>
          <p:nvPr>
            <p:ph type="pic" idx="2"/>
          </p:nvPr>
        </p:nvSpPr>
        <p:spPr>
          <a:xfrm>
            <a:off x="311700" y="445025"/>
            <a:ext cx="8520600" cy="4218300"/>
          </a:xfrm>
          <a:prstGeom prst="rect">
            <a:avLst/>
          </a:prstGeom>
          <a:noFill/>
          <a:ln>
            <a:noFill/>
          </a:ln>
        </p:spPr>
      </p:sp>
      <p:sp>
        <p:nvSpPr>
          <p:cNvPr id="124" name="Google Shape;12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Image grid">
  <p:cSld name="CUSTOM_6_1">
    <p:spTree>
      <p:nvGrpSpPr>
        <p:cNvPr id="1" name="Shape 125"/>
        <p:cNvGrpSpPr/>
        <p:nvPr/>
      </p:nvGrpSpPr>
      <p:grpSpPr>
        <a:xfrm>
          <a:off x="0" y="0"/>
          <a:ext cx="0" cy="0"/>
          <a:chOff x="0" y="0"/>
          <a:chExt cx="0" cy="0"/>
        </a:xfrm>
      </p:grpSpPr>
      <p:sp>
        <p:nvSpPr>
          <p:cNvPr id="126" name="Google Shape;126;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127" name="Google Shape;127;p34"/>
          <p:cNvSpPr>
            <a:spLocks noGrp="1"/>
          </p:cNvSpPr>
          <p:nvPr>
            <p:ph type="pic" idx="2"/>
          </p:nvPr>
        </p:nvSpPr>
        <p:spPr>
          <a:xfrm>
            <a:off x="3389600" y="118913"/>
            <a:ext cx="1643700" cy="1535100"/>
          </a:xfrm>
          <a:prstGeom prst="rect">
            <a:avLst/>
          </a:prstGeom>
          <a:noFill/>
          <a:ln>
            <a:noFill/>
          </a:ln>
        </p:spPr>
      </p:sp>
      <p:sp>
        <p:nvSpPr>
          <p:cNvPr id="128" name="Google Shape;128;p34"/>
          <p:cNvSpPr>
            <a:spLocks noGrp="1"/>
          </p:cNvSpPr>
          <p:nvPr>
            <p:ph type="pic" idx="3"/>
          </p:nvPr>
        </p:nvSpPr>
        <p:spPr>
          <a:xfrm>
            <a:off x="5195935" y="118913"/>
            <a:ext cx="1643700" cy="1535100"/>
          </a:xfrm>
          <a:prstGeom prst="rect">
            <a:avLst/>
          </a:prstGeom>
          <a:noFill/>
          <a:ln>
            <a:noFill/>
          </a:ln>
        </p:spPr>
      </p:sp>
      <p:sp>
        <p:nvSpPr>
          <p:cNvPr id="129" name="Google Shape;129;p34"/>
          <p:cNvSpPr>
            <a:spLocks noGrp="1"/>
          </p:cNvSpPr>
          <p:nvPr>
            <p:ph type="pic" idx="4"/>
          </p:nvPr>
        </p:nvSpPr>
        <p:spPr>
          <a:xfrm>
            <a:off x="7002270" y="118913"/>
            <a:ext cx="1643700" cy="1535100"/>
          </a:xfrm>
          <a:prstGeom prst="rect">
            <a:avLst/>
          </a:prstGeom>
          <a:noFill/>
          <a:ln>
            <a:noFill/>
          </a:ln>
        </p:spPr>
      </p:sp>
      <p:sp>
        <p:nvSpPr>
          <p:cNvPr id="130" name="Google Shape;130;p34"/>
          <p:cNvSpPr>
            <a:spLocks noGrp="1"/>
          </p:cNvSpPr>
          <p:nvPr>
            <p:ph type="pic" idx="5"/>
          </p:nvPr>
        </p:nvSpPr>
        <p:spPr>
          <a:xfrm>
            <a:off x="3389588" y="1804212"/>
            <a:ext cx="1643700" cy="1535100"/>
          </a:xfrm>
          <a:prstGeom prst="rect">
            <a:avLst/>
          </a:prstGeom>
          <a:noFill/>
          <a:ln>
            <a:noFill/>
          </a:ln>
        </p:spPr>
      </p:sp>
      <p:sp>
        <p:nvSpPr>
          <p:cNvPr id="131" name="Google Shape;131;p34"/>
          <p:cNvSpPr>
            <a:spLocks noGrp="1"/>
          </p:cNvSpPr>
          <p:nvPr>
            <p:ph type="pic" idx="6"/>
          </p:nvPr>
        </p:nvSpPr>
        <p:spPr>
          <a:xfrm>
            <a:off x="5195922" y="1804212"/>
            <a:ext cx="1643700" cy="1535100"/>
          </a:xfrm>
          <a:prstGeom prst="rect">
            <a:avLst/>
          </a:prstGeom>
          <a:noFill/>
          <a:ln>
            <a:noFill/>
          </a:ln>
        </p:spPr>
      </p:sp>
      <p:sp>
        <p:nvSpPr>
          <p:cNvPr id="132" name="Google Shape;132;p34"/>
          <p:cNvSpPr>
            <a:spLocks noGrp="1"/>
          </p:cNvSpPr>
          <p:nvPr>
            <p:ph type="pic" idx="7"/>
          </p:nvPr>
        </p:nvSpPr>
        <p:spPr>
          <a:xfrm>
            <a:off x="7002257" y="1804212"/>
            <a:ext cx="1643700" cy="1535100"/>
          </a:xfrm>
          <a:prstGeom prst="rect">
            <a:avLst/>
          </a:prstGeom>
          <a:noFill/>
          <a:ln>
            <a:noFill/>
          </a:ln>
        </p:spPr>
      </p:sp>
      <p:sp>
        <p:nvSpPr>
          <p:cNvPr id="133" name="Google Shape;133;p34"/>
          <p:cNvSpPr txBox="1">
            <a:spLocks noGrp="1"/>
          </p:cNvSpPr>
          <p:nvPr>
            <p:ph type="title"/>
          </p:nvPr>
        </p:nvSpPr>
        <p:spPr>
          <a:xfrm>
            <a:off x="351550" y="445025"/>
            <a:ext cx="2596800" cy="1706400"/>
          </a:xfrm>
          <a:prstGeom prst="rect">
            <a:avLst/>
          </a:prstGeom>
          <a:noFill/>
          <a:ln>
            <a:noFill/>
          </a:ln>
        </p:spPr>
        <p:txBody>
          <a:bodyPr spcFirstLastPara="1" wrap="square" lIns="91425" tIns="91425" rIns="91425" bIns="91425" anchor="t" anchorCtr="0">
            <a:sp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4" name="Google Shape;134;p34"/>
          <p:cNvSpPr>
            <a:spLocks noGrp="1"/>
          </p:cNvSpPr>
          <p:nvPr>
            <p:ph type="pic" idx="8"/>
          </p:nvPr>
        </p:nvSpPr>
        <p:spPr>
          <a:xfrm>
            <a:off x="3389588" y="3489487"/>
            <a:ext cx="1643700" cy="1535100"/>
          </a:xfrm>
          <a:prstGeom prst="rect">
            <a:avLst/>
          </a:prstGeom>
          <a:noFill/>
          <a:ln>
            <a:noFill/>
          </a:ln>
        </p:spPr>
      </p:sp>
      <p:sp>
        <p:nvSpPr>
          <p:cNvPr id="135" name="Google Shape;135;p34"/>
          <p:cNvSpPr>
            <a:spLocks noGrp="1"/>
          </p:cNvSpPr>
          <p:nvPr>
            <p:ph type="pic" idx="9"/>
          </p:nvPr>
        </p:nvSpPr>
        <p:spPr>
          <a:xfrm>
            <a:off x="5195922" y="3489487"/>
            <a:ext cx="1643700" cy="1535100"/>
          </a:xfrm>
          <a:prstGeom prst="rect">
            <a:avLst/>
          </a:prstGeom>
          <a:noFill/>
          <a:ln>
            <a:noFill/>
          </a:ln>
        </p:spPr>
      </p:sp>
      <p:sp>
        <p:nvSpPr>
          <p:cNvPr id="136" name="Google Shape;136;p34"/>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p:cSld name="BLANK_1">
    <p:spTree>
      <p:nvGrpSpPr>
        <p:cNvPr id="1" name="Shape 137"/>
        <p:cNvGrpSpPr/>
        <p:nvPr/>
      </p:nvGrpSpPr>
      <p:grpSpPr>
        <a:xfrm>
          <a:off x="0" y="0"/>
          <a:ext cx="0" cy="0"/>
          <a:chOff x="0" y="0"/>
          <a:chExt cx="0" cy="0"/>
        </a:xfrm>
      </p:grpSpPr>
      <p:sp>
        <p:nvSpPr>
          <p:cNvPr id="138" name="Google Shape;138;p35"/>
          <p:cNvSpPr txBox="1">
            <a:spLocks noGrp="1"/>
          </p:cNvSpPr>
          <p:nvPr>
            <p:ph type="title"/>
          </p:nvPr>
        </p:nvSpPr>
        <p:spPr>
          <a:xfrm>
            <a:off x="697350" y="2932550"/>
            <a:ext cx="7749300" cy="1015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a:endParaRPr/>
          </a:p>
        </p:txBody>
      </p:sp>
      <p:sp>
        <p:nvSpPr>
          <p:cNvPr id="139" name="Google Shape;139;p35"/>
          <p:cNvSpPr txBox="1">
            <a:spLocks noGrp="1"/>
          </p:cNvSpPr>
          <p:nvPr>
            <p:ph type="title" idx="2"/>
          </p:nvPr>
        </p:nvSpPr>
        <p:spPr>
          <a:xfrm>
            <a:off x="3278250" y="1194450"/>
            <a:ext cx="2587500" cy="19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4"/>
              </a:buClr>
              <a:buSzPts val="12800"/>
              <a:buNone/>
              <a:defRPr sz="12800">
                <a:solidFill>
                  <a:schemeClr val="accent4"/>
                </a:solidFill>
              </a:defRPr>
            </a:lvl1pPr>
            <a:lvl2pPr lvl="1"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2pPr>
            <a:lvl3pPr lvl="2"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3pPr>
            <a:lvl4pPr lvl="3"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4pPr>
            <a:lvl5pPr lvl="4"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5pPr>
            <a:lvl6pPr lvl="5"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6pPr>
            <a:lvl7pPr lvl="6"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7pPr>
            <a:lvl8pPr lvl="7"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8pPr>
            <a:lvl9pPr lvl="8"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9pPr>
          </a:lstStyle>
          <a:p>
            <a:endParaRPr/>
          </a:p>
        </p:txBody>
      </p:sp>
      <p:sp>
        <p:nvSpPr>
          <p:cNvPr id="140" name="Google Shape;140;p35"/>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337">
          <p15:clr>
            <a:srgbClr val="E46962"/>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genda / Content" type="tx">
  <p:cSld name="TITLE_AND_BODY">
    <p:bg>
      <p:bgPr>
        <a:solidFill>
          <a:schemeClr val="accent4"/>
        </a:solidFill>
        <a:effectLst/>
      </p:bgPr>
    </p:bg>
    <p:spTree>
      <p:nvGrpSpPr>
        <p:cNvPr id="1" name="Shape 141"/>
        <p:cNvGrpSpPr/>
        <p:nvPr/>
      </p:nvGrpSpPr>
      <p:grpSpPr>
        <a:xfrm>
          <a:off x="0" y="0"/>
          <a:ext cx="0" cy="0"/>
          <a:chOff x="0" y="0"/>
          <a:chExt cx="0" cy="0"/>
        </a:xfrm>
      </p:grpSpPr>
      <p:sp>
        <p:nvSpPr>
          <p:cNvPr id="142" name="Google Shape;142;p36"/>
          <p:cNvSpPr txBox="1">
            <a:spLocks noGrp="1"/>
          </p:cNvSpPr>
          <p:nvPr>
            <p:ph type="subTitle" idx="1"/>
          </p:nvPr>
        </p:nvSpPr>
        <p:spPr>
          <a:xfrm>
            <a:off x="475075" y="309225"/>
            <a:ext cx="3655200" cy="357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2pPr>
            <a:lvl3pPr lvl="2"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3pPr>
            <a:lvl4pPr lvl="3"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4pPr>
            <a:lvl5pPr lvl="4"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5pPr>
            <a:lvl6pPr lvl="5"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6pPr>
            <a:lvl7pPr lvl="6"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7pPr>
            <a:lvl8pPr lvl="7"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8pPr>
            <a:lvl9pPr lvl="8"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9pPr>
          </a:lstStyle>
          <a:p>
            <a:endParaRPr/>
          </a:p>
        </p:txBody>
      </p:sp>
      <p:sp>
        <p:nvSpPr>
          <p:cNvPr id="143" name="Google Shape;143;p36"/>
          <p:cNvSpPr txBox="1">
            <a:spLocks noGrp="1"/>
          </p:cNvSpPr>
          <p:nvPr>
            <p:ph type="body" idx="2"/>
          </p:nvPr>
        </p:nvSpPr>
        <p:spPr>
          <a:xfrm>
            <a:off x="711097" y="980554"/>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44" name="Google Shape;144;p36"/>
          <p:cNvSpPr txBox="1">
            <a:spLocks noGrp="1"/>
          </p:cNvSpPr>
          <p:nvPr>
            <p:ph type="subTitle" idx="3"/>
          </p:nvPr>
        </p:nvSpPr>
        <p:spPr>
          <a:xfrm>
            <a:off x="1699221" y="980279"/>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45" name="Google Shape;145;p36"/>
          <p:cNvSpPr txBox="1">
            <a:spLocks noGrp="1"/>
          </p:cNvSpPr>
          <p:nvPr>
            <p:ph type="body" idx="4"/>
          </p:nvPr>
        </p:nvSpPr>
        <p:spPr>
          <a:xfrm>
            <a:off x="2285797" y="1226054"/>
            <a:ext cx="1775700" cy="11085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46" name="Google Shape;146;p36"/>
          <p:cNvSpPr txBox="1">
            <a:spLocks noGrp="1"/>
          </p:cNvSpPr>
          <p:nvPr>
            <p:ph type="body" idx="5"/>
          </p:nvPr>
        </p:nvSpPr>
        <p:spPr>
          <a:xfrm>
            <a:off x="711097" y="2222666"/>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47" name="Google Shape;147;p36"/>
          <p:cNvSpPr txBox="1">
            <a:spLocks noGrp="1"/>
          </p:cNvSpPr>
          <p:nvPr>
            <p:ph type="subTitle" idx="6"/>
          </p:nvPr>
        </p:nvSpPr>
        <p:spPr>
          <a:xfrm>
            <a:off x="1699221" y="2222391"/>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48" name="Google Shape;148;p36"/>
          <p:cNvSpPr txBox="1">
            <a:spLocks noGrp="1"/>
          </p:cNvSpPr>
          <p:nvPr>
            <p:ph type="body" idx="7"/>
          </p:nvPr>
        </p:nvSpPr>
        <p:spPr>
          <a:xfrm>
            <a:off x="2285797" y="2468166"/>
            <a:ext cx="1775700" cy="8430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49" name="Google Shape;149;p36"/>
          <p:cNvSpPr txBox="1">
            <a:spLocks noGrp="1"/>
          </p:cNvSpPr>
          <p:nvPr>
            <p:ph type="body" idx="8"/>
          </p:nvPr>
        </p:nvSpPr>
        <p:spPr>
          <a:xfrm>
            <a:off x="711097" y="3219093"/>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50" name="Google Shape;150;p36"/>
          <p:cNvSpPr txBox="1">
            <a:spLocks noGrp="1"/>
          </p:cNvSpPr>
          <p:nvPr>
            <p:ph type="subTitle" idx="9"/>
          </p:nvPr>
        </p:nvSpPr>
        <p:spPr>
          <a:xfrm>
            <a:off x="1699221" y="3218818"/>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51" name="Google Shape;151;p36"/>
          <p:cNvSpPr txBox="1">
            <a:spLocks noGrp="1"/>
          </p:cNvSpPr>
          <p:nvPr>
            <p:ph type="body" idx="13"/>
          </p:nvPr>
        </p:nvSpPr>
        <p:spPr>
          <a:xfrm>
            <a:off x="2285797" y="3464593"/>
            <a:ext cx="1775700" cy="8430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52" name="Google Shape;152;p36"/>
          <p:cNvSpPr txBox="1">
            <a:spLocks noGrp="1"/>
          </p:cNvSpPr>
          <p:nvPr>
            <p:ph type="body" idx="14"/>
          </p:nvPr>
        </p:nvSpPr>
        <p:spPr>
          <a:xfrm>
            <a:off x="4746581" y="980554"/>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53" name="Google Shape;153;p36"/>
          <p:cNvSpPr txBox="1">
            <a:spLocks noGrp="1"/>
          </p:cNvSpPr>
          <p:nvPr>
            <p:ph type="subTitle" idx="15"/>
          </p:nvPr>
        </p:nvSpPr>
        <p:spPr>
          <a:xfrm>
            <a:off x="5734705" y="980279"/>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54" name="Google Shape;154;p36"/>
          <p:cNvSpPr txBox="1">
            <a:spLocks noGrp="1"/>
          </p:cNvSpPr>
          <p:nvPr>
            <p:ph type="body" idx="16"/>
          </p:nvPr>
        </p:nvSpPr>
        <p:spPr>
          <a:xfrm>
            <a:off x="6321281" y="1226054"/>
            <a:ext cx="1775700" cy="11085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55" name="Google Shape;155;p36"/>
          <p:cNvSpPr txBox="1">
            <a:spLocks noGrp="1"/>
          </p:cNvSpPr>
          <p:nvPr>
            <p:ph type="body" idx="17"/>
          </p:nvPr>
        </p:nvSpPr>
        <p:spPr>
          <a:xfrm>
            <a:off x="4746581" y="2222666"/>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56" name="Google Shape;156;p36"/>
          <p:cNvSpPr txBox="1">
            <a:spLocks noGrp="1"/>
          </p:cNvSpPr>
          <p:nvPr>
            <p:ph type="subTitle" idx="18"/>
          </p:nvPr>
        </p:nvSpPr>
        <p:spPr>
          <a:xfrm>
            <a:off x="5734705" y="2222391"/>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57" name="Google Shape;157;p36"/>
          <p:cNvSpPr txBox="1">
            <a:spLocks noGrp="1"/>
          </p:cNvSpPr>
          <p:nvPr>
            <p:ph type="body" idx="19"/>
          </p:nvPr>
        </p:nvSpPr>
        <p:spPr>
          <a:xfrm>
            <a:off x="6321281" y="2468166"/>
            <a:ext cx="1775700" cy="8430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58" name="Google Shape;158;p36"/>
          <p:cNvSpPr txBox="1">
            <a:spLocks noGrp="1"/>
          </p:cNvSpPr>
          <p:nvPr>
            <p:ph type="body" idx="20"/>
          </p:nvPr>
        </p:nvSpPr>
        <p:spPr>
          <a:xfrm>
            <a:off x="4746581" y="3219093"/>
            <a:ext cx="926100" cy="474000"/>
          </a:xfrm>
          <a:prstGeom prst="rect">
            <a:avLst/>
          </a:prstGeom>
          <a:noFill/>
          <a:ln>
            <a:noFill/>
          </a:ln>
        </p:spPr>
        <p:txBody>
          <a:bodyPr spcFirstLastPara="1" wrap="square" lIns="91425" tIns="91425" rIns="91425" bIns="91425" anchor="t" anchorCtr="0">
            <a:noAutofit/>
          </a:bodyPr>
          <a:lstStyle>
            <a:lvl1pPr marL="457200" lvl="0" indent="-4064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3175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marL="1371600" lvl="2" indent="-31115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marL="1828800" lvl="3" indent="-304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marL="2286000" lvl="4" indent="-29845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marL="2743200" lvl="5" indent="-2921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marL="3200400" lvl="6" indent="-28575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marL="3657600" lvl="7" indent="-2794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marL="4114800" lvl="8" indent="-27305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a:endParaRPr/>
          </a:p>
        </p:txBody>
      </p:sp>
      <p:sp>
        <p:nvSpPr>
          <p:cNvPr id="159" name="Google Shape;159;p36"/>
          <p:cNvSpPr txBox="1">
            <a:spLocks noGrp="1"/>
          </p:cNvSpPr>
          <p:nvPr>
            <p:ph type="subTitle" idx="21"/>
          </p:nvPr>
        </p:nvSpPr>
        <p:spPr>
          <a:xfrm>
            <a:off x="5734705" y="3218818"/>
            <a:ext cx="2362200" cy="474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160" name="Google Shape;160;p36"/>
          <p:cNvSpPr txBox="1">
            <a:spLocks noGrp="1"/>
          </p:cNvSpPr>
          <p:nvPr>
            <p:ph type="body" idx="22"/>
          </p:nvPr>
        </p:nvSpPr>
        <p:spPr>
          <a:xfrm>
            <a:off x="6321281" y="3464593"/>
            <a:ext cx="1775700" cy="8430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61" name="Google Shape;161;p36"/>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360">
          <p15:clr>
            <a:srgbClr val="E46962"/>
          </p15:clr>
        </p15:guide>
        <p15:guide id="2" orient="horz" pos="360">
          <p15:clr>
            <a:srgbClr val="E46962"/>
          </p15:clr>
        </p15:guide>
        <p15:guide id="3" orient="horz" pos="1048">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ext + Image" type="twoColTx">
  <p:cSld name="TITLE_AND_TWO_COLUMNS">
    <p:bg>
      <p:bgPr>
        <a:solidFill>
          <a:schemeClr val="dk1"/>
        </a:solidFill>
        <a:effectLst/>
      </p:bgPr>
    </p:bg>
    <p:spTree>
      <p:nvGrpSpPr>
        <p:cNvPr id="1" name="Shape 162"/>
        <p:cNvGrpSpPr/>
        <p:nvPr/>
      </p:nvGrpSpPr>
      <p:grpSpPr>
        <a:xfrm>
          <a:off x="0" y="0"/>
          <a:ext cx="0" cy="0"/>
          <a:chOff x="0" y="0"/>
          <a:chExt cx="0" cy="0"/>
        </a:xfrm>
      </p:grpSpPr>
      <p:sp>
        <p:nvSpPr>
          <p:cNvPr id="163" name="Google Shape;163;p37"/>
          <p:cNvSpPr/>
          <p:nvPr/>
        </p:nvSpPr>
        <p:spPr>
          <a:xfrm>
            <a:off x="0" y="0"/>
            <a:ext cx="9144000" cy="16311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4" name="Google Shape;164;p37"/>
          <p:cNvSpPr txBox="1"/>
          <p:nvPr/>
        </p:nvSpPr>
        <p:spPr>
          <a:xfrm>
            <a:off x="6262625" y="1205946"/>
            <a:ext cx="2155500" cy="323100"/>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rgbClr val="000000"/>
              </a:buClr>
              <a:buSzPts val="700"/>
              <a:buFont typeface="Arial"/>
              <a:buNone/>
            </a:pPr>
            <a:r>
              <a:rPr lang="en" sz="700" b="0" i="1" u="none" strike="noStrike" cap="none">
                <a:solidFill>
                  <a:schemeClr val="lt1"/>
                </a:solidFill>
                <a:latin typeface="Barlow Medium"/>
                <a:ea typeface="Barlow Medium"/>
                <a:cs typeface="Barlow Medium"/>
                <a:sym typeface="Barlow Medium"/>
              </a:rPr>
              <a:t>Lorem ipsum dolor sit amet, consectetur adipiscing elit.</a:t>
            </a:r>
            <a:endParaRPr sz="700" b="0" i="1" u="none" strike="noStrike" cap="none">
              <a:solidFill>
                <a:schemeClr val="lt1"/>
              </a:solidFill>
              <a:latin typeface="Barlow Medium"/>
              <a:ea typeface="Barlow Medium"/>
              <a:cs typeface="Barlow Medium"/>
              <a:sym typeface="Barlow Medium"/>
            </a:endParaRPr>
          </a:p>
        </p:txBody>
      </p:sp>
      <p:sp>
        <p:nvSpPr>
          <p:cNvPr id="165" name="Google Shape;165;p37"/>
          <p:cNvSpPr>
            <a:spLocks noGrp="1"/>
          </p:cNvSpPr>
          <p:nvPr>
            <p:ph type="pic" idx="2"/>
          </p:nvPr>
        </p:nvSpPr>
        <p:spPr>
          <a:xfrm>
            <a:off x="3915225" y="1631250"/>
            <a:ext cx="4441200" cy="3009900"/>
          </a:xfrm>
          <a:prstGeom prst="roundRect">
            <a:avLst>
              <a:gd name="adj" fmla="val 16667"/>
            </a:avLst>
          </a:prstGeom>
          <a:noFill/>
          <a:ln>
            <a:noFill/>
          </a:ln>
        </p:spPr>
      </p:sp>
      <p:sp>
        <p:nvSpPr>
          <p:cNvPr id="166" name="Google Shape;166;p37"/>
          <p:cNvSpPr txBox="1">
            <a:spLocks noGrp="1"/>
          </p:cNvSpPr>
          <p:nvPr>
            <p:ph type="body" idx="1"/>
          </p:nvPr>
        </p:nvSpPr>
        <p:spPr>
          <a:xfrm>
            <a:off x="791150" y="1835400"/>
            <a:ext cx="2094000" cy="8466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67" name="Google Shape;167;p37"/>
          <p:cNvSpPr txBox="1">
            <a:spLocks noGrp="1"/>
          </p:cNvSpPr>
          <p:nvPr>
            <p:ph type="subTitle" idx="3"/>
          </p:nvPr>
        </p:nvSpPr>
        <p:spPr>
          <a:xfrm>
            <a:off x="791150" y="522625"/>
            <a:ext cx="3918300" cy="1006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3"/>
              </a:buClr>
              <a:buSzPts val="3600"/>
              <a:buFont typeface="Hepta Slab Medium"/>
              <a:buNone/>
              <a:defRPr sz="3600">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a:endParaRPr/>
          </a:p>
        </p:txBody>
      </p:sp>
      <p:sp>
        <p:nvSpPr>
          <p:cNvPr id="168" name="Google Shape;168;p37"/>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 1 column text">
  <p:cSld name="TITLE_AND_TWO_COLUMNS_1">
    <p:bg>
      <p:bgPr>
        <a:solidFill>
          <a:schemeClr val="dk1"/>
        </a:solidFill>
        <a:effectLst/>
      </p:bgPr>
    </p:bg>
    <p:spTree>
      <p:nvGrpSpPr>
        <p:cNvPr id="1" name="Shape 169"/>
        <p:cNvGrpSpPr/>
        <p:nvPr/>
      </p:nvGrpSpPr>
      <p:grpSpPr>
        <a:xfrm>
          <a:off x="0" y="0"/>
          <a:ext cx="0" cy="0"/>
          <a:chOff x="0" y="0"/>
          <a:chExt cx="0" cy="0"/>
        </a:xfrm>
      </p:grpSpPr>
      <p:sp>
        <p:nvSpPr>
          <p:cNvPr id="170" name="Google Shape;170;p38"/>
          <p:cNvSpPr/>
          <p:nvPr/>
        </p:nvSpPr>
        <p:spPr>
          <a:xfrm>
            <a:off x="0" y="0"/>
            <a:ext cx="9144000" cy="16311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p38"/>
          <p:cNvSpPr txBox="1">
            <a:spLocks noGrp="1"/>
          </p:cNvSpPr>
          <p:nvPr>
            <p:ph type="subTitle" idx="1"/>
          </p:nvPr>
        </p:nvSpPr>
        <p:spPr>
          <a:xfrm>
            <a:off x="791150" y="522625"/>
            <a:ext cx="5173200" cy="976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3"/>
              </a:buClr>
              <a:buSzPts val="3600"/>
              <a:buFont typeface="Hepta Slab Medium"/>
              <a:buNone/>
              <a:defRPr sz="3600">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a:endParaRPr/>
          </a:p>
        </p:txBody>
      </p:sp>
      <p:sp>
        <p:nvSpPr>
          <p:cNvPr id="172" name="Google Shape;172;p38"/>
          <p:cNvSpPr txBox="1">
            <a:spLocks noGrp="1"/>
          </p:cNvSpPr>
          <p:nvPr>
            <p:ph type="body" idx="2"/>
          </p:nvPr>
        </p:nvSpPr>
        <p:spPr>
          <a:xfrm>
            <a:off x="685450" y="2180950"/>
            <a:ext cx="3579600" cy="23856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Char char="●"/>
              <a:defRPr sz="1100">
                <a:solidFill>
                  <a:schemeClr val="lt1"/>
                </a:solidFill>
              </a:defRPr>
            </a:lvl1pPr>
            <a:lvl2pPr marL="914400" lvl="1" indent="-298450" algn="l">
              <a:lnSpc>
                <a:spcPct val="100000"/>
              </a:lnSpc>
              <a:spcBef>
                <a:spcPts val="0"/>
              </a:spcBef>
              <a:spcAft>
                <a:spcPts val="0"/>
              </a:spcAft>
              <a:buClr>
                <a:schemeClr val="lt1"/>
              </a:buClr>
              <a:buSzPts val="1100"/>
              <a:buChar char="○"/>
              <a:defRPr sz="1100">
                <a:solidFill>
                  <a:schemeClr val="lt1"/>
                </a:solidFill>
              </a:defRPr>
            </a:lvl2pPr>
            <a:lvl3pPr marL="1371600" lvl="2" indent="-298450" algn="l">
              <a:lnSpc>
                <a:spcPct val="100000"/>
              </a:lnSpc>
              <a:spcBef>
                <a:spcPts val="0"/>
              </a:spcBef>
              <a:spcAft>
                <a:spcPts val="0"/>
              </a:spcAft>
              <a:buClr>
                <a:schemeClr val="lt1"/>
              </a:buClr>
              <a:buSzPts val="1100"/>
              <a:buChar char="■"/>
              <a:defRPr sz="1100">
                <a:solidFill>
                  <a:schemeClr val="lt1"/>
                </a:solidFill>
              </a:defRPr>
            </a:lvl3pPr>
            <a:lvl4pPr marL="1828800" lvl="3" indent="-298450" algn="l">
              <a:lnSpc>
                <a:spcPct val="100000"/>
              </a:lnSpc>
              <a:spcBef>
                <a:spcPts val="0"/>
              </a:spcBef>
              <a:spcAft>
                <a:spcPts val="0"/>
              </a:spcAft>
              <a:buClr>
                <a:schemeClr val="lt1"/>
              </a:buClr>
              <a:buSzPts val="1100"/>
              <a:buChar char="●"/>
              <a:defRPr sz="1100">
                <a:solidFill>
                  <a:schemeClr val="lt1"/>
                </a:solidFill>
              </a:defRPr>
            </a:lvl4pPr>
            <a:lvl5pPr marL="2286000" lvl="4" indent="-298450" algn="l">
              <a:lnSpc>
                <a:spcPct val="100000"/>
              </a:lnSpc>
              <a:spcBef>
                <a:spcPts val="0"/>
              </a:spcBef>
              <a:spcAft>
                <a:spcPts val="0"/>
              </a:spcAft>
              <a:buClr>
                <a:schemeClr val="lt1"/>
              </a:buClr>
              <a:buSzPts val="1100"/>
              <a:buChar char="○"/>
              <a:defRPr>
                <a:solidFill>
                  <a:schemeClr val="lt1"/>
                </a:solidFill>
              </a:defRPr>
            </a:lvl5pPr>
            <a:lvl6pPr marL="2743200" lvl="5" indent="-298450" algn="l">
              <a:lnSpc>
                <a:spcPct val="100000"/>
              </a:lnSpc>
              <a:spcBef>
                <a:spcPts val="0"/>
              </a:spcBef>
              <a:spcAft>
                <a:spcPts val="0"/>
              </a:spcAft>
              <a:buClr>
                <a:schemeClr val="lt1"/>
              </a:buClr>
              <a:buSzPts val="1100"/>
              <a:buChar char="■"/>
              <a:defRPr sz="1100">
                <a:solidFill>
                  <a:schemeClr val="lt1"/>
                </a:solidFill>
              </a:defRPr>
            </a:lvl6pPr>
            <a:lvl7pPr marL="3200400" lvl="6" indent="-298450" algn="l">
              <a:lnSpc>
                <a:spcPct val="100000"/>
              </a:lnSpc>
              <a:spcBef>
                <a:spcPts val="0"/>
              </a:spcBef>
              <a:spcAft>
                <a:spcPts val="0"/>
              </a:spcAft>
              <a:buClr>
                <a:schemeClr val="lt1"/>
              </a:buClr>
              <a:buSzPts val="1100"/>
              <a:buChar char="●"/>
              <a:defRPr sz="1100">
                <a:solidFill>
                  <a:schemeClr val="lt1"/>
                </a:solidFill>
              </a:defRPr>
            </a:lvl7pPr>
            <a:lvl8pPr marL="3657600" lvl="7" indent="-298450" algn="l">
              <a:lnSpc>
                <a:spcPct val="100000"/>
              </a:lnSpc>
              <a:spcBef>
                <a:spcPts val="0"/>
              </a:spcBef>
              <a:spcAft>
                <a:spcPts val="0"/>
              </a:spcAft>
              <a:buClr>
                <a:schemeClr val="lt1"/>
              </a:buClr>
              <a:buSzPts val="1100"/>
              <a:buChar char="○"/>
              <a:defRPr sz="1100">
                <a:solidFill>
                  <a:schemeClr val="lt1"/>
                </a:solidFill>
              </a:defRPr>
            </a:lvl8pPr>
            <a:lvl9pPr marL="4114800" lvl="8" indent="-298450" algn="l">
              <a:lnSpc>
                <a:spcPct val="100000"/>
              </a:lnSpc>
              <a:spcBef>
                <a:spcPts val="0"/>
              </a:spcBef>
              <a:spcAft>
                <a:spcPts val="0"/>
              </a:spcAft>
              <a:buClr>
                <a:schemeClr val="lt1"/>
              </a:buClr>
              <a:buSzPts val="1100"/>
              <a:buChar char="■"/>
              <a:defRPr sz="1100">
                <a:solidFill>
                  <a:schemeClr val="lt1"/>
                </a:solidFill>
              </a:defRPr>
            </a:lvl9pPr>
          </a:lstStyle>
          <a:p>
            <a:endParaRPr/>
          </a:p>
        </p:txBody>
      </p:sp>
      <p:sp>
        <p:nvSpPr>
          <p:cNvPr id="173" name="Google Shape;173;p38"/>
          <p:cNvSpPr txBox="1">
            <a:spLocks noGrp="1"/>
          </p:cNvSpPr>
          <p:nvPr>
            <p:ph type="body" idx="3"/>
          </p:nvPr>
        </p:nvSpPr>
        <p:spPr>
          <a:xfrm>
            <a:off x="4601077" y="2180950"/>
            <a:ext cx="3579600" cy="23856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Char char="●"/>
              <a:defRPr sz="1100">
                <a:solidFill>
                  <a:schemeClr val="lt1"/>
                </a:solidFill>
              </a:defRPr>
            </a:lvl1pPr>
            <a:lvl2pPr marL="914400" lvl="1" indent="-298450" algn="l">
              <a:lnSpc>
                <a:spcPct val="100000"/>
              </a:lnSpc>
              <a:spcBef>
                <a:spcPts val="0"/>
              </a:spcBef>
              <a:spcAft>
                <a:spcPts val="0"/>
              </a:spcAft>
              <a:buClr>
                <a:schemeClr val="lt1"/>
              </a:buClr>
              <a:buSzPts val="1100"/>
              <a:buChar char="○"/>
              <a:defRPr sz="1100">
                <a:solidFill>
                  <a:schemeClr val="lt1"/>
                </a:solidFill>
              </a:defRPr>
            </a:lvl2pPr>
            <a:lvl3pPr marL="1371600" lvl="2" indent="-298450" algn="l">
              <a:lnSpc>
                <a:spcPct val="100000"/>
              </a:lnSpc>
              <a:spcBef>
                <a:spcPts val="0"/>
              </a:spcBef>
              <a:spcAft>
                <a:spcPts val="0"/>
              </a:spcAft>
              <a:buClr>
                <a:schemeClr val="lt1"/>
              </a:buClr>
              <a:buSzPts val="1100"/>
              <a:buChar char="■"/>
              <a:defRPr sz="1100">
                <a:solidFill>
                  <a:schemeClr val="lt1"/>
                </a:solidFill>
              </a:defRPr>
            </a:lvl3pPr>
            <a:lvl4pPr marL="1828800" lvl="3" indent="-298450" algn="l">
              <a:lnSpc>
                <a:spcPct val="100000"/>
              </a:lnSpc>
              <a:spcBef>
                <a:spcPts val="0"/>
              </a:spcBef>
              <a:spcAft>
                <a:spcPts val="0"/>
              </a:spcAft>
              <a:buClr>
                <a:schemeClr val="lt1"/>
              </a:buClr>
              <a:buSzPts val="1100"/>
              <a:buChar char="●"/>
              <a:defRPr sz="1100">
                <a:solidFill>
                  <a:schemeClr val="lt1"/>
                </a:solidFill>
              </a:defRPr>
            </a:lvl4pPr>
            <a:lvl5pPr marL="2286000" lvl="4" indent="-298450" algn="l">
              <a:lnSpc>
                <a:spcPct val="100000"/>
              </a:lnSpc>
              <a:spcBef>
                <a:spcPts val="0"/>
              </a:spcBef>
              <a:spcAft>
                <a:spcPts val="0"/>
              </a:spcAft>
              <a:buClr>
                <a:schemeClr val="lt1"/>
              </a:buClr>
              <a:buSzPts val="1100"/>
              <a:buChar char="○"/>
              <a:defRPr>
                <a:solidFill>
                  <a:schemeClr val="lt1"/>
                </a:solidFill>
              </a:defRPr>
            </a:lvl5pPr>
            <a:lvl6pPr marL="2743200" lvl="5" indent="-298450" algn="l">
              <a:lnSpc>
                <a:spcPct val="100000"/>
              </a:lnSpc>
              <a:spcBef>
                <a:spcPts val="0"/>
              </a:spcBef>
              <a:spcAft>
                <a:spcPts val="0"/>
              </a:spcAft>
              <a:buClr>
                <a:schemeClr val="lt1"/>
              </a:buClr>
              <a:buSzPts val="1100"/>
              <a:buChar char="■"/>
              <a:defRPr sz="1100">
                <a:solidFill>
                  <a:schemeClr val="lt1"/>
                </a:solidFill>
              </a:defRPr>
            </a:lvl6pPr>
            <a:lvl7pPr marL="3200400" lvl="6" indent="-298450" algn="l">
              <a:lnSpc>
                <a:spcPct val="100000"/>
              </a:lnSpc>
              <a:spcBef>
                <a:spcPts val="0"/>
              </a:spcBef>
              <a:spcAft>
                <a:spcPts val="0"/>
              </a:spcAft>
              <a:buClr>
                <a:schemeClr val="lt1"/>
              </a:buClr>
              <a:buSzPts val="1100"/>
              <a:buChar char="●"/>
              <a:defRPr sz="1100">
                <a:solidFill>
                  <a:schemeClr val="lt1"/>
                </a:solidFill>
              </a:defRPr>
            </a:lvl7pPr>
            <a:lvl8pPr marL="3657600" lvl="7" indent="-298450" algn="l">
              <a:lnSpc>
                <a:spcPct val="100000"/>
              </a:lnSpc>
              <a:spcBef>
                <a:spcPts val="0"/>
              </a:spcBef>
              <a:spcAft>
                <a:spcPts val="0"/>
              </a:spcAft>
              <a:buClr>
                <a:schemeClr val="lt1"/>
              </a:buClr>
              <a:buSzPts val="1100"/>
              <a:buChar char="○"/>
              <a:defRPr sz="1100">
                <a:solidFill>
                  <a:schemeClr val="lt1"/>
                </a:solidFill>
              </a:defRPr>
            </a:lvl8pPr>
            <a:lvl9pPr marL="4114800" lvl="8" indent="-298450" algn="l">
              <a:lnSpc>
                <a:spcPct val="100000"/>
              </a:lnSpc>
              <a:spcBef>
                <a:spcPts val="0"/>
              </a:spcBef>
              <a:spcAft>
                <a:spcPts val="0"/>
              </a:spcAft>
              <a:buClr>
                <a:schemeClr val="lt1"/>
              </a:buClr>
              <a:buSzPts val="1100"/>
              <a:buChar char="■"/>
              <a:defRPr sz="1100">
                <a:solidFill>
                  <a:schemeClr val="lt1"/>
                </a:solidFill>
              </a:defRPr>
            </a:lvl9pPr>
          </a:lstStyle>
          <a:p>
            <a:endParaRPr/>
          </a:p>
        </p:txBody>
      </p:sp>
      <p:sp>
        <p:nvSpPr>
          <p:cNvPr id="174" name="Google Shape;174;p38"/>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eam / Company Overview" type="titleOnly">
  <p:cSld name="TITLE_ONLY">
    <p:bg>
      <p:bgPr>
        <a:solidFill>
          <a:schemeClr val="accent4"/>
        </a:solidFill>
        <a:effectLst/>
      </p:bgPr>
    </p:bg>
    <p:spTree>
      <p:nvGrpSpPr>
        <p:cNvPr id="1" name="Shape 175"/>
        <p:cNvGrpSpPr/>
        <p:nvPr/>
      </p:nvGrpSpPr>
      <p:grpSpPr>
        <a:xfrm>
          <a:off x="0" y="0"/>
          <a:ext cx="0" cy="0"/>
          <a:chOff x="0" y="0"/>
          <a:chExt cx="0" cy="0"/>
        </a:xfrm>
      </p:grpSpPr>
      <p:sp>
        <p:nvSpPr>
          <p:cNvPr id="176" name="Google Shape;176;p39"/>
          <p:cNvSpPr>
            <a:spLocks noGrp="1"/>
          </p:cNvSpPr>
          <p:nvPr>
            <p:ph type="pic" idx="2"/>
          </p:nvPr>
        </p:nvSpPr>
        <p:spPr>
          <a:xfrm>
            <a:off x="791150" y="522900"/>
            <a:ext cx="1294800" cy="1918500"/>
          </a:xfrm>
          <a:prstGeom prst="rect">
            <a:avLst/>
          </a:prstGeom>
          <a:noFill/>
          <a:ln>
            <a:noFill/>
          </a:ln>
        </p:spPr>
      </p:sp>
      <p:sp>
        <p:nvSpPr>
          <p:cNvPr id="177" name="Google Shape;177;p39"/>
          <p:cNvSpPr>
            <a:spLocks noGrp="1"/>
          </p:cNvSpPr>
          <p:nvPr>
            <p:ph type="pic" idx="3"/>
          </p:nvPr>
        </p:nvSpPr>
        <p:spPr>
          <a:xfrm>
            <a:off x="2355375" y="522900"/>
            <a:ext cx="1294800" cy="1918500"/>
          </a:xfrm>
          <a:prstGeom prst="rect">
            <a:avLst/>
          </a:prstGeom>
          <a:noFill/>
          <a:ln>
            <a:noFill/>
          </a:ln>
        </p:spPr>
      </p:sp>
      <p:sp>
        <p:nvSpPr>
          <p:cNvPr id="178" name="Google Shape;178;p39"/>
          <p:cNvSpPr>
            <a:spLocks noGrp="1"/>
          </p:cNvSpPr>
          <p:nvPr>
            <p:ph type="pic" idx="4"/>
          </p:nvPr>
        </p:nvSpPr>
        <p:spPr>
          <a:xfrm>
            <a:off x="3921313" y="522900"/>
            <a:ext cx="1294800" cy="1918500"/>
          </a:xfrm>
          <a:prstGeom prst="rect">
            <a:avLst/>
          </a:prstGeom>
          <a:noFill/>
          <a:ln>
            <a:noFill/>
          </a:ln>
        </p:spPr>
      </p:sp>
      <p:sp>
        <p:nvSpPr>
          <p:cNvPr id="179" name="Google Shape;179;p39"/>
          <p:cNvSpPr>
            <a:spLocks noGrp="1"/>
          </p:cNvSpPr>
          <p:nvPr>
            <p:ph type="pic" idx="5"/>
          </p:nvPr>
        </p:nvSpPr>
        <p:spPr>
          <a:xfrm>
            <a:off x="5491588" y="522900"/>
            <a:ext cx="1294800" cy="1918500"/>
          </a:xfrm>
          <a:prstGeom prst="rect">
            <a:avLst/>
          </a:prstGeom>
          <a:noFill/>
          <a:ln>
            <a:noFill/>
          </a:ln>
        </p:spPr>
      </p:sp>
      <p:sp>
        <p:nvSpPr>
          <p:cNvPr id="180" name="Google Shape;180;p39"/>
          <p:cNvSpPr txBox="1">
            <a:spLocks noGrp="1"/>
          </p:cNvSpPr>
          <p:nvPr>
            <p:ph type="body" idx="1"/>
          </p:nvPr>
        </p:nvSpPr>
        <p:spPr>
          <a:xfrm>
            <a:off x="680850" y="3443850"/>
            <a:ext cx="3074700" cy="1031700"/>
          </a:xfrm>
          <a:prstGeom prst="rect">
            <a:avLst/>
          </a:prstGeom>
          <a:noFill/>
          <a:ln>
            <a:noFill/>
          </a:ln>
        </p:spPr>
        <p:txBody>
          <a:bodyPr spcFirstLastPara="1" wrap="square" lIns="91425" tIns="91425" rIns="91425" bIns="91425" anchor="t" anchorCtr="0">
            <a:noAutofit/>
          </a:bodyPr>
          <a:lstStyle>
            <a:lvl1pPr marL="457200" lvl="0"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marL="914400" lvl="1"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2pPr>
            <a:lvl3pPr marL="1371600" lvl="2"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3pPr>
            <a:lvl4pPr marL="1828800" lvl="3"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4pPr>
            <a:lvl5pPr marL="2286000" lvl="4"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5pPr>
            <a:lvl6pPr marL="2743200" lvl="5"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6pPr>
            <a:lvl7pPr marL="3200400" lvl="6"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7pPr>
            <a:lvl8pPr marL="3657600" lvl="7"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8pPr>
            <a:lvl9pPr marL="4114800" lvl="8" indent="-406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9pPr>
          </a:lstStyle>
          <a:p>
            <a:endParaRPr/>
          </a:p>
        </p:txBody>
      </p:sp>
      <p:sp>
        <p:nvSpPr>
          <p:cNvPr id="181" name="Google Shape;181;p39"/>
          <p:cNvSpPr txBox="1">
            <a:spLocks noGrp="1"/>
          </p:cNvSpPr>
          <p:nvPr>
            <p:ph type="body" idx="6"/>
          </p:nvPr>
        </p:nvSpPr>
        <p:spPr>
          <a:xfrm>
            <a:off x="4123900" y="3443850"/>
            <a:ext cx="4030200" cy="11652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82" name="Google Shape;182;p39"/>
          <p:cNvSpPr txBox="1">
            <a:spLocks noGrp="1"/>
          </p:cNvSpPr>
          <p:nvPr>
            <p:ph type="body" idx="7"/>
          </p:nvPr>
        </p:nvSpPr>
        <p:spPr>
          <a:xfrm>
            <a:off x="705088" y="2737270"/>
            <a:ext cx="1294800" cy="259800"/>
          </a:xfrm>
          <a:prstGeom prst="rect">
            <a:avLst/>
          </a:prstGeom>
          <a:noFill/>
          <a:ln>
            <a:noFill/>
          </a:ln>
        </p:spPr>
        <p:txBody>
          <a:bodyPr spcFirstLastPara="1" wrap="square" lIns="91425" tIns="91425" rIns="91425" bIns="91425" anchor="ctr"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183" name="Google Shape;183;p39"/>
          <p:cNvSpPr txBox="1">
            <a:spLocks noGrp="1"/>
          </p:cNvSpPr>
          <p:nvPr>
            <p:ph type="body" idx="8"/>
          </p:nvPr>
        </p:nvSpPr>
        <p:spPr>
          <a:xfrm>
            <a:off x="2258888" y="2737270"/>
            <a:ext cx="1294800" cy="259800"/>
          </a:xfrm>
          <a:prstGeom prst="rect">
            <a:avLst/>
          </a:prstGeom>
          <a:noFill/>
          <a:ln>
            <a:noFill/>
          </a:ln>
        </p:spPr>
        <p:txBody>
          <a:bodyPr spcFirstLastPara="1" wrap="square" lIns="91425" tIns="91425" rIns="91425" bIns="91425" anchor="ctr"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184" name="Google Shape;184;p39"/>
          <p:cNvSpPr txBox="1">
            <a:spLocks noGrp="1"/>
          </p:cNvSpPr>
          <p:nvPr>
            <p:ph type="body" idx="9"/>
          </p:nvPr>
        </p:nvSpPr>
        <p:spPr>
          <a:xfrm>
            <a:off x="3827513" y="2737270"/>
            <a:ext cx="1294800" cy="259800"/>
          </a:xfrm>
          <a:prstGeom prst="rect">
            <a:avLst/>
          </a:prstGeom>
          <a:noFill/>
          <a:ln>
            <a:noFill/>
          </a:ln>
        </p:spPr>
        <p:txBody>
          <a:bodyPr spcFirstLastPara="1" wrap="square" lIns="91425" tIns="91425" rIns="91425" bIns="91425" anchor="ctr"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185" name="Google Shape;185;p39"/>
          <p:cNvSpPr txBox="1">
            <a:spLocks noGrp="1"/>
          </p:cNvSpPr>
          <p:nvPr>
            <p:ph type="body" idx="13"/>
          </p:nvPr>
        </p:nvSpPr>
        <p:spPr>
          <a:xfrm>
            <a:off x="5395113" y="2737270"/>
            <a:ext cx="1294800" cy="259800"/>
          </a:xfrm>
          <a:prstGeom prst="rect">
            <a:avLst/>
          </a:prstGeom>
          <a:noFill/>
          <a:ln>
            <a:noFill/>
          </a:ln>
        </p:spPr>
        <p:txBody>
          <a:bodyPr spcFirstLastPara="1" wrap="square" lIns="91425" tIns="91425" rIns="91425" bIns="91425" anchor="ctr"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186" name="Google Shape;186;p39"/>
          <p:cNvSpPr txBox="1">
            <a:spLocks noGrp="1"/>
          </p:cNvSpPr>
          <p:nvPr>
            <p:ph type="body" idx="14"/>
          </p:nvPr>
        </p:nvSpPr>
        <p:spPr>
          <a:xfrm>
            <a:off x="705091" y="2464123"/>
            <a:ext cx="1294800" cy="259800"/>
          </a:xfrm>
          <a:prstGeom prst="rect">
            <a:avLst/>
          </a:prstGeom>
          <a:noFill/>
          <a:ln>
            <a:noFill/>
          </a:ln>
        </p:spPr>
        <p:txBody>
          <a:bodyPr spcFirstLastPara="1" wrap="square" lIns="91425" tIns="91425" rIns="91425" bIns="91425" anchor="t" anchorCtr="0">
            <a:noAutofit/>
          </a:bodyPr>
          <a:lstStyle>
            <a:lvl1pPr marL="457200" lvl="0"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a:endParaRPr/>
          </a:p>
        </p:txBody>
      </p:sp>
      <p:sp>
        <p:nvSpPr>
          <p:cNvPr id="187" name="Google Shape;187;p39"/>
          <p:cNvSpPr txBox="1">
            <a:spLocks noGrp="1"/>
          </p:cNvSpPr>
          <p:nvPr>
            <p:ph type="body" idx="15"/>
          </p:nvPr>
        </p:nvSpPr>
        <p:spPr>
          <a:xfrm>
            <a:off x="2258891" y="2464123"/>
            <a:ext cx="1294800" cy="259800"/>
          </a:xfrm>
          <a:prstGeom prst="rect">
            <a:avLst/>
          </a:prstGeom>
          <a:noFill/>
          <a:ln>
            <a:noFill/>
          </a:ln>
        </p:spPr>
        <p:txBody>
          <a:bodyPr spcFirstLastPara="1" wrap="square" lIns="91425" tIns="91425" rIns="91425" bIns="91425" anchor="t" anchorCtr="0">
            <a:noAutofit/>
          </a:bodyPr>
          <a:lstStyle>
            <a:lvl1pPr marL="457200" lvl="0"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a:endParaRPr/>
          </a:p>
        </p:txBody>
      </p:sp>
      <p:sp>
        <p:nvSpPr>
          <p:cNvPr id="188" name="Google Shape;188;p39"/>
          <p:cNvSpPr txBox="1">
            <a:spLocks noGrp="1"/>
          </p:cNvSpPr>
          <p:nvPr>
            <p:ph type="body" idx="16"/>
          </p:nvPr>
        </p:nvSpPr>
        <p:spPr>
          <a:xfrm>
            <a:off x="3827003" y="2464123"/>
            <a:ext cx="1294800" cy="259800"/>
          </a:xfrm>
          <a:prstGeom prst="rect">
            <a:avLst/>
          </a:prstGeom>
          <a:noFill/>
          <a:ln>
            <a:noFill/>
          </a:ln>
        </p:spPr>
        <p:txBody>
          <a:bodyPr spcFirstLastPara="1" wrap="square" lIns="91425" tIns="91425" rIns="91425" bIns="91425" anchor="t" anchorCtr="0">
            <a:noAutofit/>
          </a:bodyPr>
          <a:lstStyle>
            <a:lvl1pPr marL="457200" lvl="0"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a:endParaRPr/>
          </a:p>
        </p:txBody>
      </p:sp>
      <p:sp>
        <p:nvSpPr>
          <p:cNvPr id="189" name="Google Shape;189;p39"/>
          <p:cNvSpPr txBox="1">
            <a:spLocks noGrp="1"/>
          </p:cNvSpPr>
          <p:nvPr>
            <p:ph type="body" idx="17"/>
          </p:nvPr>
        </p:nvSpPr>
        <p:spPr>
          <a:xfrm>
            <a:off x="5396128" y="2464123"/>
            <a:ext cx="1294800" cy="259800"/>
          </a:xfrm>
          <a:prstGeom prst="rect">
            <a:avLst/>
          </a:prstGeom>
          <a:noFill/>
          <a:ln>
            <a:noFill/>
          </a:ln>
        </p:spPr>
        <p:txBody>
          <a:bodyPr spcFirstLastPara="1" wrap="square" lIns="91425" tIns="91425" rIns="91425" bIns="91425" anchor="t" anchorCtr="0">
            <a:noAutofit/>
          </a:bodyPr>
          <a:lstStyle>
            <a:lvl1pPr marL="457200" lvl="0"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a:endParaRPr/>
          </a:p>
        </p:txBody>
      </p:sp>
      <p:sp>
        <p:nvSpPr>
          <p:cNvPr id="190" name="Google Shape;190;p39"/>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etitive Landscape">
  <p:cSld name="ONE_COLUMN_TEXT">
    <p:bg>
      <p:bgPr>
        <a:solidFill>
          <a:schemeClr val="dk1"/>
        </a:solidFill>
        <a:effectLst/>
      </p:bgPr>
    </p:bg>
    <p:spTree>
      <p:nvGrpSpPr>
        <p:cNvPr id="1" name="Shape 191"/>
        <p:cNvGrpSpPr/>
        <p:nvPr/>
      </p:nvGrpSpPr>
      <p:grpSpPr>
        <a:xfrm>
          <a:off x="0" y="0"/>
          <a:ext cx="0" cy="0"/>
          <a:chOff x="0" y="0"/>
          <a:chExt cx="0" cy="0"/>
        </a:xfrm>
      </p:grpSpPr>
      <p:sp>
        <p:nvSpPr>
          <p:cNvPr id="192" name="Google Shape;192;p40"/>
          <p:cNvSpPr txBox="1">
            <a:spLocks noGrp="1"/>
          </p:cNvSpPr>
          <p:nvPr>
            <p:ph type="body" idx="1"/>
          </p:nvPr>
        </p:nvSpPr>
        <p:spPr>
          <a:xfrm>
            <a:off x="791150" y="738025"/>
            <a:ext cx="3918300" cy="2232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SzPts val="1100"/>
              <a:buFont typeface="Barlow"/>
              <a:buChar char="●"/>
              <a:defRPr sz="1100">
                <a:latin typeface="Barlow"/>
                <a:ea typeface="Barlow"/>
                <a:cs typeface="Barlow"/>
                <a:sym typeface="Barlow"/>
              </a:defRPr>
            </a:lvl1pPr>
            <a:lvl2pPr marL="914400" lvl="1" indent="-298450" algn="l">
              <a:lnSpc>
                <a:spcPct val="100000"/>
              </a:lnSpc>
              <a:spcBef>
                <a:spcPts val="0"/>
              </a:spcBef>
              <a:spcAft>
                <a:spcPts val="0"/>
              </a:spcAft>
              <a:buSzPts val="1100"/>
              <a:buFont typeface="Barlow"/>
              <a:buChar char="○"/>
              <a:defRPr sz="1100">
                <a:latin typeface="Barlow"/>
                <a:ea typeface="Barlow"/>
                <a:cs typeface="Barlow"/>
                <a:sym typeface="Barlow"/>
              </a:defRPr>
            </a:lvl2pPr>
            <a:lvl3pPr marL="1371600" lvl="2" indent="-298450" algn="l">
              <a:lnSpc>
                <a:spcPct val="100000"/>
              </a:lnSpc>
              <a:spcBef>
                <a:spcPts val="0"/>
              </a:spcBef>
              <a:spcAft>
                <a:spcPts val="0"/>
              </a:spcAft>
              <a:buSzPts val="1100"/>
              <a:buFont typeface="Barlow"/>
              <a:buChar char="■"/>
              <a:defRPr sz="1100">
                <a:latin typeface="Barlow"/>
                <a:ea typeface="Barlow"/>
                <a:cs typeface="Barlow"/>
                <a:sym typeface="Barlow"/>
              </a:defRPr>
            </a:lvl3pPr>
            <a:lvl4pPr marL="1828800" lvl="3" indent="-298450" algn="l">
              <a:lnSpc>
                <a:spcPct val="100000"/>
              </a:lnSpc>
              <a:spcBef>
                <a:spcPts val="0"/>
              </a:spcBef>
              <a:spcAft>
                <a:spcPts val="0"/>
              </a:spcAft>
              <a:buSzPts val="1100"/>
              <a:buFont typeface="Barlow"/>
              <a:buChar char="●"/>
              <a:defRPr sz="1100">
                <a:latin typeface="Barlow"/>
                <a:ea typeface="Barlow"/>
                <a:cs typeface="Barlow"/>
                <a:sym typeface="Barlow"/>
              </a:defRPr>
            </a:lvl4pPr>
            <a:lvl5pPr marL="2286000" lvl="4" indent="-298450" algn="l">
              <a:lnSpc>
                <a:spcPct val="100000"/>
              </a:lnSpc>
              <a:spcBef>
                <a:spcPts val="0"/>
              </a:spcBef>
              <a:spcAft>
                <a:spcPts val="0"/>
              </a:spcAft>
              <a:buSzPts val="1100"/>
              <a:buFont typeface="Barlow"/>
              <a:buChar char="○"/>
              <a:defRPr>
                <a:latin typeface="Barlow"/>
                <a:ea typeface="Barlow"/>
                <a:cs typeface="Barlow"/>
                <a:sym typeface="Barlow"/>
              </a:defRPr>
            </a:lvl5pPr>
            <a:lvl6pPr marL="2743200" lvl="5" indent="-298450" algn="l">
              <a:lnSpc>
                <a:spcPct val="100000"/>
              </a:lnSpc>
              <a:spcBef>
                <a:spcPts val="0"/>
              </a:spcBef>
              <a:spcAft>
                <a:spcPts val="0"/>
              </a:spcAft>
              <a:buSzPts val="1100"/>
              <a:buFont typeface="Barlow"/>
              <a:buChar char="■"/>
              <a:defRPr sz="1100">
                <a:latin typeface="Barlow"/>
                <a:ea typeface="Barlow"/>
                <a:cs typeface="Barlow"/>
                <a:sym typeface="Barlow"/>
              </a:defRPr>
            </a:lvl6pPr>
            <a:lvl7pPr marL="3200400" lvl="6" indent="-298450" algn="l">
              <a:lnSpc>
                <a:spcPct val="100000"/>
              </a:lnSpc>
              <a:spcBef>
                <a:spcPts val="0"/>
              </a:spcBef>
              <a:spcAft>
                <a:spcPts val="0"/>
              </a:spcAft>
              <a:buSzPts val="1100"/>
              <a:buFont typeface="Barlow"/>
              <a:buChar char="●"/>
              <a:defRPr sz="1100">
                <a:latin typeface="Barlow"/>
                <a:ea typeface="Barlow"/>
                <a:cs typeface="Barlow"/>
                <a:sym typeface="Barlow"/>
              </a:defRPr>
            </a:lvl7pPr>
            <a:lvl8pPr marL="3657600" lvl="7" indent="-298450" algn="l">
              <a:lnSpc>
                <a:spcPct val="100000"/>
              </a:lnSpc>
              <a:spcBef>
                <a:spcPts val="0"/>
              </a:spcBef>
              <a:spcAft>
                <a:spcPts val="0"/>
              </a:spcAft>
              <a:buSzPts val="1100"/>
              <a:buFont typeface="Barlow"/>
              <a:buChar char="○"/>
              <a:defRPr sz="1100">
                <a:latin typeface="Barlow"/>
                <a:ea typeface="Barlow"/>
                <a:cs typeface="Barlow"/>
                <a:sym typeface="Barlow"/>
              </a:defRPr>
            </a:lvl8pPr>
            <a:lvl9pPr marL="4114800" lvl="8" indent="-298450" algn="l">
              <a:lnSpc>
                <a:spcPct val="100000"/>
              </a:lnSpc>
              <a:spcBef>
                <a:spcPts val="0"/>
              </a:spcBef>
              <a:spcAft>
                <a:spcPts val="0"/>
              </a:spcAft>
              <a:buSzPts val="1100"/>
              <a:buFont typeface="Barlow"/>
              <a:buChar char="■"/>
              <a:defRPr sz="1100">
                <a:latin typeface="Barlow"/>
                <a:ea typeface="Barlow"/>
                <a:cs typeface="Barlow"/>
                <a:sym typeface="Barlow"/>
              </a:defRPr>
            </a:lvl9pPr>
          </a:lstStyle>
          <a:p>
            <a:endParaRPr/>
          </a:p>
        </p:txBody>
      </p:sp>
      <p:sp>
        <p:nvSpPr>
          <p:cNvPr id="193" name="Google Shape;193;p40"/>
          <p:cNvSpPr txBox="1">
            <a:spLocks noGrp="1"/>
          </p:cNvSpPr>
          <p:nvPr>
            <p:ph type="subTitle" idx="2"/>
          </p:nvPr>
        </p:nvSpPr>
        <p:spPr>
          <a:xfrm>
            <a:off x="791150" y="522625"/>
            <a:ext cx="3918300" cy="2154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a:endParaRPr/>
          </a:p>
        </p:txBody>
      </p:sp>
      <p:sp>
        <p:nvSpPr>
          <p:cNvPr id="194" name="Google Shape;194;p40"/>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rket Trends + Data">
  <p:cSld name="MAIN_POINT">
    <p:bg>
      <p:bgPr>
        <a:solidFill>
          <a:schemeClr val="dk1"/>
        </a:solidFill>
        <a:effectLst/>
      </p:bgPr>
    </p:bg>
    <p:spTree>
      <p:nvGrpSpPr>
        <p:cNvPr id="1" name="Shape 195"/>
        <p:cNvGrpSpPr/>
        <p:nvPr/>
      </p:nvGrpSpPr>
      <p:grpSpPr>
        <a:xfrm>
          <a:off x="0" y="0"/>
          <a:ext cx="0" cy="0"/>
          <a:chOff x="0" y="0"/>
          <a:chExt cx="0" cy="0"/>
        </a:xfrm>
      </p:grpSpPr>
      <p:sp>
        <p:nvSpPr>
          <p:cNvPr id="196" name="Google Shape;196;p41"/>
          <p:cNvSpPr txBox="1">
            <a:spLocks noGrp="1"/>
          </p:cNvSpPr>
          <p:nvPr>
            <p:ph type="subTitle" idx="1"/>
          </p:nvPr>
        </p:nvSpPr>
        <p:spPr>
          <a:xfrm>
            <a:off x="690250" y="415625"/>
            <a:ext cx="1261800" cy="270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atin typeface="Barlow Light"/>
                <a:ea typeface="Barlow Light"/>
                <a:cs typeface="Barlow Light"/>
                <a:sym typeface="Barlow Light"/>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a:endParaRPr/>
          </a:p>
        </p:txBody>
      </p:sp>
      <p:sp>
        <p:nvSpPr>
          <p:cNvPr id="197" name="Google Shape;197;p41"/>
          <p:cNvSpPr txBox="1">
            <a:spLocks noGrp="1"/>
          </p:cNvSpPr>
          <p:nvPr>
            <p:ph type="subTitle" idx="2"/>
          </p:nvPr>
        </p:nvSpPr>
        <p:spPr>
          <a:xfrm>
            <a:off x="480420" y="290626"/>
            <a:ext cx="3592200" cy="337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None/>
              <a:defRPr>
                <a:latin typeface="Hepta Slab Light"/>
                <a:ea typeface="Hepta Slab Light"/>
                <a:cs typeface="Hepta Slab Light"/>
                <a:sym typeface="Hepta Slab Light"/>
              </a:defRPr>
            </a:lvl2pPr>
            <a:lvl3pPr lvl="2" algn="l">
              <a:lnSpc>
                <a:spcPct val="100000"/>
              </a:lnSpc>
              <a:spcBef>
                <a:spcPts val="0"/>
              </a:spcBef>
              <a:spcAft>
                <a:spcPts val="0"/>
              </a:spcAft>
              <a:buSzPts val="1400"/>
              <a:buNone/>
              <a:defRPr>
                <a:latin typeface="Hepta Slab Light"/>
                <a:ea typeface="Hepta Slab Light"/>
                <a:cs typeface="Hepta Slab Light"/>
                <a:sym typeface="Hepta Slab Light"/>
              </a:defRPr>
            </a:lvl3pPr>
            <a:lvl4pPr lvl="3" algn="l">
              <a:lnSpc>
                <a:spcPct val="100000"/>
              </a:lnSpc>
              <a:spcBef>
                <a:spcPts val="0"/>
              </a:spcBef>
              <a:spcAft>
                <a:spcPts val="0"/>
              </a:spcAft>
              <a:buSzPts val="1400"/>
              <a:buNone/>
              <a:defRPr>
                <a:latin typeface="Hepta Slab Light"/>
                <a:ea typeface="Hepta Slab Light"/>
                <a:cs typeface="Hepta Slab Light"/>
                <a:sym typeface="Hepta Slab Light"/>
              </a:defRPr>
            </a:lvl4pPr>
            <a:lvl5pPr lvl="4" algn="l">
              <a:lnSpc>
                <a:spcPct val="100000"/>
              </a:lnSpc>
              <a:spcBef>
                <a:spcPts val="0"/>
              </a:spcBef>
              <a:spcAft>
                <a:spcPts val="0"/>
              </a:spcAft>
              <a:buSzPts val="1400"/>
              <a:buNone/>
              <a:defRPr>
                <a:latin typeface="Hepta Slab Light"/>
                <a:ea typeface="Hepta Slab Light"/>
                <a:cs typeface="Hepta Slab Light"/>
                <a:sym typeface="Hepta Slab Light"/>
              </a:defRPr>
            </a:lvl5pPr>
            <a:lvl6pPr lvl="5" algn="l">
              <a:lnSpc>
                <a:spcPct val="100000"/>
              </a:lnSpc>
              <a:spcBef>
                <a:spcPts val="0"/>
              </a:spcBef>
              <a:spcAft>
                <a:spcPts val="0"/>
              </a:spcAft>
              <a:buSzPts val="1400"/>
              <a:buNone/>
              <a:defRPr>
                <a:latin typeface="Hepta Slab Light"/>
                <a:ea typeface="Hepta Slab Light"/>
                <a:cs typeface="Hepta Slab Light"/>
                <a:sym typeface="Hepta Slab Light"/>
              </a:defRPr>
            </a:lvl6pPr>
            <a:lvl7pPr lvl="6" algn="l">
              <a:lnSpc>
                <a:spcPct val="100000"/>
              </a:lnSpc>
              <a:spcBef>
                <a:spcPts val="0"/>
              </a:spcBef>
              <a:spcAft>
                <a:spcPts val="0"/>
              </a:spcAft>
              <a:buSzPts val="1400"/>
              <a:buNone/>
              <a:defRPr>
                <a:latin typeface="Hepta Slab Light"/>
                <a:ea typeface="Hepta Slab Light"/>
                <a:cs typeface="Hepta Slab Light"/>
                <a:sym typeface="Hepta Slab Light"/>
              </a:defRPr>
            </a:lvl7pPr>
            <a:lvl8pPr lvl="7" algn="l">
              <a:lnSpc>
                <a:spcPct val="100000"/>
              </a:lnSpc>
              <a:spcBef>
                <a:spcPts val="0"/>
              </a:spcBef>
              <a:spcAft>
                <a:spcPts val="0"/>
              </a:spcAft>
              <a:buSzPts val="1400"/>
              <a:buNone/>
              <a:defRPr>
                <a:latin typeface="Hepta Slab Light"/>
                <a:ea typeface="Hepta Slab Light"/>
                <a:cs typeface="Hepta Slab Light"/>
                <a:sym typeface="Hepta Slab Light"/>
              </a:defRPr>
            </a:lvl8pPr>
            <a:lvl9pPr lvl="8" algn="l">
              <a:lnSpc>
                <a:spcPct val="100000"/>
              </a:lnSpc>
              <a:spcBef>
                <a:spcPts val="0"/>
              </a:spcBef>
              <a:spcAft>
                <a:spcPts val="0"/>
              </a:spcAft>
              <a:buSzPts val="1400"/>
              <a:buNone/>
              <a:defRPr>
                <a:latin typeface="Hepta Slab Light"/>
                <a:ea typeface="Hepta Slab Light"/>
                <a:cs typeface="Hepta Slab Light"/>
                <a:sym typeface="Hepta Slab Light"/>
              </a:defRPr>
            </a:lvl9pPr>
          </a:lstStyle>
          <a:p>
            <a:endParaRPr/>
          </a:p>
        </p:txBody>
      </p:sp>
      <p:sp>
        <p:nvSpPr>
          <p:cNvPr id="198" name="Google Shape;198;p41"/>
          <p:cNvSpPr txBox="1">
            <a:spLocks noGrp="1"/>
          </p:cNvSpPr>
          <p:nvPr>
            <p:ph type="body" idx="3"/>
          </p:nvPr>
        </p:nvSpPr>
        <p:spPr>
          <a:xfrm>
            <a:off x="480425" y="534275"/>
            <a:ext cx="4878300" cy="19176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199" name="Google Shape;199;p41"/>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a:ea typeface="Barlow"/>
                <a:cs typeface="Barlow"/>
                <a:sym typeface="Barlow"/>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360">
          <p15:clr>
            <a:srgbClr val="E46962"/>
          </p15:clr>
        </p15:guide>
        <p15:guide id="2" orient="horz" pos="347">
          <p15:clr>
            <a:srgbClr val="E46962"/>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WOT Analysis">
  <p:cSld name="CUSTOM_14">
    <p:bg>
      <p:bgPr>
        <a:solidFill>
          <a:schemeClr val="dk1"/>
        </a:solidFill>
        <a:effectLst/>
      </p:bgPr>
    </p:bg>
    <p:spTree>
      <p:nvGrpSpPr>
        <p:cNvPr id="1" name="Shape 200"/>
        <p:cNvGrpSpPr/>
        <p:nvPr/>
      </p:nvGrpSpPr>
      <p:grpSpPr>
        <a:xfrm>
          <a:off x="0" y="0"/>
          <a:ext cx="0" cy="0"/>
          <a:chOff x="0" y="0"/>
          <a:chExt cx="0" cy="0"/>
        </a:xfrm>
      </p:grpSpPr>
      <p:sp>
        <p:nvSpPr>
          <p:cNvPr id="201" name="Google Shape;201;p42"/>
          <p:cNvSpPr txBox="1">
            <a:spLocks noGrp="1"/>
          </p:cNvSpPr>
          <p:nvPr>
            <p:ph type="title"/>
          </p:nvPr>
        </p:nvSpPr>
        <p:spPr>
          <a:xfrm>
            <a:off x="723861" y="1584738"/>
            <a:ext cx="2670600" cy="315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a:endParaRPr/>
          </a:p>
        </p:txBody>
      </p:sp>
      <p:sp>
        <p:nvSpPr>
          <p:cNvPr id="202" name="Google Shape;202;p42"/>
          <p:cNvSpPr txBox="1">
            <a:spLocks noGrp="1"/>
          </p:cNvSpPr>
          <p:nvPr>
            <p:ph type="title" idx="2"/>
          </p:nvPr>
        </p:nvSpPr>
        <p:spPr>
          <a:xfrm>
            <a:off x="723861" y="2390981"/>
            <a:ext cx="2670600" cy="315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a:endParaRPr/>
          </a:p>
        </p:txBody>
      </p:sp>
      <p:sp>
        <p:nvSpPr>
          <p:cNvPr id="203" name="Google Shape;203;p42"/>
          <p:cNvSpPr txBox="1">
            <a:spLocks noGrp="1"/>
          </p:cNvSpPr>
          <p:nvPr>
            <p:ph type="title" idx="3"/>
          </p:nvPr>
        </p:nvSpPr>
        <p:spPr>
          <a:xfrm>
            <a:off x="723861" y="3157931"/>
            <a:ext cx="2670600" cy="315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a:endParaRPr/>
          </a:p>
        </p:txBody>
      </p:sp>
      <p:sp>
        <p:nvSpPr>
          <p:cNvPr id="204" name="Google Shape;204;p42"/>
          <p:cNvSpPr txBox="1">
            <a:spLocks noGrp="1"/>
          </p:cNvSpPr>
          <p:nvPr>
            <p:ph type="title" idx="4"/>
          </p:nvPr>
        </p:nvSpPr>
        <p:spPr>
          <a:xfrm>
            <a:off x="723861" y="3954905"/>
            <a:ext cx="2670600" cy="315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a:endParaRPr/>
          </a:p>
        </p:txBody>
      </p:sp>
      <p:sp>
        <p:nvSpPr>
          <p:cNvPr id="205" name="Google Shape;205;p42"/>
          <p:cNvSpPr txBox="1">
            <a:spLocks noGrp="1"/>
          </p:cNvSpPr>
          <p:nvPr>
            <p:ph type="subTitle" idx="1"/>
          </p:nvPr>
        </p:nvSpPr>
        <p:spPr>
          <a:xfrm>
            <a:off x="480420" y="290626"/>
            <a:ext cx="3592200" cy="337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a:endParaRPr/>
          </a:p>
        </p:txBody>
      </p:sp>
      <p:sp>
        <p:nvSpPr>
          <p:cNvPr id="206" name="Google Shape;206;p42"/>
          <p:cNvSpPr txBox="1">
            <a:spLocks noGrp="1"/>
          </p:cNvSpPr>
          <p:nvPr>
            <p:ph type="body" idx="5"/>
          </p:nvPr>
        </p:nvSpPr>
        <p:spPr>
          <a:xfrm>
            <a:off x="480425" y="610475"/>
            <a:ext cx="4878300" cy="3768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317500" algn="l">
              <a:lnSpc>
                <a:spcPct val="100000"/>
              </a:lnSpc>
              <a:spcBef>
                <a:spcPts val="0"/>
              </a:spcBef>
              <a:spcAft>
                <a:spcPts val="0"/>
              </a:spcAft>
              <a:buClr>
                <a:schemeClr val="lt1"/>
              </a:buClr>
              <a:buSzPts val="1400"/>
              <a:buFont typeface="Barlow"/>
              <a:buChar char="○"/>
              <a:defRPr>
                <a:solidFill>
                  <a:schemeClr val="lt1"/>
                </a:solidFill>
                <a:latin typeface="Barlow"/>
                <a:ea typeface="Barlow"/>
                <a:cs typeface="Barlow"/>
                <a:sym typeface="Barlow"/>
              </a:defRPr>
            </a:lvl2pPr>
            <a:lvl3pPr marL="1371600" lvl="2" indent="-311150" algn="l">
              <a:lnSpc>
                <a:spcPct val="100000"/>
              </a:lnSpc>
              <a:spcBef>
                <a:spcPts val="0"/>
              </a:spcBef>
              <a:spcAft>
                <a:spcPts val="0"/>
              </a:spcAft>
              <a:buClr>
                <a:schemeClr val="lt1"/>
              </a:buClr>
              <a:buSzPts val="1300"/>
              <a:buFont typeface="Barlow"/>
              <a:buChar char="■"/>
              <a:defRPr>
                <a:solidFill>
                  <a:schemeClr val="lt1"/>
                </a:solidFill>
                <a:latin typeface="Barlow"/>
                <a:ea typeface="Barlow"/>
                <a:cs typeface="Barlow"/>
                <a:sym typeface="Barlow"/>
              </a:defRPr>
            </a:lvl3pPr>
            <a:lvl4pPr marL="1828800" lvl="3" indent="-304800" algn="l">
              <a:lnSpc>
                <a:spcPct val="100000"/>
              </a:lnSpc>
              <a:spcBef>
                <a:spcPts val="0"/>
              </a:spcBef>
              <a:spcAft>
                <a:spcPts val="0"/>
              </a:spcAft>
              <a:buClr>
                <a:schemeClr val="lt1"/>
              </a:buClr>
              <a:buSzPts val="1200"/>
              <a:buFont typeface="Barlow"/>
              <a:buChar char="●"/>
              <a:defRPr>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2100" algn="l">
              <a:lnSpc>
                <a:spcPct val="100000"/>
              </a:lnSpc>
              <a:spcBef>
                <a:spcPts val="0"/>
              </a:spcBef>
              <a:spcAft>
                <a:spcPts val="0"/>
              </a:spcAft>
              <a:buClr>
                <a:schemeClr val="lt1"/>
              </a:buClr>
              <a:buSzPts val="1000"/>
              <a:buFont typeface="Barlow"/>
              <a:buChar char="■"/>
              <a:defRPr>
                <a:solidFill>
                  <a:schemeClr val="lt1"/>
                </a:solidFill>
                <a:latin typeface="Barlow"/>
                <a:ea typeface="Barlow"/>
                <a:cs typeface="Barlow"/>
                <a:sym typeface="Barlow"/>
              </a:defRPr>
            </a:lvl6pPr>
            <a:lvl7pPr marL="3200400" lvl="6" indent="-285750" algn="l">
              <a:lnSpc>
                <a:spcPct val="100000"/>
              </a:lnSpc>
              <a:spcBef>
                <a:spcPts val="0"/>
              </a:spcBef>
              <a:spcAft>
                <a:spcPts val="0"/>
              </a:spcAft>
              <a:buClr>
                <a:schemeClr val="lt1"/>
              </a:buClr>
              <a:buSzPts val="900"/>
              <a:buFont typeface="Barlow"/>
              <a:buChar char="●"/>
              <a:defRPr>
                <a:solidFill>
                  <a:schemeClr val="lt1"/>
                </a:solidFill>
                <a:latin typeface="Barlow"/>
                <a:ea typeface="Barlow"/>
                <a:cs typeface="Barlow"/>
                <a:sym typeface="Barlow"/>
              </a:defRPr>
            </a:lvl7pPr>
            <a:lvl8pPr marL="3657600" lvl="7" indent="-279400" algn="l">
              <a:lnSpc>
                <a:spcPct val="100000"/>
              </a:lnSpc>
              <a:spcBef>
                <a:spcPts val="0"/>
              </a:spcBef>
              <a:spcAft>
                <a:spcPts val="0"/>
              </a:spcAft>
              <a:buClr>
                <a:schemeClr val="lt1"/>
              </a:buClr>
              <a:buSzPts val="800"/>
              <a:buFont typeface="Barlow"/>
              <a:buChar char="○"/>
              <a:defRPr>
                <a:solidFill>
                  <a:schemeClr val="lt1"/>
                </a:solidFill>
                <a:latin typeface="Barlow"/>
                <a:ea typeface="Barlow"/>
                <a:cs typeface="Barlow"/>
                <a:sym typeface="Barlow"/>
              </a:defRPr>
            </a:lvl8pPr>
            <a:lvl9pPr marL="4114800" lvl="8" indent="-273050" algn="l">
              <a:lnSpc>
                <a:spcPct val="100000"/>
              </a:lnSpc>
              <a:spcBef>
                <a:spcPts val="0"/>
              </a:spcBef>
              <a:spcAft>
                <a:spcPts val="0"/>
              </a:spcAft>
              <a:buClr>
                <a:schemeClr val="lt1"/>
              </a:buClr>
              <a:buSzPts val="700"/>
              <a:buFont typeface="Barlow"/>
              <a:buChar char="■"/>
              <a:defRPr>
                <a:solidFill>
                  <a:schemeClr val="lt1"/>
                </a:solidFill>
                <a:latin typeface="Barlow"/>
                <a:ea typeface="Barlow"/>
                <a:cs typeface="Barlow"/>
                <a:sym typeface="Barlow"/>
              </a:defRPr>
            </a:lvl9pPr>
          </a:lstStyle>
          <a:p>
            <a:endParaRPr/>
          </a:p>
        </p:txBody>
      </p:sp>
      <p:sp>
        <p:nvSpPr>
          <p:cNvPr id="207" name="Google Shape;207;p42"/>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3"/>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losing / Thank You">
  <p:cSld name="CUSTOM_13">
    <p:bg>
      <p:bgPr>
        <a:solidFill>
          <a:schemeClr val="lt1"/>
        </a:solidFill>
        <a:effectLst/>
      </p:bgPr>
    </p:bg>
    <p:spTree>
      <p:nvGrpSpPr>
        <p:cNvPr id="1" name="Shape 208"/>
        <p:cNvGrpSpPr/>
        <p:nvPr/>
      </p:nvGrpSpPr>
      <p:grpSpPr>
        <a:xfrm>
          <a:off x="0" y="0"/>
          <a:ext cx="0" cy="0"/>
          <a:chOff x="0" y="0"/>
          <a:chExt cx="0" cy="0"/>
        </a:xfrm>
      </p:grpSpPr>
      <p:sp>
        <p:nvSpPr>
          <p:cNvPr id="209" name="Google Shape;209;p43"/>
          <p:cNvSpPr txBox="1">
            <a:spLocks noGrp="1"/>
          </p:cNvSpPr>
          <p:nvPr>
            <p:ph type="title"/>
          </p:nvPr>
        </p:nvSpPr>
        <p:spPr>
          <a:xfrm>
            <a:off x="455221" y="1321125"/>
            <a:ext cx="5094600" cy="17499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5400"/>
              <a:buNone/>
              <a:defRPr sz="5400"/>
            </a:lvl1pPr>
            <a:lvl2pPr lvl="1"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2pPr>
            <a:lvl3pPr lvl="2"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3pPr>
            <a:lvl4pPr lvl="3"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4pPr>
            <a:lvl5pPr lvl="4"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5pPr>
            <a:lvl6pPr lvl="5"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6pPr>
            <a:lvl7pPr lvl="6"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7pPr>
            <a:lvl8pPr lvl="7"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8pPr>
            <a:lvl9pPr lvl="8"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9pPr>
          </a:lstStyle>
          <a:p>
            <a:endParaRPr/>
          </a:p>
        </p:txBody>
      </p:sp>
      <p:sp>
        <p:nvSpPr>
          <p:cNvPr id="210" name="Google Shape;210;p43"/>
          <p:cNvSpPr txBox="1">
            <a:spLocks noGrp="1"/>
          </p:cNvSpPr>
          <p:nvPr>
            <p:ph type="body" idx="1"/>
          </p:nvPr>
        </p:nvSpPr>
        <p:spPr>
          <a:xfrm>
            <a:off x="567029" y="4500404"/>
            <a:ext cx="1015800" cy="266100"/>
          </a:xfrm>
          <a:prstGeom prst="rect">
            <a:avLst/>
          </a:prstGeom>
          <a:noFill/>
          <a:ln w="9525" cap="flat" cmpd="sng">
            <a:solidFill>
              <a:schemeClr val="dk1"/>
            </a:solidFill>
            <a:prstDash val="solid"/>
            <a:round/>
            <a:headEnd type="none" w="sm" len="sm"/>
            <a:tailEnd type="none" w="sm" len="sm"/>
          </a:ln>
        </p:spPr>
        <p:txBody>
          <a:bodyPr spcFirstLastPara="1" wrap="square" lIns="0" tIns="0" rIns="0" bIns="0" anchor="t" anchorCtr="0">
            <a:spAutoFit/>
          </a:bodyPr>
          <a:lstStyle>
            <a:lvl1pPr marL="457200" lvl="0"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1pPr>
            <a:lvl2pPr marL="914400" lvl="1"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2pPr>
            <a:lvl3pPr marL="1371600" lvl="2"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3pPr>
            <a:lvl4pPr marL="1828800" lvl="3"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4pPr>
            <a:lvl5pPr marL="2286000" lvl="4" indent="-298450" algn="l">
              <a:lnSpc>
                <a:spcPct val="100000"/>
              </a:lnSpc>
              <a:spcBef>
                <a:spcPts val="0"/>
              </a:spcBef>
              <a:spcAft>
                <a:spcPts val="0"/>
              </a:spcAft>
              <a:buSzPts val="1100"/>
              <a:buFont typeface="Barlow Medium"/>
              <a:buChar char="○"/>
              <a:defRPr>
                <a:latin typeface="Barlow Medium"/>
                <a:ea typeface="Barlow Medium"/>
                <a:cs typeface="Barlow Medium"/>
                <a:sym typeface="Barlow Medium"/>
              </a:defRPr>
            </a:lvl5pPr>
            <a:lvl6pPr marL="2743200" lvl="5"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6pPr>
            <a:lvl7pPr marL="3200400" lvl="6"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7pPr>
            <a:lvl8pPr marL="3657600" lvl="7"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8pPr>
            <a:lvl9pPr marL="4114800" lvl="8" indent="-29845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9pPr>
          </a:lstStyle>
          <a:p>
            <a:endParaRPr/>
          </a:p>
        </p:txBody>
      </p:sp>
      <p:sp>
        <p:nvSpPr>
          <p:cNvPr id="211" name="Google Shape;211;p43"/>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Medium"/>
                <a:ea typeface="Barlow Medium"/>
                <a:cs typeface="Barlow Medium"/>
                <a:sym typeface="Barlow Medium"/>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ection Header">
  <p:cSld name="SECTION_TITLE_AND_DESCRIPTION">
    <p:spTree>
      <p:nvGrpSpPr>
        <p:cNvPr id="1" name="Shape 212"/>
        <p:cNvGrpSpPr/>
        <p:nvPr/>
      </p:nvGrpSpPr>
      <p:grpSpPr>
        <a:xfrm>
          <a:off x="0" y="0"/>
          <a:ext cx="0" cy="0"/>
          <a:chOff x="0" y="0"/>
          <a:chExt cx="0" cy="0"/>
        </a:xfrm>
      </p:grpSpPr>
      <p:sp>
        <p:nvSpPr>
          <p:cNvPr id="213" name="Google Shape;213;p44"/>
          <p:cNvSpPr txBox="1">
            <a:spLocks noGrp="1"/>
          </p:cNvSpPr>
          <p:nvPr>
            <p:ph type="title"/>
          </p:nvPr>
        </p:nvSpPr>
        <p:spPr>
          <a:xfrm>
            <a:off x="697350" y="2932550"/>
            <a:ext cx="7749300" cy="1015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accent5"/>
              </a:buClr>
              <a:buSzPts val="3600"/>
              <a:buFont typeface="Hepta Slab Medium"/>
              <a:buNone/>
              <a:defRPr>
                <a:solidFill>
                  <a:schemeClr val="accent5"/>
                </a:solidFill>
                <a:latin typeface="Hepta Slab Medium"/>
                <a:ea typeface="Hepta Slab Medium"/>
                <a:cs typeface="Hepta Slab Medium"/>
                <a:sym typeface="Hepta Slab Medium"/>
              </a:defRPr>
            </a:lvl1pPr>
            <a:lvl2pPr lvl="1"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9pPr>
          </a:lstStyle>
          <a:p>
            <a:endParaRPr/>
          </a:p>
        </p:txBody>
      </p:sp>
      <p:sp>
        <p:nvSpPr>
          <p:cNvPr id="214" name="Google Shape;214;p44"/>
          <p:cNvSpPr txBox="1">
            <a:spLocks noGrp="1"/>
          </p:cNvSpPr>
          <p:nvPr>
            <p:ph type="title" idx="2"/>
          </p:nvPr>
        </p:nvSpPr>
        <p:spPr>
          <a:xfrm>
            <a:off x="3278250" y="1194450"/>
            <a:ext cx="2587500" cy="19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dk2"/>
              </a:buClr>
              <a:buSzPts val="12800"/>
              <a:buNone/>
              <a:defRPr sz="12800">
                <a:solidFill>
                  <a:schemeClr val="dk2"/>
                </a:solidFill>
              </a:defRPr>
            </a:lvl1pPr>
            <a:lvl2pPr lvl="1"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2pPr>
            <a:lvl3pPr lvl="2"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3pPr>
            <a:lvl4pPr lvl="3"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4pPr>
            <a:lvl5pPr lvl="4"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5pPr>
            <a:lvl6pPr lvl="5"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6pPr>
            <a:lvl7pPr lvl="6"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7pPr>
            <a:lvl8pPr lvl="7"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8pPr>
            <a:lvl9pPr lvl="8"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9pPr>
          </a:lstStyle>
          <a:p>
            <a:endParaRPr/>
          </a:p>
        </p:txBody>
      </p:sp>
      <p:sp>
        <p:nvSpPr>
          <p:cNvPr id="215" name="Google Shape;215;p44"/>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Market Size / Pie Graph">
  <p:cSld name="CAPTION_ONLY">
    <p:bg>
      <p:bgPr>
        <a:solidFill>
          <a:schemeClr val="dk1"/>
        </a:solidFill>
        <a:effectLst/>
      </p:bgPr>
    </p:bg>
    <p:spTree>
      <p:nvGrpSpPr>
        <p:cNvPr id="1" name="Shape 216"/>
        <p:cNvGrpSpPr/>
        <p:nvPr/>
      </p:nvGrpSpPr>
      <p:grpSpPr>
        <a:xfrm>
          <a:off x="0" y="0"/>
          <a:ext cx="0" cy="0"/>
          <a:chOff x="0" y="0"/>
          <a:chExt cx="0" cy="0"/>
        </a:xfrm>
      </p:grpSpPr>
      <p:sp>
        <p:nvSpPr>
          <p:cNvPr id="217" name="Google Shape;217;p45"/>
          <p:cNvSpPr/>
          <p:nvPr/>
        </p:nvSpPr>
        <p:spPr>
          <a:xfrm>
            <a:off x="0" y="0"/>
            <a:ext cx="9144000" cy="16311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8" name="Google Shape;218;p45"/>
          <p:cNvSpPr txBox="1">
            <a:spLocks noGrp="1"/>
          </p:cNvSpPr>
          <p:nvPr>
            <p:ph type="subTitle" idx="1"/>
          </p:nvPr>
        </p:nvSpPr>
        <p:spPr>
          <a:xfrm>
            <a:off x="791150" y="522625"/>
            <a:ext cx="4977300" cy="1108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3600"/>
              <a:buFont typeface="Hepta Slab Medium"/>
              <a:buNone/>
              <a:defRPr sz="3600">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a:endParaRPr/>
          </a:p>
        </p:txBody>
      </p:sp>
      <p:sp>
        <p:nvSpPr>
          <p:cNvPr id="219" name="Google Shape;219;p45"/>
          <p:cNvSpPr txBox="1">
            <a:spLocks noGrp="1"/>
          </p:cNvSpPr>
          <p:nvPr>
            <p:ph type="body" idx="2"/>
          </p:nvPr>
        </p:nvSpPr>
        <p:spPr>
          <a:xfrm>
            <a:off x="714950" y="1989025"/>
            <a:ext cx="2792400" cy="2804100"/>
          </a:xfrm>
          <a:prstGeom prst="rect">
            <a:avLst/>
          </a:prstGeom>
          <a:noFill/>
          <a:ln>
            <a:noFill/>
          </a:ln>
        </p:spPr>
        <p:txBody>
          <a:bodyPr spcFirstLastPara="1" wrap="square" lIns="91425" tIns="91425" rIns="91425" bIns="91425" anchor="t" anchorCtr="0">
            <a:noAutofit/>
          </a:bodyPr>
          <a:lstStyle>
            <a:lvl1pPr marL="457200" lvl="0" indent="-323850" algn="l">
              <a:lnSpc>
                <a:spcPct val="100000"/>
              </a:lnSpc>
              <a:spcBef>
                <a:spcPts val="0"/>
              </a:spcBef>
              <a:spcAft>
                <a:spcPts val="0"/>
              </a:spcAft>
              <a:buClr>
                <a:schemeClr val="lt1"/>
              </a:buClr>
              <a:buSzPts val="1500"/>
              <a:buChar char="●"/>
              <a:defRPr>
                <a:solidFill>
                  <a:schemeClr val="lt1"/>
                </a:solidFill>
              </a:defRPr>
            </a:lvl1pPr>
          </a:lstStyle>
          <a:p>
            <a:endParaRPr/>
          </a:p>
        </p:txBody>
      </p:sp>
      <p:sp>
        <p:nvSpPr>
          <p:cNvPr id="220" name="Google Shape;220;p45"/>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
        <p:nvSpPr>
          <p:cNvPr id="221" name="Google Shape;221;p45"/>
          <p:cNvSpPr/>
          <p:nvPr/>
        </p:nvSpPr>
        <p:spPr>
          <a:xfrm>
            <a:off x="4416275" y="1976923"/>
            <a:ext cx="4045200" cy="2871300"/>
          </a:xfrm>
          <a:prstGeom prst="roundRect">
            <a:avLst>
              <a:gd name="adj" fmla="val 16667"/>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2" name="Google Shape;222;p45"/>
          <p:cNvSpPr/>
          <p:nvPr/>
        </p:nvSpPr>
        <p:spPr>
          <a:xfrm rot="444408">
            <a:off x="5636457" y="2500588"/>
            <a:ext cx="1505663" cy="1505327"/>
          </a:xfrm>
          <a:prstGeom prst="pie">
            <a:avLst>
              <a:gd name="adj1" fmla="val 8241844"/>
              <a:gd name="adj2" fmla="val 12554936"/>
            </a:avLst>
          </a:prstGeom>
          <a:solidFill>
            <a:schemeClr val="lt1"/>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Differentiators / 4 column text">
  <p:cSld name="BIG_NUMBER">
    <p:bg>
      <p:bgPr>
        <a:solidFill>
          <a:schemeClr val="dk1"/>
        </a:solidFill>
        <a:effectLst/>
      </p:bgPr>
    </p:bg>
    <p:spTree>
      <p:nvGrpSpPr>
        <p:cNvPr id="1" name="Shape 223"/>
        <p:cNvGrpSpPr/>
        <p:nvPr/>
      </p:nvGrpSpPr>
      <p:grpSpPr>
        <a:xfrm>
          <a:off x="0" y="0"/>
          <a:ext cx="0" cy="0"/>
          <a:chOff x="0" y="0"/>
          <a:chExt cx="0" cy="0"/>
        </a:xfrm>
      </p:grpSpPr>
      <p:sp>
        <p:nvSpPr>
          <p:cNvPr id="224" name="Google Shape;224;p46"/>
          <p:cNvSpPr/>
          <p:nvPr/>
        </p:nvSpPr>
        <p:spPr>
          <a:xfrm>
            <a:off x="0" y="1324925"/>
            <a:ext cx="4572000" cy="19104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
              <a:buFont typeface="Arial"/>
              <a:buNone/>
            </a:pPr>
            <a:endParaRPr sz="200" b="0" i="0" u="none" strike="noStrike" cap="none">
              <a:solidFill>
                <a:srgbClr val="000000"/>
              </a:solidFill>
              <a:latin typeface="Arial"/>
              <a:ea typeface="Arial"/>
              <a:cs typeface="Arial"/>
              <a:sym typeface="Arial"/>
            </a:endParaRPr>
          </a:p>
        </p:txBody>
      </p:sp>
      <p:sp>
        <p:nvSpPr>
          <p:cNvPr id="225" name="Google Shape;225;p46"/>
          <p:cNvSpPr/>
          <p:nvPr/>
        </p:nvSpPr>
        <p:spPr>
          <a:xfrm>
            <a:off x="0" y="3235076"/>
            <a:ext cx="4572000" cy="19149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
              <a:buFont typeface="Arial"/>
              <a:buNone/>
            </a:pPr>
            <a:endParaRPr sz="200" b="0" i="0" u="none" strike="noStrike" cap="none">
              <a:solidFill>
                <a:schemeClr val="dk2"/>
              </a:solidFill>
              <a:latin typeface="Arial"/>
              <a:ea typeface="Arial"/>
              <a:cs typeface="Arial"/>
              <a:sym typeface="Arial"/>
            </a:endParaRPr>
          </a:p>
        </p:txBody>
      </p:sp>
      <p:sp>
        <p:nvSpPr>
          <p:cNvPr id="226" name="Google Shape;226;p46"/>
          <p:cNvSpPr/>
          <p:nvPr/>
        </p:nvSpPr>
        <p:spPr>
          <a:xfrm>
            <a:off x="4571892" y="3235076"/>
            <a:ext cx="4572000" cy="19149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
              <a:buFont typeface="Arial"/>
              <a:buNone/>
            </a:pPr>
            <a:endParaRPr sz="200" b="0" i="0" u="none" strike="noStrike" cap="none">
              <a:solidFill>
                <a:schemeClr val="lt1"/>
              </a:solidFill>
              <a:latin typeface="Arial"/>
              <a:ea typeface="Arial"/>
              <a:cs typeface="Arial"/>
              <a:sym typeface="Arial"/>
            </a:endParaRPr>
          </a:p>
        </p:txBody>
      </p:sp>
      <p:sp>
        <p:nvSpPr>
          <p:cNvPr id="227" name="Google Shape;227;p46"/>
          <p:cNvSpPr/>
          <p:nvPr/>
        </p:nvSpPr>
        <p:spPr>
          <a:xfrm>
            <a:off x="4571892" y="1324925"/>
            <a:ext cx="4572000" cy="1910400"/>
          </a:xfrm>
          <a:prstGeom prst="rect">
            <a:avLst/>
          </a:pr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00"/>
              <a:buFont typeface="Arial"/>
              <a:buNone/>
            </a:pPr>
            <a:endParaRPr sz="200" b="0" i="0" u="none" strike="noStrike" cap="none">
              <a:solidFill>
                <a:schemeClr val="accent5"/>
              </a:solidFill>
              <a:latin typeface="Arial"/>
              <a:ea typeface="Arial"/>
              <a:cs typeface="Arial"/>
              <a:sym typeface="Arial"/>
            </a:endParaRPr>
          </a:p>
        </p:txBody>
      </p:sp>
      <p:sp>
        <p:nvSpPr>
          <p:cNvPr id="228" name="Google Shape;228;p46"/>
          <p:cNvSpPr txBox="1">
            <a:spLocks noGrp="1"/>
          </p:cNvSpPr>
          <p:nvPr>
            <p:ph type="subTitle" idx="1"/>
          </p:nvPr>
        </p:nvSpPr>
        <p:spPr>
          <a:xfrm>
            <a:off x="480420" y="290626"/>
            <a:ext cx="3592200" cy="337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229" name="Google Shape;229;p46"/>
          <p:cNvSpPr txBox="1">
            <a:spLocks noGrp="1"/>
          </p:cNvSpPr>
          <p:nvPr>
            <p:ph type="body" idx="2"/>
          </p:nvPr>
        </p:nvSpPr>
        <p:spPr>
          <a:xfrm>
            <a:off x="480425" y="610475"/>
            <a:ext cx="4878300" cy="600300"/>
          </a:xfrm>
          <a:prstGeom prst="rect">
            <a:avLst/>
          </a:prstGeom>
          <a:noFill/>
          <a:ln>
            <a:noFill/>
          </a:ln>
        </p:spPr>
        <p:txBody>
          <a:bodyPr spcFirstLastPara="1" wrap="square" lIns="91425" tIns="91425" rIns="91425" bIns="91425"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230" name="Google Shape;230;p46"/>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dk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blank">
  <p:cSld name="BLANK">
    <p:spTree>
      <p:nvGrpSpPr>
        <p:cNvPr id="1" name="Shape 231"/>
        <p:cNvGrpSpPr/>
        <p:nvPr/>
      </p:nvGrpSpPr>
      <p:grpSpPr>
        <a:xfrm>
          <a:off x="0" y="0"/>
          <a:ext cx="0" cy="0"/>
          <a:chOff x="0" y="0"/>
          <a:chExt cx="0" cy="0"/>
        </a:xfrm>
      </p:grpSpPr>
      <p:sp>
        <p:nvSpPr>
          <p:cNvPr id="232" name="Google Shape;232;p47"/>
          <p:cNvSpPr txBox="1">
            <a:spLocks noGrp="1"/>
          </p:cNvSpPr>
          <p:nvPr>
            <p:ph type="title"/>
          </p:nvPr>
        </p:nvSpPr>
        <p:spPr>
          <a:xfrm>
            <a:off x="697350" y="2932550"/>
            <a:ext cx="7749300" cy="1015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a:endParaRPr/>
          </a:p>
        </p:txBody>
      </p:sp>
      <p:sp>
        <p:nvSpPr>
          <p:cNvPr id="233" name="Google Shape;233;p47"/>
          <p:cNvSpPr txBox="1">
            <a:spLocks noGrp="1"/>
          </p:cNvSpPr>
          <p:nvPr>
            <p:ph type="title" idx="2"/>
          </p:nvPr>
        </p:nvSpPr>
        <p:spPr>
          <a:xfrm>
            <a:off x="3278250" y="1194450"/>
            <a:ext cx="2587500" cy="19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1"/>
              </a:buClr>
              <a:buSzPts val="12800"/>
              <a:buNone/>
              <a:defRPr sz="12800">
                <a:solidFill>
                  <a:schemeClr val="accent1"/>
                </a:solidFill>
              </a:defRPr>
            </a:lvl1pPr>
            <a:lvl2pPr lvl="1"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2pPr>
            <a:lvl3pPr lvl="2"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3pPr>
            <a:lvl4pPr lvl="3"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4pPr>
            <a:lvl5pPr lvl="4"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5pPr>
            <a:lvl6pPr lvl="5"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6pPr>
            <a:lvl7pPr lvl="6"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7pPr>
            <a:lvl8pPr lvl="7"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8pPr>
            <a:lvl9pPr lvl="8"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9pPr>
          </a:lstStyle>
          <a:p>
            <a:endParaRPr/>
          </a:p>
        </p:txBody>
      </p:sp>
      <p:sp>
        <p:nvSpPr>
          <p:cNvPr id="234" name="Google Shape;234;p47"/>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1 column text">
  <p:cSld name="TITLE_1">
    <p:bg>
      <p:bgPr>
        <a:solidFill>
          <a:schemeClr val="dk1"/>
        </a:solidFill>
        <a:effectLst/>
      </p:bgPr>
    </p:bg>
    <p:spTree>
      <p:nvGrpSpPr>
        <p:cNvPr id="1" name="Shape 235"/>
        <p:cNvGrpSpPr/>
        <p:nvPr/>
      </p:nvGrpSpPr>
      <p:grpSpPr>
        <a:xfrm>
          <a:off x="0" y="0"/>
          <a:ext cx="0" cy="0"/>
          <a:chOff x="0" y="0"/>
          <a:chExt cx="0" cy="0"/>
        </a:xfrm>
      </p:grpSpPr>
      <p:sp>
        <p:nvSpPr>
          <p:cNvPr id="236" name="Google Shape;236;p48"/>
          <p:cNvSpPr/>
          <p:nvPr/>
        </p:nvSpPr>
        <p:spPr>
          <a:xfrm>
            <a:off x="0" y="0"/>
            <a:ext cx="9144000" cy="16311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7" name="Google Shape;237;p48"/>
          <p:cNvSpPr txBox="1">
            <a:spLocks noGrp="1"/>
          </p:cNvSpPr>
          <p:nvPr>
            <p:ph type="subTitle" idx="1"/>
          </p:nvPr>
        </p:nvSpPr>
        <p:spPr>
          <a:xfrm>
            <a:off x="791150" y="522625"/>
            <a:ext cx="5938800" cy="1108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1"/>
              </a:buClr>
              <a:buSzPts val="3600"/>
              <a:buFont typeface="Hepta Slab Medium"/>
              <a:buNone/>
              <a:defRPr sz="3600">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a:endParaRPr/>
          </a:p>
        </p:txBody>
      </p:sp>
      <p:sp>
        <p:nvSpPr>
          <p:cNvPr id="238" name="Google Shape;238;p48"/>
          <p:cNvSpPr txBox="1">
            <a:spLocks noGrp="1"/>
          </p:cNvSpPr>
          <p:nvPr>
            <p:ph type="body" idx="2"/>
          </p:nvPr>
        </p:nvSpPr>
        <p:spPr>
          <a:xfrm>
            <a:off x="810075" y="2065225"/>
            <a:ext cx="7539900" cy="2777400"/>
          </a:xfrm>
          <a:prstGeom prst="rect">
            <a:avLst/>
          </a:prstGeom>
          <a:noFill/>
          <a:ln>
            <a:noFill/>
          </a:ln>
        </p:spPr>
        <p:txBody>
          <a:bodyPr spcFirstLastPara="1" wrap="square" lIns="91425" tIns="91425" rIns="91425" bIns="91425" anchor="t" anchorCtr="0">
            <a:noAutofit/>
          </a:bodyPr>
          <a:lstStyle>
            <a:lvl1pPr marL="457200" lvl="0" indent="-406400" algn="l">
              <a:lnSpc>
                <a:spcPct val="100000"/>
              </a:lnSpc>
              <a:spcBef>
                <a:spcPts val="0"/>
              </a:spcBef>
              <a:spcAft>
                <a:spcPts val="0"/>
              </a:spcAft>
              <a:buClr>
                <a:schemeClr val="lt1"/>
              </a:buClr>
              <a:buSzPts val="2800"/>
              <a:buChar char="●"/>
              <a:defRPr sz="2800">
                <a:solidFill>
                  <a:schemeClr val="lt1"/>
                </a:solidFill>
              </a:defRPr>
            </a:lvl1pPr>
            <a:lvl2pPr marL="914400" lvl="1" indent="-406400" algn="l">
              <a:lnSpc>
                <a:spcPct val="100000"/>
              </a:lnSpc>
              <a:spcBef>
                <a:spcPts val="0"/>
              </a:spcBef>
              <a:spcAft>
                <a:spcPts val="0"/>
              </a:spcAft>
              <a:buClr>
                <a:schemeClr val="lt1"/>
              </a:buClr>
              <a:buSzPts val="2800"/>
              <a:buChar char="○"/>
              <a:defRPr sz="2800">
                <a:solidFill>
                  <a:schemeClr val="lt1"/>
                </a:solidFill>
              </a:defRPr>
            </a:lvl2pPr>
            <a:lvl3pPr marL="1371600" lvl="2" indent="-406400" algn="l">
              <a:lnSpc>
                <a:spcPct val="100000"/>
              </a:lnSpc>
              <a:spcBef>
                <a:spcPts val="0"/>
              </a:spcBef>
              <a:spcAft>
                <a:spcPts val="0"/>
              </a:spcAft>
              <a:buClr>
                <a:schemeClr val="lt1"/>
              </a:buClr>
              <a:buSzPts val="2800"/>
              <a:buChar char="■"/>
              <a:defRPr sz="2800">
                <a:solidFill>
                  <a:schemeClr val="lt1"/>
                </a:solidFill>
              </a:defRPr>
            </a:lvl3pPr>
            <a:lvl4pPr marL="1828800" lvl="3" indent="-406400" algn="l">
              <a:lnSpc>
                <a:spcPct val="100000"/>
              </a:lnSpc>
              <a:spcBef>
                <a:spcPts val="0"/>
              </a:spcBef>
              <a:spcAft>
                <a:spcPts val="0"/>
              </a:spcAft>
              <a:buClr>
                <a:schemeClr val="lt1"/>
              </a:buClr>
              <a:buSzPts val="2800"/>
              <a:buChar char="●"/>
              <a:defRPr sz="2800">
                <a:solidFill>
                  <a:schemeClr val="lt1"/>
                </a:solidFill>
              </a:defRPr>
            </a:lvl4pPr>
            <a:lvl5pPr marL="2286000" lvl="4" indent="-406400" algn="l">
              <a:lnSpc>
                <a:spcPct val="100000"/>
              </a:lnSpc>
              <a:spcBef>
                <a:spcPts val="0"/>
              </a:spcBef>
              <a:spcAft>
                <a:spcPts val="0"/>
              </a:spcAft>
              <a:buClr>
                <a:schemeClr val="lt1"/>
              </a:buClr>
              <a:buSzPts val="2800"/>
              <a:buChar char="○"/>
              <a:defRPr sz="2800">
                <a:solidFill>
                  <a:schemeClr val="lt1"/>
                </a:solidFill>
              </a:defRPr>
            </a:lvl5pPr>
            <a:lvl6pPr marL="2743200" lvl="5" indent="-406400" algn="l">
              <a:lnSpc>
                <a:spcPct val="100000"/>
              </a:lnSpc>
              <a:spcBef>
                <a:spcPts val="0"/>
              </a:spcBef>
              <a:spcAft>
                <a:spcPts val="0"/>
              </a:spcAft>
              <a:buClr>
                <a:schemeClr val="lt1"/>
              </a:buClr>
              <a:buSzPts val="2800"/>
              <a:buChar char="■"/>
              <a:defRPr sz="2800">
                <a:solidFill>
                  <a:schemeClr val="lt1"/>
                </a:solidFill>
              </a:defRPr>
            </a:lvl6pPr>
            <a:lvl7pPr marL="3200400" lvl="6" indent="-406400" algn="l">
              <a:lnSpc>
                <a:spcPct val="100000"/>
              </a:lnSpc>
              <a:spcBef>
                <a:spcPts val="0"/>
              </a:spcBef>
              <a:spcAft>
                <a:spcPts val="0"/>
              </a:spcAft>
              <a:buClr>
                <a:schemeClr val="lt1"/>
              </a:buClr>
              <a:buSzPts val="2800"/>
              <a:buChar char="●"/>
              <a:defRPr sz="2800">
                <a:solidFill>
                  <a:schemeClr val="lt1"/>
                </a:solidFill>
              </a:defRPr>
            </a:lvl7pPr>
            <a:lvl8pPr marL="3657600" lvl="7" indent="-406400" algn="l">
              <a:lnSpc>
                <a:spcPct val="100000"/>
              </a:lnSpc>
              <a:spcBef>
                <a:spcPts val="0"/>
              </a:spcBef>
              <a:spcAft>
                <a:spcPts val="0"/>
              </a:spcAft>
              <a:buClr>
                <a:schemeClr val="lt1"/>
              </a:buClr>
              <a:buSzPts val="2800"/>
              <a:buChar char="○"/>
              <a:defRPr sz="2800">
                <a:solidFill>
                  <a:schemeClr val="lt1"/>
                </a:solidFill>
              </a:defRPr>
            </a:lvl8pPr>
            <a:lvl9pPr marL="4114800" lvl="8" indent="-406400" algn="l">
              <a:lnSpc>
                <a:spcPct val="100000"/>
              </a:lnSpc>
              <a:spcBef>
                <a:spcPts val="0"/>
              </a:spcBef>
              <a:spcAft>
                <a:spcPts val="0"/>
              </a:spcAft>
              <a:buClr>
                <a:schemeClr val="lt1"/>
              </a:buClr>
              <a:buSzPts val="2800"/>
              <a:buChar char="■"/>
              <a:defRPr sz="2800">
                <a:solidFill>
                  <a:schemeClr val="lt1"/>
                </a:solidFill>
              </a:defRPr>
            </a:lvl9pPr>
          </a:lstStyle>
          <a:p>
            <a:endParaRPr/>
          </a:p>
        </p:txBody>
      </p:sp>
      <p:sp>
        <p:nvSpPr>
          <p:cNvPr id="239" name="Google Shape;239;p48"/>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1 Background Image + Text">
  <p:cSld name="CUSTOM">
    <p:spTree>
      <p:nvGrpSpPr>
        <p:cNvPr id="1" name="Shape 240"/>
        <p:cNvGrpSpPr/>
        <p:nvPr/>
      </p:nvGrpSpPr>
      <p:grpSpPr>
        <a:xfrm>
          <a:off x="0" y="0"/>
          <a:ext cx="0" cy="0"/>
          <a:chOff x="0" y="0"/>
          <a:chExt cx="0" cy="0"/>
        </a:xfrm>
      </p:grpSpPr>
      <p:sp>
        <p:nvSpPr>
          <p:cNvPr id="241" name="Google Shape;241;p49"/>
          <p:cNvSpPr>
            <a:spLocks noGrp="1"/>
          </p:cNvSpPr>
          <p:nvPr>
            <p:ph type="pic" idx="2"/>
          </p:nvPr>
        </p:nvSpPr>
        <p:spPr>
          <a:xfrm>
            <a:off x="0" y="0"/>
            <a:ext cx="9144000" cy="5143500"/>
          </a:xfrm>
          <a:prstGeom prst="rect">
            <a:avLst/>
          </a:prstGeom>
          <a:noFill/>
          <a:ln>
            <a:noFill/>
          </a:ln>
        </p:spPr>
      </p:sp>
      <p:sp>
        <p:nvSpPr>
          <p:cNvPr id="242" name="Google Shape;242;p49"/>
          <p:cNvSpPr txBox="1">
            <a:spLocks noGrp="1"/>
          </p:cNvSpPr>
          <p:nvPr>
            <p:ph type="body" idx="1"/>
          </p:nvPr>
        </p:nvSpPr>
        <p:spPr>
          <a:xfrm>
            <a:off x="4655675" y="956675"/>
            <a:ext cx="3965400" cy="775200"/>
          </a:xfrm>
          <a:prstGeom prst="rect">
            <a:avLst/>
          </a:prstGeom>
          <a:solidFill>
            <a:schemeClr val="lt1"/>
          </a:solidFill>
          <a:ln>
            <a:noFill/>
          </a:ln>
        </p:spPr>
        <p:txBody>
          <a:bodyPr spcFirstLastPara="1" wrap="square" lIns="274300" tIns="0" rIns="274300" bIns="274300" anchor="t" anchorCtr="0">
            <a:noAutofit/>
          </a:bodyPr>
          <a:lstStyle>
            <a:lvl1pPr marL="457200" lvl="0"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1pPr>
            <a:lvl2pPr marL="914400" lvl="1"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2pPr>
            <a:lvl3pPr marL="1371600" lvl="2"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3pPr>
            <a:lvl4pPr marL="1828800" lvl="3"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4pPr>
            <a:lvl5pPr marL="2286000" lvl="4" indent="-298450" algn="l">
              <a:lnSpc>
                <a:spcPct val="100000"/>
              </a:lnSpc>
              <a:spcBef>
                <a:spcPts val="0"/>
              </a:spcBef>
              <a:spcAft>
                <a:spcPts val="0"/>
              </a:spcAft>
              <a:buClr>
                <a:schemeClr val="dk1"/>
              </a:buClr>
              <a:buSzPts val="1100"/>
              <a:buFont typeface="Barlow"/>
              <a:buChar char="○"/>
              <a:defRPr>
                <a:latin typeface="Barlow"/>
                <a:ea typeface="Barlow"/>
                <a:cs typeface="Barlow"/>
                <a:sym typeface="Barlow"/>
              </a:defRPr>
            </a:lvl5pPr>
            <a:lvl6pPr marL="2743200" lvl="5"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6pPr>
            <a:lvl7pPr marL="3200400" lvl="6"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7pPr>
            <a:lvl8pPr marL="3657600" lvl="7"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8pPr>
            <a:lvl9pPr marL="4114800" lvl="8" indent="-29845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9pPr>
          </a:lstStyle>
          <a:p>
            <a:endParaRPr/>
          </a:p>
        </p:txBody>
      </p:sp>
      <p:sp>
        <p:nvSpPr>
          <p:cNvPr id="243" name="Google Shape;243;p49"/>
          <p:cNvSpPr txBox="1">
            <a:spLocks noGrp="1"/>
          </p:cNvSpPr>
          <p:nvPr>
            <p:ph type="subTitle" idx="3"/>
          </p:nvPr>
        </p:nvSpPr>
        <p:spPr>
          <a:xfrm>
            <a:off x="4655675" y="522900"/>
            <a:ext cx="3965400" cy="442800"/>
          </a:xfrm>
          <a:prstGeom prst="rect">
            <a:avLst/>
          </a:prstGeom>
          <a:solidFill>
            <a:schemeClr val="lt1"/>
          </a:solidFill>
          <a:ln>
            <a:noFill/>
          </a:ln>
        </p:spPr>
        <p:txBody>
          <a:bodyPr spcFirstLastPara="1" wrap="square" lIns="274300" tIns="274300" rIns="274300" bIns="0" anchor="b" anchorCtr="0">
            <a:noAutofit/>
          </a:bodyPr>
          <a:lstStyle>
            <a:lvl1pPr lvl="0"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a:endParaRPr/>
          </a:p>
        </p:txBody>
      </p:sp>
      <p:sp>
        <p:nvSpPr>
          <p:cNvPr id="244" name="Google Shape;244;p49"/>
          <p:cNvSpPr txBox="1">
            <a:spLocks noGrp="1"/>
          </p:cNvSpPr>
          <p:nvPr>
            <p:ph type="body" idx="4"/>
          </p:nvPr>
        </p:nvSpPr>
        <p:spPr>
          <a:xfrm>
            <a:off x="524350" y="4144800"/>
            <a:ext cx="1558800" cy="475800"/>
          </a:xfrm>
          <a:prstGeom prst="rect">
            <a:avLst/>
          </a:prstGeom>
          <a:solidFill>
            <a:schemeClr val="lt1"/>
          </a:solidFill>
          <a:ln>
            <a:noFill/>
          </a:ln>
        </p:spPr>
        <p:txBody>
          <a:bodyPr spcFirstLastPara="1" wrap="square" lIns="137150" tIns="137150" rIns="137150" bIns="137150" anchor="t" anchorCtr="0">
            <a:noAutofit/>
          </a:bodyPr>
          <a:lstStyle>
            <a:lvl1pPr marL="457200" lvl="0"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1pPr>
            <a:lvl2pPr marL="914400" lvl="1"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2pPr>
            <a:lvl3pPr marL="1371600" lvl="2"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3pPr>
            <a:lvl4pPr marL="1828800" lvl="3"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4pPr>
            <a:lvl5pPr marL="2286000" lvl="4"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5pPr>
            <a:lvl6pPr marL="2743200" lvl="5"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6pPr>
            <a:lvl7pPr marL="3200400" lvl="6"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7pPr>
            <a:lvl8pPr marL="3657600" lvl="7"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8pPr>
            <a:lvl9pPr marL="4114800" lvl="8" indent="-27305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9pPr>
          </a:lstStyle>
          <a:p>
            <a:endParaRPr/>
          </a:p>
        </p:txBody>
      </p:sp>
      <p:sp>
        <p:nvSpPr>
          <p:cNvPr id="245" name="Google Shape;245;p49"/>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a:ea typeface="Barlow"/>
                <a:cs typeface="Barlow"/>
                <a:sym typeface="Barlow"/>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Image">
  <p:cSld name="CUSTOM_1">
    <p:bg>
      <p:bgPr>
        <a:solidFill>
          <a:schemeClr val="lt2"/>
        </a:solidFill>
        <a:effectLst/>
      </p:bgPr>
    </p:bg>
    <p:spTree>
      <p:nvGrpSpPr>
        <p:cNvPr id="1" name="Shape 246"/>
        <p:cNvGrpSpPr/>
        <p:nvPr/>
      </p:nvGrpSpPr>
      <p:grpSpPr>
        <a:xfrm>
          <a:off x="0" y="0"/>
          <a:ext cx="0" cy="0"/>
          <a:chOff x="0" y="0"/>
          <a:chExt cx="0" cy="0"/>
        </a:xfrm>
      </p:grpSpPr>
      <p:sp>
        <p:nvSpPr>
          <p:cNvPr id="247" name="Google Shape;247;p50"/>
          <p:cNvSpPr>
            <a:spLocks noGrp="1"/>
          </p:cNvSpPr>
          <p:nvPr>
            <p:ph type="pic" idx="2"/>
          </p:nvPr>
        </p:nvSpPr>
        <p:spPr>
          <a:xfrm>
            <a:off x="5485725" y="523025"/>
            <a:ext cx="3135300" cy="4097700"/>
          </a:xfrm>
          <a:prstGeom prst="roundRect">
            <a:avLst>
              <a:gd name="adj" fmla="val 16667"/>
            </a:avLst>
          </a:prstGeom>
          <a:noFill/>
          <a:ln>
            <a:noFill/>
          </a:ln>
        </p:spPr>
      </p:sp>
      <p:sp>
        <p:nvSpPr>
          <p:cNvPr id="248" name="Google Shape;248;p50"/>
          <p:cNvSpPr txBox="1">
            <a:spLocks noGrp="1"/>
          </p:cNvSpPr>
          <p:nvPr>
            <p:ph type="title"/>
          </p:nvPr>
        </p:nvSpPr>
        <p:spPr>
          <a:xfrm>
            <a:off x="591441" y="391675"/>
            <a:ext cx="4397400" cy="317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36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a:endParaRPr/>
          </a:p>
        </p:txBody>
      </p:sp>
      <p:sp>
        <p:nvSpPr>
          <p:cNvPr id="249" name="Google Shape;249;p50"/>
          <p:cNvSpPr txBox="1">
            <a:spLocks noGrp="1"/>
          </p:cNvSpPr>
          <p:nvPr>
            <p:ph type="body" idx="1"/>
          </p:nvPr>
        </p:nvSpPr>
        <p:spPr>
          <a:xfrm>
            <a:off x="638750" y="4413181"/>
            <a:ext cx="5537100" cy="310500"/>
          </a:xfrm>
          <a:prstGeom prst="rect">
            <a:avLst/>
          </a:prstGeom>
          <a:noFill/>
          <a:ln>
            <a:noFill/>
          </a:ln>
        </p:spPr>
        <p:txBody>
          <a:bodyPr spcFirstLastPara="1" wrap="square" lIns="91425" tIns="91425" rIns="91425" bIns="91425" anchor="b" anchorCtr="0">
            <a:noAutofit/>
          </a:bodyPr>
          <a:lstStyle>
            <a:lvl1pPr marL="457200" lvl="0"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1pPr>
            <a:lvl2pPr marL="914400" lvl="1"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2pPr>
            <a:lvl3pPr marL="1371600" lvl="2"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3pPr>
            <a:lvl4pPr marL="1828800" lvl="3"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4pPr>
            <a:lvl5pPr marL="2286000" lvl="4" indent="-298450" algn="l">
              <a:lnSpc>
                <a:spcPct val="100000"/>
              </a:lnSpc>
              <a:spcBef>
                <a:spcPts val="0"/>
              </a:spcBef>
              <a:spcAft>
                <a:spcPts val="0"/>
              </a:spcAft>
              <a:buClr>
                <a:schemeClr val="lt1"/>
              </a:buClr>
              <a:buSzPts val="1100"/>
              <a:buFont typeface="Barlow Medium"/>
              <a:buChar char="○"/>
              <a:defRPr>
                <a:solidFill>
                  <a:schemeClr val="lt1"/>
                </a:solidFill>
                <a:latin typeface="Barlow Medium"/>
                <a:ea typeface="Barlow Medium"/>
                <a:cs typeface="Barlow Medium"/>
                <a:sym typeface="Barlow Medium"/>
              </a:defRPr>
            </a:lvl5pPr>
            <a:lvl6pPr marL="2743200" lvl="5"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6pPr>
            <a:lvl7pPr marL="3200400" lvl="6"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7pPr>
            <a:lvl8pPr marL="3657600" lvl="7"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8pPr>
            <a:lvl9pPr marL="4114800" lvl="8" indent="-29845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9pPr>
          </a:lstStyle>
          <a:p>
            <a:endParaRPr/>
          </a:p>
        </p:txBody>
      </p:sp>
      <p:sp>
        <p:nvSpPr>
          <p:cNvPr id="250" name="Google Shape;250;p50"/>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Goals + 5 Images">
  <p:cSld name="CUSTOM_2">
    <p:bg>
      <p:bgPr>
        <a:solidFill>
          <a:schemeClr val="dk1"/>
        </a:solidFill>
        <a:effectLst/>
      </p:bgPr>
    </p:bg>
    <p:spTree>
      <p:nvGrpSpPr>
        <p:cNvPr id="1" name="Shape 251"/>
        <p:cNvGrpSpPr/>
        <p:nvPr/>
      </p:nvGrpSpPr>
      <p:grpSpPr>
        <a:xfrm>
          <a:off x="0" y="0"/>
          <a:ext cx="0" cy="0"/>
          <a:chOff x="0" y="0"/>
          <a:chExt cx="0" cy="0"/>
        </a:xfrm>
      </p:grpSpPr>
      <p:sp>
        <p:nvSpPr>
          <p:cNvPr id="252" name="Google Shape;252;p51"/>
          <p:cNvSpPr txBox="1">
            <a:spLocks noGrp="1"/>
          </p:cNvSpPr>
          <p:nvPr>
            <p:ph type="body" idx="1"/>
          </p:nvPr>
        </p:nvSpPr>
        <p:spPr>
          <a:xfrm>
            <a:off x="5481425" y="2715575"/>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53" name="Google Shape;253;p51"/>
          <p:cNvSpPr txBox="1">
            <a:spLocks noGrp="1"/>
          </p:cNvSpPr>
          <p:nvPr>
            <p:ph type="body" idx="2"/>
          </p:nvPr>
        </p:nvSpPr>
        <p:spPr>
          <a:xfrm>
            <a:off x="3918400" y="2715725"/>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54" name="Google Shape;254;p51"/>
          <p:cNvSpPr txBox="1">
            <a:spLocks noGrp="1"/>
          </p:cNvSpPr>
          <p:nvPr>
            <p:ph type="body" idx="3"/>
          </p:nvPr>
        </p:nvSpPr>
        <p:spPr>
          <a:xfrm>
            <a:off x="2349550" y="2715575"/>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55" name="Google Shape;255;p51"/>
          <p:cNvSpPr txBox="1">
            <a:spLocks noGrp="1"/>
          </p:cNvSpPr>
          <p:nvPr>
            <p:ph type="body" idx="4"/>
          </p:nvPr>
        </p:nvSpPr>
        <p:spPr>
          <a:xfrm>
            <a:off x="79115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a:endParaRPr/>
          </a:p>
        </p:txBody>
      </p:sp>
      <p:sp>
        <p:nvSpPr>
          <p:cNvPr id="256" name="Google Shape;256;p51"/>
          <p:cNvSpPr txBox="1">
            <a:spLocks noGrp="1"/>
          </p:cNvSpPr>
          <p:nvPr>
            <p:ph type="body" idx="5"/>
          </p:nvPr>
        </p:nvSpPr>
        <p:spPr>
          <a:xfrm>
            <a:off x="79115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57" name="Google Shape;257;p51"/>
          <p:cNvSpPr txBox="1">
            <a:spLocks noGrp="1"/>
          </p:cNvSpPr>
          <p:nvPr>
            <p:ph type="body" idx="6"/>
          </p:nvPr>
        </p:nvSpPr>
        <p:spPr>
          <a:xfrm>
            <a:off x="704445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cxnSp>
        <p:nvCxnSpPr>
          <p:cNvPr id="258" name="Google Shape;258;p51"/>
          <p:cNvCxnSpPr/>
          <p:nvPr/>
        </p:nvCxnSpPr>
        <p:spPr>
          <a:xfrm rot="10800000">
            <a:off x="827250" y="1481375"/>
            <a:ext cx="7489500" cy="0"/>
          </a:xfrm>
          <a:prstGeom prst="straightConnector1">
            <a:avLst/>
          </a:prstGeom>
          <a:noFill/>
          <a:ln w="19050" cap="flat" cmpd="sng">
            <a:solidFill>
              <a:schemeClr val="accent1"/>
            </a:solidFill>
            <a:prstDash val="solid"/>
            <a:round/>
            <a:headEnd type="none" w="sm" len="sm"/>
            <a:tailEnd type="none" w="sm" len="sm"/>
          </a:ln>
        </p:spPr>
      </p:cxnSp>
      <p:sp>
        <p:nvSpPr>
          <p:cNvPr id="259" name="Google Shape;259;p51"/>
          <p:cNvSpPr>
            <a:spLocks noGrp="1"/>
          </p:cNvSpPr>
          <p:nvPr>
            <p:ph type="pic" idx="7"/>
          </p:nvPr>
        </p:nvSpPr>
        <p:spPr>
          <a:xfrm>
            <a:off x="7049625" y="523025"/>
            <a:ext cx="1305900" cy="1918500"/>
          </a:xfrm>
          <a:prstGeom prst="roundRect">
            <a:avLst>
              <a:gd name="adj" fmla="val 16667"/>
            </a:avLst>
          </a:prstGeom>
          <a:noFill/>
          <a:ln>
            <a:noFill/>
          </a:ln>
        </p:spPr>
      </p:sp>
      <p:sp>
        <p:nvSpPr>
          <p:cNvPr id="260" name="Google Shape;260;p51"/>
          <p:cNvSpPr>
            <a:spLocks noGrp="1"/>
          </p:cNvSpPr>
          <p:nvPr>
            <p:ph type="pic" idx="8"/>
          </p:nvPr>
        </p:nvSpPr>
        <p:spPr>
          <a:xfrm>
            <a:off x="784775" y="522100"/>
            <a:ext cx="1305900" cy="1918500"/>
          </a:xfrm>
          <a:prstGeom prst="roundRect">
            <a:avLst>
              <a:gd name="adj" fmla="val 16667"/>
            </a:avLst>
          </a:prstGeom>
          <a:noFill/>
          <a:ln>
            <a:noFill/>
          </a:ln>
        </p:spPr>
      </p:sp>
      <p:sp>
        <p:nvSpPr>
          <p:cNvPr id="261" name="Google Shape;261;p51"/>
          <p:cNvSpPr>
            <a:spLocks noGrp="1"/>
          </p:cNvSpPr>
          <p:nvPr>
            <p:ph type="pic" idx="9"/>
          </p:nvPr>
        </p:nvSpPr>
        <p:spPr>
          <a:xfrm>
            <a:off x="2343950" y="523500"/>
            <a:ext cx="1305900" cy="1918500"/>
          </a:xfrm>
          <a:prstGeom prst="roundRect">
            <a:avLst>
              <a:gd name="adj" fmla="val 16667"/>
            </a:avLst>
          </a:prstGeom>
          <a:noFill/>
          <a:ln>
            <a:noFill/>
          </a:ln>
        </p:spPr>
      </p:sp>
      <p:sp>
        <p:nvSpPr>
          <p:cNvPr id="262" name="Google Shape;262;p51"/>
          <p:cNvSpPr>
            <a:spLocks noGrp="1"/>
          </p:cNvSpPr>
          <p:nvPr>
            <p:ph type="pic" idx="13"/>
          </p:nvPr>
        </p:nvSpPr>
        <p:spPr>
          <a:xfrm>
            <a:off x="3915213" y="523500"/>
            <a:ext cx="1305900" cy="1918500"/>
          </a:xfrm>
          <a:prstGeom prst="roundRect">
            <a:avLst>
              <a:gd name="adj" fmla="val 16667"/>
            </a:avLst>
          </a:prstGeom>
          <a:noFill/>
          <a:ln>
            <a:noFill/>
          </a:ln>
        </p:spPr>
      </p:sp>
      <p:sp>
        <p:nvSpPr>
          <p:cNvPr id="263" name="Google Shape;263;p51"/>
          <p:cNvSpPr>
            <a:spLocks noGrp="1"/>
          </p:cNvSpPr>
          <p:nvPr>
            <p:ph type="pic" idx="14"/>
          </p:nvPr>
        </p:nvSpPr>
        <p:spPr>
          <a:xfrm>
            <a:off x="5490975" y="523500"/>
            <a:ext cx="1305900" cy="1918500"/>
          </a:xfrm>
          <a:prstGeom prst="roundRect">
            <a:avLst>
              <a:gd name="adj" fmla="val 16667"/>
            </a:avLst>
          </a:prstGeom>
          <a:noFill/>
          <a:ln>
            <a:noFill/>
          </a:ln>
        </p:spPr>
      </p:sp>
      <p:sp>
        <p:nvSpPr>
          <p:cNvPr id="264" name="Google Shape;264;p51"/>
          <p:cNvSpPr txBox="1">
            <a:spLocks noGrp="1"/>
          </p:cNvSpPr>
          <p:nvPr>
            <p:ph type="body" idx="15"/>
          </p:nvPr>
        </p:nvSpPr>
        <p:spPr>
          <a:xfrm>
            <a:off x="5481425" y="4112700"/>
            <a:ext cx="2877600" cy="5052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265" name="Google Shape;265;p51"/>
          <p:cNvSpPr txBox="1">
            <a:spLocks noGrp="1"/>
          </p:cNvSpPr>
          <p:nvPr>
            <p:ph type="subTitle" idx="16"/>
          </p:nvPr>
        </p:nvSpPr>
        <p:spPr>
          <a:xfrm>
            <a:off x="5481425" y="3897300"/>
            <a:ext cx="2877600" cy="2154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a:endParaRPr/>
          </a:p>
        </p:txBody>
      </p:sp>
      <p:sp>
        <p:nvSpPr>
          <p:cNvPr id="266" name="Google Shape;266;p51"/>
          <p:cNvSpPr txBox="1">
            <a:spLocks noGrp="1"/>
          </p:cNvSpPr>
          <p:nvPr>
            <p:ph type="body" idx="17"/>
          </p:nvPr>
        </p:nvSpPr>
        <p:spPr>
          <a:xfrm>
            <a:off x="234950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a:endParaRPr/>
          </a:p>
        </p:txBody>
      </p:sp>
      <p:sp>
        <p:nvSpPr>
          <p:cNvPr id="267" name="Google Shape;267;p51"/>
          <p:cNvSpPr txBox="1">
            <a:spLocks noGrp="1"/>
          </p:cNvSpPr>
          <p:nvPr>
            <p:ph type="body" idx="18"/>
          </p:nvPr>
        </p:nvSpPr>
        <p:spPr>
          <a:xfrm>
            <a:off x="3915488"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a:endParaRPr/>
          </a:p>
        </p:txBody>
      </p:sp>
      <p:sp>
        <p:nvSpPr>
          <p:cNvPr id="268" name="Google Shape;268;p51"/>
          <p:cNvSpPr txBox="1">
            <a:spLocks noGrp="1"/>
          </p:cNvSpPr>
          <p:nvPr>
            <p:ph type="body" idx="19"/>
          </p:nvPr>
        </p:nvSpPr>
        <p:spPr>
          <a:xfrm>
            <a:off x="5479963"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a:endParaRPr/>
          </a:p>
        </p:txBody>
      </p:sp>
      <p:sp>
        <p:nvSpPr>
          <p:cNvPr id="269" name="Google Shape;269;p51"/>
          <p:cNvSpPr txBox="1">
            <a:spLocks noGrp="1"/>
          </p:cNvSpPr>
          <p:nvPr>
            <p:ph type="body" idx="20"/>
          </p:nvPr>
        </p:nvSpPr>
        <p:spPr>
          <a:xfrm>
            <a:off x="7047338"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a:endParaRPr/>
          </a:p>
        </p:txBody>
      </p:sp>
      <p:sp>
        <p:nvSpPr>
          <p:cNvPr id="270" name="Google Shape;270;p51"/>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Strategy Canvas / Line Graph">
  <p:cSld name="CUSTOM_3">
    <p:bg>
      <p:bgPr>
        <a:solidFill>
          <a:schemeClr val="dk1"/>
        </a:solidFill>
        <a:effectLst/>
      </p:bgPr>
    </p:bg>
    <p:spTree>
      <p:nvGrpSpPr>
        <p:cNvPr id="1" name="Shape 271"/>
        <p:cNvGrpSpPr/>
        <p:nvPr/>
      </p:nvGrpSpPr>
      <p:grpSpPr>
        <a:xfrm>
          <a:off x="0" y="0"/>
          <a:ext cx="0" cy="0"/>
          <a:chOff x="0" y="0"/>
          <a:chExt cx="0" cy="0"/>
        </a:xfrm>
      </p:grpSpPr>
      <p:sp>
        <p:nvSpPr>
          <p:cNvPr id="272" name="Google Shape;272;p52"/>
          <p:cNvSpPr txBox="1">
            <a:spLocks noGrp="1"/>
          </p:cNvSpPr>
          <p:nvPr>
            <p:ph type="body" idx="1"/>
          </p:nvPr>
        </p:nvSpPr>
        <p:spPr>
          <a:xfrm>
            <a:off x="3917825" y="4024920"/>
            <a:ext cx="4441200" cy="5052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273" name="Google Shape;273;p52"/>
          <p:cNvSpPr txBox="1">
            <a:spLocks noGrp="1"/>
          </p:cNvSpPr>
          <p:nvPr>
            <p:ph type="subTitle" idx="2"/>
          </p:nvPr>
        </p:nvSpPr>
        <p:spPr>
          <a:xfrm>
            <a:off x="783675" y="3967895"/>
            <a:ext cx="2877600" cy="4311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1pPr>
            <a:lvl2pPr lvl="1"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2pPr>
            <a:lvl3pPr lvl="2"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3pPr>
            <a:lvl4pPr lvl="3"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4pPr>
            <a:lvl5pPr lvl="4"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5pPr>
            <a:lvl6pPr lvl="5"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6pPr>
            <a:lvl7pPr lvl="6"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7pPr>
            <a:lvl8pPr lvl="7"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8pPr>
            <a:lvl9pPr lvl="8"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9pPr>
          </a:lstStyle>
          <a:p>
            <a:endParaRPr/>
          </a:p>
        </p:txBody>
      </p:sp>
      <p:sp>
        <p:nvSpPr>
          <p:cNvPr id="274" name="Google Shape;274;p52"/>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Section Header">
  <p:cSld name="CUSTOM_4">
    <p:spTree>
      <p:nvGrpSpPr>
        <p:cNvPr id="1" name="Shape 275"/>
        <p:cNvGrpSpPr/>
        <p:nvPr/>
      </p:nvGrpSpPr>
      <p:grpSpPr>
        <a:xfrm>
          <a:off x="0" y="0"/>
          <a:ext cx="0" cy="0"/>
          <a:chOff x="0" y="0"/>
          <a:chExt cx="0" cy="0"/>
        </a:xfrm>
      </p:grpSpPr>
      <p:sp>
        <p:nvSpPr>
          <p:cNvPr id="276" name="Google Shape;276;p53"/>
          <p:cNvSpPr txBox="1">
            <a:spLocks noGrp="1"/>
          </p:cNvSpPr>
          <p:nvPr>
            <p:ph type="title"/>
          </p:nvPr>
        </p:nvSpPr>
        <p:spPr>
          <a:xfrm>
            <a:off x="697350" y="2932550"/>
            <a:ext cx="7749300" cy="1015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a:endParaRPr/>
          </a:p>
        </p:txBody>
      </p:sp>
      <p:sp>
        <p:nvSpPr>
          <p:cNvPr id="277" name="Google Shape;277;p53"/>
          <p:cNvSpPr txBox="1">
            <a:spLocks noGrp="1"/>
          </p:cNvSpPr>
          <p:nvPr>
            <p:ph type="title" idx="2"/>
          </p:nvPr>
        </p:nvSpPr>
        <p:spPr>
          <a:xfrm>
            <a:off x="3278250" y="1194450"/>
            <a:ext cx="2587500" cy="19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2"/>
              </a:buClr>
              <a:buSzPts val="12800"/>
              <a:buNone/>
              <a:defRPr sz="12800">
                <a:solidFill>
                  <a:schemeClr val="accent2"/>
                </a:solidFill>
              </a:defRPr>
            </a:lvl1pPr>
            <a:lvl2pPr lvl="1"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2pPr>
            <a:lvl3pPr lvl="2"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3pPr>
            <a:lvl4pPr lvl="3"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4pPr>
            <a:lvl5pPr lvl="4"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5pPr>
            <a:lvl6pPr lvl="5"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6pPr>
            <a:lvl7pPr lvl="6"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7pPr>
            <a:lvl8pPr lvl="7"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8pPr>
            <a:lvl9pPr lvl="8"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9pPr>
          </a:lstStyle>
          <a:p>
            <a:endParaRPr/>
          </a:p>
        </p:txBody>
      </p:sp>
      <p:sp>
        <p:nvSpPr>
          <p:cNvPr id="278" name="Google Shape;278;p53"/>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KPIs / Objectives">
  <p:cSld name="CUSTOM_5">
    <p:bg>
      <p:bgPr>
        <a:solidFill>
          <a:schemeClr val="dk1"/>
        </a:solidFill>
        <a:effectLst/>
      </p:bgPr>
    </p:bg>
    <p:spTree>
      <p:nvGrpSpPr>
        <p:cNvPr id="1" name="Shape 279"/>
        <p:cNvGrpSpPr/>
        <p:nvPr/>
      </p:nvGrpSpPr>
      <p:grpSpPr>
        <a:xfrm>
          <a:off x="0" y="0"/>
          <a:ext cx="0" cy="0"/>
          <a:chOff x="0" y="0"/>
          <a:chExt cx="0" cy="0"/>
        </a:xfrm>
      </p:grpSpPr>
      <p:sp>
        <p:nvSpPr>
          <p:cNvPr id="280" name="Google Shape;280;p54"/>
          <p:cNvSpPr/>
          <p:nvPr/>
        </p:nvSpPr>
        <p:spPr>
          <a:xfrm rot="-5400000">
            <a:off x="4090300" y="-436575"/>
            <a:ext cx="4099200" cy="6015000"/>
          </a:xfrm>
          <a:prstGeom prst="round2Same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accent2"/>
              </a:solidFill>
              <a:latin typeface="Arial"/>
              <a:ea typeface="Arial"/>
              <a:cs typeface="Arial"/>
              <a:sym typeface="Arial"/>
            </a:endParaRPr>
          </a:p>
        </p:txBody>
      </p:sp>
      <p:sp>
        <p:nvSpPr>
          <p:cNvPr id="281" name="Google Shape;281;p54"/>
          <p:cNvSpPr txBox="1">
            <a:spLocks noGrp="1"/>
          </p:cNvSpPr>
          <p:nvPr>
            <p:ph type="body" idx="1"/>
          </p:nvPr>
        </p:nvSpPr>
        <p:spPr>
          <a:xfrm>
            <a:off x="3918400" y="3680775"/>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282" name="Google Shape;282;p54"/>
          <p:cNvSpPr txBox="1">
            <a:spLocks noGrp="1"/>
          </p:cNvSpPr>
          <p:nvPr>
            <p:ph type="body" idx="2"/>
          </p:nvPr>
        </p:nvSpPr>
        <p:spPr>
          <a:xfrm>
            <a:off x="3918400" y="3780825"/>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83" name="Google Shape;283;p54"/>
          <p:cNvSpPr txBox="1">
            <a:spLocks noGrp="1"/>
          </p:cNvSpPr>
          <p:nvPr>
            <p:ph type="body" idx="3"/>
          </p:nvPr>
        </p:nvSpPr>
        <p:spPr>
          <a:xfrm>
            <a:off x="7044450" y="36805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284" name="Google Shape;284;p54"/>
          <p:cNvSpPr txBox="1">
            <a:spLocks noGrp="1"/>
          </p:cNvSpPr>
          <p:nvPr>
            <p:ph type="body" idx="4"/>
          </p:nvPr>
        </p:nvSpPr>
        <p:spPr>
          <a:xfrm>
            <a:off x="7044450" y="37806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85" name="Google Shape;285;p54"/>
          <p:cNvSpPr>
            <a:spLocks noGrp="1"/>
          </p:cNvSpPr>
          <p:nvPr>
            <p:ph type="pic" idx="5"/>
          </p:nvPr>
        </p:nvSpPr>
        <p:spPr>
          <a:xfrm>
            <a:off x="7049625" y="1588125"/>
            <a:ext cx="1305900" cy="1918500"/>
          </a:xfrm>
          <a:prstGeom prst="roundRect">
            <a:avLst>
              <a:gd name="adj" fmla="val 16667"/>
            </a:avLst>
          </a:prstGeom>
          <a:noFill/>
          <a:ln>
            <a:noFill/>
          </a:ln>
        </p:spPr>
      </p:sp>
      <p:sp>
        <p:nvSpPr>
          <p:cNvPr id="286" name="Google Shape;286;p54"/>
          <p:cNvSpPr>
            <a:spLocks noGrp="1"/>
          </p:cNvSpPr>
          <p:nvPr>
            <p:ph type="pic" idx="6"/>
          </p:nvPr>
        </p:nvSpPr>
        <p:spPr>
          <a:xfrm>
            <a:off x="3915213" y="1588600"/>
            <a:ext cx="1305900" cy="1918500"/>
          </a:xfrm>
          <a:prstGeom prst="roundRect">
            <a:avLst>
              <a:gd name="adj" fmla="val 16667"/>
            </a:avLst>
          </a:prstGeom>
          <a:noFill/>
          <a:ln>
            <a:noFill/>
          </a:ln>
        </p:spPr>
      </p:sp>
      <p:sp>
        <p:nvSpPr>
          <p:cNvPr id="287" name="Google Shape;287;p54"/>
          <p:cNvSpPr>
            <a:spLocks noGrp="1"/>
          </p:cNvSpPr>
          <p:nvPr>
            <p:ph type="pic" idx="7"/>
          </p:nvPr>
        </p:nvSpPr>
        <p:spPr>
          <a:xfrm>
            <a:off x="5490975" y="1588600"/>
            <a:ext cx="1305900" cy="1918500"/>
          </a:xfrm>
          <a:prstGeom prst="roundRect">
            <a:avLst>
              <a:gd name="adj" fmla="val 16667"/>
            </a:avLst>
          </a:prstGeom>
          <a:noFill/>
          <a:ln>
            <a:noFill/>
          </a:ln>
        </p:spPr>
      </p:sp>
      <p:sp>
        <p:nvSpPr>
          <p:cNvPr id="288" name="Google Shape;288;p54"/>
          <p:cNvSpPr txBox="1">
            <a:spLocks noGrp="1"/>
          </p:cNvSpPr>
          <p:nvPr>
            <p:ph type="subTitle" idx="8"/>
          </p:nvPr>
        </p:nvSpPr>
        <p:spPr>
          <a:xfrm>
            <a:off x="3918800" y="1034575"/>
            <a:ext cx="1307100" cy="554100"/>
          </a:xfrm>
          <a:prstGeom prst="rect">
            <a:avLst/>
          </a:prstGeom>
          <a:noFill/>
          <a:ln>
            <a:noFill/>
          </a:ln>
        </p:spPr>
        <p:txBody>
          <a:bodyPr spcFirstLastPara="1" wrap="square" lIns="0" tIns="0" rIns="0" bIns="0" anchor="b" anchorCtr="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a:endParaRPr/>
          </a:p>
        </p:txBody>
      </p:sp>
      <p:sp>
        <p:nvSpPr>
          <p:cNvPr id="289" name="Google Shape;289;p54"/>
          <p:cNvSpPr txBox="1">
            <a:spLocks noGrp="1"/>
          </p:cNvSpPr>
          <p:nvPr>
            <p:ph type="subTitle" idx="9"/>
          </p:nvPr>
        </p:nvSpPr>
        <p:spPr>
          <a:xfrm>
            <a:off x="5484775" y="1034575"/>
            <a:ext cx="1307100" cy="554100"/>
          </a:xfrm>
          <a:prstGeom prst="rect">
            <a:avLst/>
          </a:prstGeom>
          <a:noFill/>
          <a:ln>
            <a:noFill/>
          </a:ln>
        </p:spPr>
        <p:txBody>
          <a:bodyPr spcFirstLastPara="1" wrap="square" lIns="0" tIns="0" rIns="0" bIns="0" anchor="b" anchorCtr="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a:endParaRPr/>
          </a:p>
        </p:txBody>
      </p:sp>
      <p:sp>
        <p:nvSpPr>
          <p:cNvPr id="290" name="Google Shape;290;p54"/>
          <p:cNvSpPr txBox="1">
            <a:spLocks noGrp="1"/>
          </p:cNvSpPr>
          <p:nvPr>
            <p:ph type="subTitle" idx="13"/>
          </p:nvPr>
        </p:nvSpPr>
        <p:spPr>
          <a:xfrm>
            <a:off x="7050750" y="1032775"/>
            <a:ext cx="1307100" cy="554100"/>
          </a:xfrm>
          <a:prstGeom prst="rect">
            <a:avLst/>
          </a:prstGeom>
          <a:noFill/>
          <a:ln>
            <a:noFill/>
          </a:ln>
        </p:spPr>
        <p:txBody>
          <a:bodyPr spcFirstLastPara="1" wrap="square" lIns="0" tIns="0" rIns="0" bIns="0" anchor="b" anchorCtr="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a:endParaRPr/>
          </a:p>
        </p:txBody>
      </p:sp>
      <p:sp>
        <p:nvSpPr>
          <p:cNvPr id="291" name="Google Shape;291;p54"/>
          <p:cNvSpPr txBox="1">
            <a:spLocks noGrp="1"/>
          </p:cNvSpPr>
          <p:nvPr>
            <p:ph type="body" idx="14"/>
          </p:nvPr>
        </p:nvSpPr>
        <p:spPr>
          <a:xfrm>
            <a:off x="507400" y="1828050"/>
            <a:ext cx="2136300" cy="2973300"/>
          </a:xfrm>
          <a:prstGeom prst="rect">
            <a:avLst/>
          </a:prstGeom>
          <a:noFill/>
          <a:ln>
            <a:noFill/>
          </a:ln>
        </p:spPr>
        <p:txBody>
          <a:bodyPr spcFirstLastPara="1" wrap="square" lIns="91425" tIns="91425" rIns="91425" bIns="91425" anchor="t" anchorCtr="0">
            <a:noAutofit/>
          </a:bodyPr>
          <a:lstStyle>
            <a:lvl1pPr marL="457200" lvl="0" indent="-406400" algn="l">
              <a:lnSpc>
                <a:spcPct val="100000"/>
              </a:lnSpc>
              <a:spcBef>
                <a:spcPts val="0"/>
              </a:spcBef>
              <a:spcAft>
                <a:spcPts val="0"/>
              </a:spcAft>
              <a:buClr>
                <a:schemeClr val="accent2"/>
              </a:buClr>
              <a:buSzPts val="2800"/>
              <a:buChar char="●"/>
              <a:defRPr sz="2800">
                <a:solidFill>
                  <a:schemeClr val="accent2"/>
                </a:solidFill>
              </a:defRPr>
            </a:lvl1pPr>
            <a:lvl2pPr marL="914400" lvl="1" indent="-406400" algn="l">
              <a:lnSpc>
                <a:spcPct val="100000"/>
              </a:lnSpc>
              <a:spcBef>
                <a:spcPts val="0"/>
              </a:spcBef>
              <a:spcAft>
                <a:spcPts val="0"/>
              </a:spcAft>
              <a:buClr>
                <a:schemeClr val="accent2"/>
              </a:buClr>
              <a:buSzPts val="2800"/>
              <a:buChar char="○"/>
              <a:defRPr sz="2800">
                <a:solidFill>
                  <a:schemeClr val="accent2"/>
                </a:solidFill>
              </a:defRPr>
            </a:lvl2pPr>
            <a:lvl3pPr marL="1371600" lvl="2" indent="-406400" algn="l">
              <a:lnSpc>
                <a:spcPct val="100000"/>
              </a:lnSpc>
              <a:spcBef>
                <a:spcPts val="0"/>
              </a:spcBef>
              <a:spcAft>
                <a:spcPts val="0"/>
              </a:spcAft>
              <a:buClr>
                <a:schemeClr val="accent2"/>
              </a:buClr>
              <a:buSzPts val="2800"/>
              <a:buChar char="■"/>
              <a:defRPr sz="2800">
                <a:solidFill>
                  <a:schemeClr val="accent2"/>
                </a:solidFill>
              </a:defRPr>
            </a:lvl3pPr>
            <a:lvl4pPr marL="1828800" lvl="3" indent="-406400" algn="l">
              <a:lnSpc>
                <a:spcPct val="100000"/>
              </a:lnSpc>
              <a:spcBef>
                <a:spcPts val="0"/>
              </a:spcBef>
              <a:spcAft>
                <a:spcPts val="0"/>
              </a:spcAft>
              <a:buClr>
                <a:schemeClr val="accent2"/>
              </a:buClr>
              <a:buSzPts val="2800"/>
              <a:buChar char="●"/>
              <a:defRPr sz="2800">
                <a:solidFill>
                  <a:schemeClr val="accent2"/>
                </a:solidFill>
              </a:defRPr>
            </a:lvl4pPr>
            <a:lvl5pPr marL="2286000" lvl="4" indent="-406400" algn="l">
              <a:lnSpc>
                <a:spcPct val="100000"/>
              </a:lnSpc>
              <a:spcBef>
                <a:spcPts val="0"/>
              </a:spcBef>
              <a:spcAft>
                <a:spcPts val="0"/>
              </a:spcAft>
              <a:buClr>
                <a:schemeClr val="accent2"/>
              </a:buClr>
              <a:buSzPts val="2800"/>
              <a:buChar char="○"/>
              <a:defRPr sz="2800">
                <a:solidFill>
                  <a:schemeClr val="accent2"/>
                </a:solidFill>
              </a:defRPr>
            </a:lvl5pPr>
            <a:lvl6pPr marL="2743200" lvl="5" indent="-406400" algn="l">
              <a:lnSpc>
                <a:spcPct val="100000"/>
              </a:lnSpc>
              <a:spcBef>
                <a:spcPts val="0"/>
              </a:spcBef>
              <a:spcAft>
                <a:spcPts val="0"/>
              </a:spcAft>
              <a:buClr>
                <a:schemeClr val="accent2"/>
              </a:buClr>
              <a:buSzPts val="2800"/>
              <a:buChar char="■"/>
              <a:defRPr sz="2800">
                <a:solidFill>
                  <a:schemeClr val="accent2"/>
                </a:solidFill>
              </a:defRPr>
            </a:lvl6pPr>
            <a:lvl7pPr marL="3200400" lvl="6" indent="-406400" algn="l">
              <a:lnSpc>
                <a:spcPct val="100000"/>
              </a:lnSpc>
              <a:spcBef>
                <a:spcPts val="0"/>
              </a:spcBef>
              <a:spcAft>
                <a:spcPts val="0"/>
              </a:spcAft>
              <a:buClr>
                <a:schemeClr val="accent2"/>
              </a:buClr>
              <a:buSzPts val="2800"/>
              <a:buChar char="●"/>
              <a:defRPr sz="2800">
                <a:solidFill>
                  <a:schemeClr val="accent2"/>
                </a:solidFill>
              </a:defRPr>
            </a:lvl7pPr>
            <a:lvl8pPr marL="3657600" lvl="7" indent="-406400" algn="l">
              <a:lnSpc>
                <a:spcPct val="100000"/>
              </a:lnSpc>
              <a:spcBef>
                <a:spcPts val="0"/>
              </a:spcBef>
              <a:spcAft>
                <a:spcPts val="0"/>
              </a:spcAft>
              <a:buClr>
                <a:schemeClr val="accent2"/>
              </a:buClr>
              <a:buSzPts val="2800"/>
              <a:buChar char="○"/>
              <a:defRPr sz="2800">
                <a:solidFill>
                  <a:schemeClr val="accent2"/>
                </a:solidFill>
              </a:defRPr>
            </a:lvl8pPr>
            <a:lvl9pPr marL="4114800" lvl="8" indent="-406400" algn="l">
              <a:lnSpc>
                <a:spcPct val="100000"/>
              </a:lnSpc>
              <a:spcBef>
                <a:spcPts val="0"/>
              </a:spcBef>
              <a:spcAft>
                <a:spcPts val="0"/>
              </a:spcAft>
              <a:buClr>
                <a:schemeClr val="accent2"/>
              </a:buClr>
              <a:buSzPts val="2800"/>
              <a:buChar char="■"/>
              <a:defRPr sz="2800">
                <a:solidFill>
                  <a:schemeClr val="accent2"/>
                </a:solidFill>
              </a:defRPr>
            </a:lvl9pPr>
          </a:lstStyle>
          <a:p>
            <a:endParaRPr/>
          </a:p>
        </p:txBody>
      </p:sp>
      <p:sp>
        <p:nvSpPr>
          <p:cNvPr id="292" name="Google Shape;292;p54"/>
          <p:cNvSpPr txBox="1">
            <a:spLocks noGrp="1"/>
          </p:cNvSpPr>
          <p:nvPr>
            <p:ph type="body" idx="15"/>
          </p:nvPr>
        </p:nvSpPr>
        <p:spPr>
          <a:xfrm>
            <a:off x="5481425" y="3680775"/>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293" name="Google Shape;293;p54"/>
          <p:cNvSpPr txBox="1">
            <a:spLocks noGrp="1"/>
          </p:cNvSpPr>
          <p:nvPr>
            <p:ph type="body" idx="16"/>
          </p:nvPr>
        </p:nvSpPr>
        <p:spPr>
          <a:xfrm>
            <a:off x="5481425" y="3780825"/>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294" name="Google Shape;294;p54"/>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432">
          <p15:clr>
            <a:srgbClr val="E46962"/>
          </p15:clr>
        </p15:guide>
        <p15:guide id="2" orient="horz" pos="2088">
          <p15:clr>
            <a:srgbClr val="E46962"/>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ction Plan + 5 Images">
  <p:cSld name="CUSTOM_6">
    <p:bg>
      <p:bgPr>
        <a:solidFill>
          <a:schemeClr val="accent6"/>
        </a:solidFill>
        <a:effectLst/>
      </p:bgPr>
    </p:bg>
    <p:spTree>
      <p:nvGrpSpPr>
        <p:cNvPr id="1" name="Shape 295"/>
        <p:cNvGrpSpPr/>
        <p:nvPr/>
      </p:nvGrpSpPr>
      <p:grpSpPr>
        <a:xfrm>
          <a:off x="0" y="0"/>
          <a:ext cx="0" cy="0"/>
          <a:chOff x="0" y="0"/>
          <a:chExt cx="0" cy="0"/>
        </a:xfrm>
      </p:grpSpPr>
      <p:sp>
        <p:nvSpPr>
          <p:cNvPr id="296" name="Google Shape;296;p55"/>
          <p:cNvSpPr txBox="1">
            <a:spLocks noGrp="1"/>
          </p:cNvSpPr>
          <p:nvPr>
            <p:ph type="body" idx="1"/>
          </p:nvPr>
        </p:nvSpPr>
        <p:spPr>
          <a:xfrm>
            <a:off x="79115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297" name="Google Shape;297;p55"/>
          <p:cNvSpPr txBox="1">
            <a:spLocks noGrp="1"/>
          </p:cNvSpPr>
          <p:nvPr>
            <p:ph type="body" idx="2"/>
          </p:nvPr>
        </p:nvSpPr>
        <p:spPr>
          <a:xfrm>
            <a:off x="79115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cxnSp>
        <p:nvCxnSpPr>
          <p:cNvPr id="298" name="Google Shape;298;p55"/>
          <p:cNvCxnSpPr/>
          <p:nvPr/>
        </p:nvCxnSpPr>
        <p:spPr>
          <a:xfrm rot="10800000">
            <a:off x="827250" y="1481375"/>
            <a:ext cx="7489500" cy="0"/>
          </a:xfrm>
          <a:prstGeom prst="straightConnector1">
            <a:avLst/>
          </a:prstGeom>
          <a:noFill/>
          <a:ln w="19050" cap="flat" cmpd="sng">
            <a:solidFill>
              <a:schemeClr val="accent2"/>
            </a:solidFill>
            <a:prstDash val="solid"/>
            <a:round/>
            <a:headEnd type="none" w="sm" len="sm"/>
            <a:tailEnd type="none" w="sm" len="sm"/>
          </a:ln>
        </p:spPr>
      </p:cxnSp>
      <p:sp>
        <p:nvSpPr>
          <p:cNvPr id="299" name="Google Shape;299;p55"/>
          <p:cNvSpPr>
            <a:spLocks noGrp="1"/>
          </p:cNvSpPr>
          <p:nvPr>
            <p:ph type="pic" idx="3"/>
          </p:nvPr>
        </p:nvSpPr>
        <p:spPr>
          <a:xfrm>
            <a:off x="7049625" y="523025"/>
            <a:ext cx="1305900" cy="1918500"/>
          </a:xfrm>
          <a:prstGeom prst="roundRect">
            <a:avLst>
              <a:gd name="adj" fmla="val 16667"/>
            </a:avLst>
          </a:prstGeom>
          <a:noFill/>
          <a:ln>
            <a:noFill/>
          </a:ln>
        </p:spPr>
      </p:sp>
      <p:sp>
        <p:nvSpPr>
          <p:cNvPr id="300" name="Google Shape;300;p55"/>
          <p:cNvSpPr>
            <a:spLocks noGrp="1"/>
          </p:cNvSpPr>
          <p:nvPr>
            <p:ph type="pic" idx="4"/>
          </p:nvPr>
        </p:nvSpPr>
        <p:spPr>
          <a:xfrm>
            <a:off x="784775" y="522100"/>
            <a:ext cx="1305900" cy="1918500"/>
          </a:xfrm>
          <a:prstGeom prst="roundRect">
            <a:avLst>
              <a:gd name="adj" fmla="val 16667"/>
            </a:avLst>
          </a:prstGeom>
          <a:noFill/>
          <a:ln>
            <a:noFill/>
          </a:ln>
        </p:spPr>
      </p:sp>
      <p:sp>
        <p:nvSpPr>
          <p:cNvPr id="301" name="Google Shape;301;p55"/>
          <p:cNvSpPr>
            <a:spLocks noGrp="1"/>
          </p:cNvSpPr>
          <p:nvPr>
            <p:ph type="pic" idx="5"/>
          </p:nvPr>
        </p:nvSpPr>
        <p:spPr>
          <a:xfrm>
            <a:off x="2343950" y="523500"/>
            <a:ext cx="1305900" cy="1918500"/>
          </a:xfrm>
          <a:prstGeom prst="roundRect">
            <a:avLst>
              <a:gd name="adj" fmla="val 16667"/>
            </a:avLst>
          </a:prstGeom>
          <a:noFill/>
          <a:ln>
            <a:noFill/>
          </a:ln>
        </p:spPr>
      </p:sp>
      <p:sp>
        <p:nvSpPr>
          <p:cNvPr id="302" name="Google Shape;302;p55"/>
          <p:cNvSpPr>
            <a:spLocks noGrp="1"/>
          </p:cNvSpPr>
          <p:nvPr>
            <p:ph type="pic" idx="6"/>
          </p:nvPr>
        </p:nvSpPr>
        <p:spPr>
          <a:xfrm>
            <a:off x="3915213" y="523500"/>
            <a:ext cx="1305900" cy="1918500"/>
          </a:xfrm>
          <a:prstGeom prst="roundRect">
            <a:avLst>
              <a:gd name="adj" fmla="val 16667"/>
            </a:avLst>
          </a:prstGeom>
          <a:noFill/>
          <a:ln>
            <a:noFill/>
          </a:ln>
        </p:spPr>
      </p:sp>
      <p:sp>
        <p:nvSpPr>
          <p:cNvPr id="303" name="Google Shape;303;p55"/>
          <p:cNvSpPr>
            <a:spLocks noGrp="1"/>
          </p:cNvSpPr>
          <p:nvPr>
            <p:ph type="pic" idx="7"/>
          </p:nvPr>
        </p:nvSpPr>
        <p:spPr>
          <a:xfrm>
            <a:off x="5490975" y="523500"/>
            <a:ext cx="1305900" cy="1918500"/>
          </a:xfrm>
          <a:prstGeom prst="roundRect">
            <a:avLst>
              <a:gd name="adj" fmla="val 16667"/>
            </a:avLst>
          </a:prstGeom>
          <a:noFill/>
          <a:ln>
            <a:noFill/>
          </a:ln>
        </p:spPr>
      </p:sp>
      <p:sp>
        <p:nvSpPr>
          <p:cNvPr id="304" name="Google Shape;304;p55"/>
          <p:cNvSpPr txBox="1">
            <a:spLocks noGrp="1"/>
          </p:cNvSpPr>
          <p:nvPr>
            <p:ph type="body" idx="8"/>
          </p:nvPr>
        </p:nvSpPr>
        <p:spPr>
          <a:xfrm>
            <a:off x="5481425" y="4112700"/>
            <a:ext cx="2877600" cy="5052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305" name="Google Shape;305;p55"/>
          <p:cNvSpPr txBox="1">
            <a:spLocks noGrp="1"/>
          </p:cNvSpPr>
          <p:nvPr>
            <p:ph type="subTitle" idx="9"/>
          </p:nvPr>
        </p:nvSpPr>
        <p:spPr>
          <a:xfrm>
            <a:off x="5481425" y="3897300"/>
            <a:ext cx="2877600" cy="2154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9pPr>
          </a:lstStyle>
          <a:p>
            <a:endParaRPr/>
          </a:p>
        </p:txBody>
      </p:sp>
      <p:sp>
        <p:nvSpPr>
          <p:cNvPr id="306" name="Google Shape;306;p55"/>
          <p:cNvSpPr txBox="1">
            <a:spLocks noGrp="1"/>
          </p:cNvSpPr>
          <p:nvPr>
            <p:ph type="body" idx="13"/>
          </p:nvPr>
        </p:nvSpPr>
        <p:spPr>
          <a:xfrm>
            <a:off x="234950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307" name="Google Shape;307;p55"/>
          <p:cNvSpPr txBox="1">
            <a:spLocks noGrp="1"/>
          </p:cNvSpPr>
          <p:nvPr>
            <p:ph type="body" idx="14"/>
          </p:nvPr>
        </p:nvSpPr>
        <p:spPr>
          <a:xfrm>
            <a:off x="234950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308" name="Google Shape;308;p55"/>
          <p:cNvSpPr txBox="1">
            <a:spLocks noGrp="1"/>
          </p:cNvSpPr>
          <p:nvPr>
            <p:ph type="body" idx="15"/>
          </p:nvPr>
        </p:nvSpPr>
        <p:spPr>
          <a:xfrm>
            <a:off x="390785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309" name="Google Shape;309;p55"/>
          <p:cNvSpPr txBox="1">
            <a:spLocks noGrp="1"/>
          </p:cNvSpPr>
          <p:nvPr>
            <p:ph type="body" idx="16"/>
          </p:nvPr>
        </p:nvSpPr>
        <p:spPr>
          <a:xfrm>
            <a:off x="390785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310" name="Google Shape;310;p55"/>
          <p:cNvSpPr txBox="1">
            <a:spLocks noGrp="1"/>
          </p:cNvSpPr>
          <p:nvPr>
            <p:ph type="body" idx="17"/>
          </p:nvPr>
        </p:nvSpPr>
        <p:spPr>
          <a:xfrm>
            <a:off x="5496525"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311" name="Google Shape;311;p55"/>
          <p:cNvSpPr txBox="1">
            <a:spLocks noGrp="1"/>
          </p:cNvSpPr>
          <p:nvPr>
            <p:ph type="body" idx="18"/>
          </p:nvPr>
        </p:nvSpPr>
        <p:spPr>
          <a:xfrm>
            <a:off x="5496525"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312" name="Google Shape;312;p55"/>
          <p:cNvSpPr txBox="1">
            <a:spLocks noGrp="1"/>
          </p:cNvSpPr>
          <p:nvPr>
            <p:ph type="body" idx="19"/>
          </p:nvPr>
        </p:nvSpPr>
        <p:spPr>
          <a:xfrm>
            <a:off x="7085200" y="2615450"/>
            <a:ext cx="1294800" cy="100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a:endParaRPr/>
          </a:p>
        </p:txBody>
      </p:sp>
      <p:sp>
        <p:nvSpPr>
          <p:cNvPr id="313" name="Google Shape;313;p55"/>
          <p:cNvSpPr txBox="1">
            <a:spLocks noGrp="1"/>
          </p:cNvSpPr>
          <p:nvPr>
            <p:ph type="body" idx="20"/>
          </p:nvPr>
        </p:nvSpPr>
        <p:spPr>
          <a:xfrm>
            <a:off x="7085200" y="2715500"/>
            <a:ext cx="1294800" cy="223200"/>
          </a:xfrm>
          <a:prstGeom prst="rect">
            <a:avLst/>
          </a:prstGeom>
          <a:noFill/>
          <a:ln>
            <a:noFill/>
          </a:ln>
        </p:spPr>
        <p:txBody>
          <a:bodyPr spcFirstLastPara="1" wrap="square" lIns="0" tIns="0" rIns="0" bIns="0" anchor="t" anchorCtr="0">
            <a:noAutofit/>
          </a:bodyPr>
          <a:lstStyle>
            <a:lvl1pPr marL="457200" lvl="0"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marL="914400" lvl="1"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marL="1371600" lvl="2"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marL="1828800" lvl="3"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marL="2286000" lvl="4"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marL="2743200" lvl="5"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marL="3200400" lvl="6"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marL="3657600" lvl="7"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marL="4114800" lvl="8" indent="-27305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a:endParaRPr/>
          </a:p>
        </p:txBody>
      </p:sp>
      <p:sp>
        <p:nvSpPr>
          <p:cNvPr id="314" name="Google Shape;314;p55"/>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meline Graphic">
  <p:cSld name="CUSTOM_9">
    <p:bg>
      <p:bgPr>
        <a:solidFill>
          <a:schemeClr val="dk1"/>
        </a:solidFill>
        <a:effectLst/>
      </p:bgPr>
    </p:bg>
    <p:spTree>
      <p:nvGrpSpPr>
        <p:cNvPr id="1" name="Shape 315"/>
        <p:cNvGrpSpPr/>
        <p:nvPr/>
      </p:nvGrpSpPr>
      <p:grpSpPr>
        <a:xfrm>
          <a:off x="0" y="0"/>
          <a:ext cx="0" cy="0"/>
          <a:chOff x="0" y="0"/>
          <a:chExt cx="0" cy="0"/>
        </a:xfrm>
      </p:grpSpPr>
      <p:sp>
        <p:nvSpPr>
          <p:cNvPr id="316" name="Google Shape;316;p56"/>
          <p:cNvSpPr txBox="1">
            <a:spLocks noGrp="1"/>
          </p:cNvSpPr>
          <p:nvPr>
            <p:ph type="body" idx="1"/>
          </p:nvPr>
        </p:nvSpPr>
        <p:spPr>
          <a:xfrm>
            <a:off x="3133000" y="514275"/>
            <a:ext cx="3890700" cy="5052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317" name="Google Shape;317;p56"/>
          <p:cNvSpPr txBox="1">
            <a:spLocks noGrp="1"/>
          </p:cNvSpPr>
          <p:nvPr>
            <p:ph type="body" idx="2"/>
          </p:nvPr>
        </p:nvSpPr>
        <p:spPr>
          <a:xfrm>
            <a:off x="657679" y="436194"/>
            <a:ext cx="2278800" cy="1985100"/>
          </a:xfrm>
          <a:prstGeom prst="rect">
            <a:avLst/>
          </a:prstGeom>
          <a:noFill/>
          <a:ln>
            <a:noFill/>
          </a:ln>
        </p:spPr>
        <p:txBody>
          <a:bodyPr spcFirstLastPara="1" wrap="square" lIns="91425" tIns="91425" rIns="91425" bIns="91425" anchor="t" anchorCtr="0">
            <a:noAutofit/>
          </a:bodyPr>
          <a:lstStyle>
            <a:lvl1pPr marL="457200" lvl="0" indent="-406400" algn="l">
              <a:lnSpc>
                <a:spcPct val="80000"/>
              </a:lnSpc>
              <a:spcBef>
                <a:spcPts val="0"/>
              </a:spcBef>
              <a:spcAft>
                <a:spcPts val="0"/>
              </a:spcAft>
              <a:buClr>
                <a:schemeClr val="accent2"/>
              </a:buClr>
              <a:buSzPts val="2800"/>
              <a:buChar char="●"/>
              <a:defRPr sz="2800">
                <a:solidFill>
                  <a:schemeClr val="accent2"/>
                </a:solidFill>
              </a:defRPr>
            </a:lvl1pPr>
            <a:lvl2pPr marL="914400" lvl="1" indent="-406400" algn="l">
              <a:lnSpc>
                <a:spcPct val="80000"/>
              </a:lnSpc>
              <a:spcBef>
                <a:spcPts val="0"/>
              </a:spcBef>
              <a:spcAft>
                <a:spcPts val="0"/>
              </a:spcAft>
              <a:buClr>
                <a:schemeClr val="accent2"/>
              </a:buClr>
              <a:buSzPts val="2800"/>
              <a:buChar char="○"/>
              <a:defRPr sz="2800">
                <a:solidFill>
                  <a:schemeClr val="accent2"/>
                </a:solidFill>
              </a:defRPr>
            </a:lvl2pPr>
            <a:lvl3pPr marL="1371600" lvl="2" indent="-406400" algn="l">
              <a:lnSpc>
                <a:spcPct val="80000"/>
              </a:lnSpc>
              <a:spcBef>
                <a:spcPts val="0"/>
              </a:spcBef>
              <a:spcAft>
                <a:spcPts val="0"/>
              </a:spcAft>
              <a:buClr>
                <a:schemeClr val="accent2"/>
              </a:buClr>
              <a:buSzPts val="2800"/>
              <a:buChar char="■"/>
              <a:defRPr sz="2800">
                <a:solidFill>
                  <a:schemeClr val="accent2"/>
                </a:solidFill>
              </a:defRPr>
            </a:lvl3pPr>
            <a:lvl4pPr marL="1828800" lvl="3" indent="-406400" algn="l">
              <a:lnSpc>
                <a:spcPct val="80000"/>
              </a:lnSpc>
              <a:spcBef>
                <a:spcPts val="0"/>
              </a:spcBef>
              <a:spcAft>
                <a:spcPts val="0"/>
              </a:spcAft>
              <a:buClr>
                <a:schemeClr val="accent2"/>
              </a:buClr>
              <a:buSzPts val="2800"/>
              <a:buChar char="●"/>
              <a:defRPr sz="2800">
                <a:solidFill>
                  <a:schemeClr val="accent2"/>
                </a:solidFill>
              </a:defRPr>
            </a:lvl4pPr>
            <a:lvl5pPr marL="2286000" lvl="4" indent="-406400" algn="l">
              <a:lnSpc>
                <a:spcPct val="80000"/>
              </a:lnSpc>
              <a:spcBef>
                <a:spcPts val="0"/>
              </a:spcBef>
              <a:spcAft>
                <a:spcPts val="0"/>
              </a:spcAft>
              <a:buClr>
                <a:schemeClr val="accent2"/>
              </a:buClr>
              <a:buSzPts val="2800"/>
              <a:buChar char="○"/>
              <a:defRPr sz="2800">
                <a:solidFill>
                  <a:schemeClr val="accent2"/>
                </a:solidFill>
              </a:defRPr>
            </a:lvl5pPr>
            <a:lvl6pPr marL="2743200" lvl="5" indent="-406400" algn="l">
              <a:lnSpc>
                <a:spcPct val="80000"/>
              </a:lnSpc>
              <a:spcBef>
                <a:spcPts val="0"/>
              </a:spcBef>
              <a:spcAft>
                <a:spcPts val="0"/>
              </a:spcAft>
              <a:buClr>
                <a:schemeClr val="accent2"/>
              </a:buClr>
              <a:buSzPts val="2800"/>
              <a:buChar char="■"/>
              <a:defRPr sz="2800">
                <a:solidFill>
                  <a:schemeClr val="accent2"/>
                </a:solidFill>
              </a:defRPr>
            </a:lvl6pPr>
            <a:lvl7pPr marL="3200400" lvl="6" indent="-406400" algn="l">
              <a:lnSpc>
                <a:spcPct val="80000"/>
              </a:lnSpc>
              <a:spcBef>
                <a:spcPts val="0"/>
              </a:spcBef>
              <a:spcAft>
                <a:spcPts val="0"/>
              </a:spcAft>
              <a:buClr>
                <a:schemeClr val="accent2"/>
              </a:buClr>
              <a:buSzPts val="2800"/>
              <a:buChar char="●"/>
              <a:defRPr sz="2800">
                <a:solidFill>
                  <a:schemeClr val="accent2"/>
                </a:solidFill>
              </a:defRPr>
            </a:lvl7pPr>
            <a:lvl8pPr marL="3657600" lvl="7" indent="-406400" algn="l">
              <a:lnSpc>
                <a:spcPct val="80000"/>
              </a:lnSpc>
              <a:spcBef>
                <a:spcPts val="0"/>
              </a:spcBef>
              <a:spcAft>
                <a:spcPts val="0"/>
              </a:spcAft>
              <a:buClr>
                <a:schemeClr val="accent2"/>
              </a:buClr>
              <a:buSzPts val="2800"/>
              <a:buChar char="○"/>
              <a:defRPr sz="2800">
                <a:solidFill>
                  <a:schemeClr val="accent2"/>
                </a:solidFill>
              </a:defRPr>
            </a:lvl8pPr>
            <a:lvl9pPr marL="4114800" lvl="8" indent="-406400" algn="l">
              <a:lnSpc>
                <a:spcPct val="80000"/>
              </a:lnSpc>
              <a:spcBef>
                <a:spcPts val="0"/>
              </a:spcBef>
              <a:spcAft>
                <a:spcPts val="0"/>
              </a:spcAft>
              <a:buClr>
                <a:schemeClr val="accent2"/>
              </a:buClr>
              <a:buSzPts val="2800"/>
              <a:buChar char="■"/>
              <a:defRPr sz="2800">
                <a:solidFill>
                  <a:schemeClr val="accent2"/>
                </a:solidFill>
              </a:defRPr>
            </a:lvl9pPr>
          </a:lstStyle>
          <a:p>
            <a:endParaRPr/>
          </a:p>
        </p:txBody>
      </p:sp>
      <p:sp>
        <p:nvSpPr>
          <p:cNvPr id="318" name="Google Shape;318;p56"/>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494">
          <p15:clr>
            <a:srgbClr val="E46962"/>
          </p15:clr>
        </p15:guide>
        <p15:guide id="2" orient="horz" pos="504">
          <p15:clr>
            <a:srgbClr val="E46962"/>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Revenue / Graphic">
  <p:cSld name="CUSTOM_12">
    <p:bg>
      <p:bgPr>
        <a:solidFill>
          <a:schemeClr val="dk1"/>
        </a:solidFill>
        <a:effectLst/>
      </p:bgPr>
    </p:bg>
    <p:spTree>
      <p:nvGrpSpPr>
        <p:cNvPr id="1" name="Shape 319"/>
        <p:cNvGrpSpPr/>
        <p:nvPr/>
      </p:nvGrpSpPr>
      <p:grpSpPr>
        <a:xfrm>
          <a:off x="0" y="0"/>
          <a:ext cx="0" cy="0"/>
          <a:chOff x="0" y="0"/>
          <a:chExt cx="0" cy="0"/>
        </a:xfrm>
      </p:grpSpPr>
      <p:sp>
        <p:nvSpPr>
          <p:cNvPr id="320" name="Google Shape;320;p57"/>
          <p:cNvSpPr txBox="1">
            <a:spLocks noGrp="1"/>
          </p:cNvSpPr>
          <p:nvPr>
            <p:ph type="body" idx="1"/>
          </p:nvPr>
        </p:nvSpPr>
        <p:spPr>
          <a:xfrm>
            <a:off x="569725" y="3435300"/>
            <a:ext cx="2884200" cy="1185300"/>
          </a:xfrm>
          <a:prstGeom prst="rect">
            <a:avLst/>
          </a:prstGeom>
          <a:noFill/>
          <a:ln>
            <a:noFill/>
          </a:ln>
        </p:spPr>
        <p:txBody>
          <a:bodyPr spcFirstLastPara="1" wrap="square" lIns="0" tIns="0" rIns="0" bIns="0" anchor="b" anchorCtr="0">
            <a:noAutofit/>
          </a:bodyPr>
          <a:lstStyle>
            <a:lvl1pPr marL="457200" lvl="0"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marL="914400" lvl="1"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marL="1371600" lvl="2"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marL="1828800" lvl="3"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marL="2286000" lvl="4" indent="-29845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marL="2743200" lvl="5"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marL="3200400" lvl="6"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marL="3657600" lvl="7"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marL="4114800" lvl="8" indent="-29845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a:endParaRPr/>
          </a:p>
        </p:txBody>
      </p:sp>
      <p:sp>
        <p:nvSpPr>
          <p:cNvPr id="321" name="Google Shape;321;p57"/>
          <p:cNvSpPr txBox="1">
            <a:spLocks noGrp="1"/>
          </p:cNvSpPr>
          <p:nvPr>
            <p:ph type="subTitle" idx="2"/>
          </p:nvPr>
        </p:nvSpPr>
        <p:spPr>
          <a:xfrm>
            <a:off x="466802" y="445100"/>
            <a:ext cx="2403600" cy="5379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2pPr>
            <a:lvl3pPr lvl="2"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3pPr>
            <a:lvl4pPr lvl="3"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4pPr>
            <a:lvl5pPr lvl="4"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5pPr>
            <a:lvl6pPr lvl="5"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6pPr>
            <a:lvl7pPr lvl="6"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7pPr>
            <a:lvl8pPr lvl="7"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8pPr>
            <a:lvl9pPr lvl="8"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9pPr>
          </a:lstStyle>
          <a:p>
            <a:endParaRPr/>
          </a:p>
        </p:txBody>
      </p:sp>
      <p:sp>
        <p:nvSpPr>
          <p:cNvPr id="322" name="Google Shape;322;p57"/>
          <p:cNvSpPr txBox="1">
            <a:spLocks noGrp="1"/>
          </p:cNvSpPr>
          <p:nvPr>
            <p:ph type="sldNum" idx="12"/>
          </p:nvPr>
        </p:nvSpPr>
        <p:spPr>
          <a:xfrm>
            <a:off x="8490529" y="250829"/>
            <a:ext cx="348900" cy="1782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100"/>
              <a:buFont typeface="Arial"/>
              <a:buNone/>
              <a:defRPr sz="1100" b="0" i="0" u="none" strike="noStrike" cap="none">
                <a:solidFill>
                  <a:schemeClr val="accent2"/>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pos="331">
          <p15:clr>
            <a:srgbClr val="E46962"/>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1">
  <p:cSld name="TITLE_5">
    <p:spTree>
      <p:nvGrpSpPr>
        <p:cNvPr id="1" name="Shape 323"/>
        <p:cNvGrpSpPr/>
        <p:nvPr/>
      </p:nvGrpSpPr>
      <p:grpSpPr>
        <a:xfrm>
          <a:off x="0" y="0"/>
          <a:ext cx="0" cy="0"/>
          <a:chOff x="0" y="0"/>
          <a:chExt cx="0" cy="0"/>
        </a:xfrm>
      </p:grpSpPr>
      <p:sp>
        <p:nvSpPr>
          <p:cNvPr id="324" name="Google Shape;324;g342d93776e7_0_6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325" name="Google Shape;325;g342d93776e7_0_6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26" name="Google Shape;326;g342d93776e7_0_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slide 2">
  <p:cSld name="TITLE_6">
    <p:spTree>
      <p:nvGrpSpPr>
        <p:cNvPr id="1" name="Shape 327"/>
        <p:cNvGrpSpPr/>
        <p:nvPr/>
      </p:nvGrpSpPr>
      <p:grpSpPr>
        <a:xfrm>
          <a:off x="0" y="0"/>
          <a:ext cx="0" cy="0"/>
          <a:chOff x="0" y="0"/>
          <a:chExt cx="0" cy="0"/>
        </a:xfrm>
      </p:grpSpPr>
      <p:sp>
        <p:nvSpPr>
          <p:cNvPr id="328" name="Google Shape;328;g342d93776e7_0_153"/>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329" name="Google Shape;329;g342d93776e7_0_153"/>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30" name="Google Shape;330;g342d93776e7_0_1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t" anchorCtr="0">
            <a:no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2"/>
          <p:cNvSpPr txBox="1">
            <a:spLocks noGrp="1"/>
          </p:cNvSpPr>
          <p:nvPr>
            <p:ph type="title"/>
          </p:nvPr>
        </p:nvSpPr>
        <p:spPr>
          <a:xfrm>
            <a:off x="459950" y="300125"/>
            <a:ext cx="8353800" cy="8388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3600"/>
              <a:buFont typeface="Hepta Slab"/>
              <a:buNone/>
              <a:defRPr sz="3600" b="0" i="0" u="none" strike="noStrike" cap="none">
                <a:solidFill>
                  <a:schemeClr val="dk1"/>
                </a:solidFill>
                <a:latin typeface="Hepta Slab"/>
                <a:ea typeface="Hepta Slab"/>
                <a:cs typeface="Hepta Slab"/>
                <a:sym typeface="Hepta Slab"/>
              </a:defRPr>
            </a:lvl1pPr>
            <a:lvl2pPr marR="0" lvl="1"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2pPr>
            <a:lvl3pPr marR="0" lvl="2"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3pPr>
            <a:lvl4pPr marR="0" lvl="3"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4pPr>
            <a:lvl5pPr marR="0" lvl="4"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5pPr>
            <a:lvl6pPr marR="0" lvl="5"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6pPr>
            <a:lvl7pPr marR="0" lvl="6"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7pPr>
            <a:lvl8pPr marR="0" lvl="7"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8pPr>
            <a:lvl9pPr marR="0" lvl="8" algn="l" rtl="0">
              <a:lnSpc>
                <a:spcPct val="100000"/>
              </a:lnSpc>
              <a:spcBef>
                <a:spcPts val="0"/>
              </a:spcBef>
              <a:spcAft>
                <a:spcPts val="0"/>
              </a:spcAft>
              <a:buClr>
                <a:srgbClr val="000000"/>
              </a:buClr>
              <a:buSzPts val="1400"/>
              <a:buFont typeface="Hepta Slab"/>
              <a:buNone/>
              <a:defRPr sz="1400" b="0" i="0" u="none" strike="noStrike" cap="none">
                <a:solidFill>
                  <a:srgbClr val="000000"/>
                </a:solidFill>
                <a:latin typeface="Hepta Slab"/>
                <a:ea typeface="Hepta Slab"/>
                <a:cs typeface="Hepta Slab"/>
                <a:sym typeface="Hepta Slab"/>
              </a:defRPr>
            </a:lvl9pPr>
          </a:lstStyle>
          <a:p>
            <a:endParaRPr/>
          </a:p>
        </p:txBody>
      </p:sp>
      <p:sp>
        <p:nvSpPr>
          <p:cNvPr id="7" name="Google Shape;7;p12"/>
          <p:cNvSpPr txBox="1">
            <a:spLocks noGrp="1"/>
          </p:cNvSpPr>
          <p:nvPr>
            <p:ph type="body" idx="1"/>
          </p:nvPr>
        </p:nvSpPr>
        <p:spPr>
          <a:xfrm>
            <a:off x="536575" y="2676025"/>
            <a:ext cx="5275500" cy="22011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00000"/>
              </a:lnSpc>
              <a:spcBef>
                <a:spcPts val="0"/>
              </a:spcBef>
              <a:spcAft>
                <a:spcPts val="0"/>
              </a:spcAft>
              <a:buClr>
                <a:schemeClr val="dk1"/>
              </a:buClr>
              <a:buSzPts val="1500"/>
              <a:buFont typeface="Barlow Light"/>
              <a:buChar char="●"/>
              <a:defRPr sz="1500" b="0" i="0" u="none" strike="noStrike" cap="none">
                <a:solidFill>
                  <a:schemeClr val="dk1"/>
                </a:solidFill>
                <a:latin typeface="Barlow Light"/>
                <a:ea typeface="Barlow Light"/>
                <a:cs typeface="Barlow Light"/>
                <a:sym typeface="Barlow Light"/>
              </a:defRPr>
            </a:lvl1pPr>
            <a:lvl2pPr marL="914400" marR="0" lvl="1" indent="-317500" algn="l" rtl="0">
              <a:lnSpc>
                <a:spcPct val="100000"/>
              </a:lnSpc>
              <a:spcBef>
                <a:spcPts val="0"/>
              </a:spcBef>
              <a:spcAft>
                <a:spcPts val="0"/>
              </a:spcAft>
              <a:buClr>
                <a:schemeClr val="dk1"/>
              </a:buClr>
              <a:buSzPts val="1400"/>
              <a:buFont typeface="Barlow Light"/>
              <a:buChar char="○"/>
              <a:defRPr sz="1400" b="0" i="0" u="none" strike="noStrike" cap="none">
                <a:solidFill>
                  <a:schemeClr val="dk1"/>
                </a:solidFill>
                <a:latin typeface="Barlow Light"/>
                <a:ea typeface="Barlow Light"/>
                <a:cs typeface="Barlow Light"/>
                <a:sym typeface="Barlow Light"/>
              </a:defRPr>
            </a:lvl2pPr>
            <a:lvl3pPr marL="1371600" marR="0" lvl="2" indent="-311150" algn="l" rtl="0">
              <a:lnSpc>
                <a:spcPct val="100000"/>
              </a:lnSpc>
              <a:spcBef>
                <a:spcPts val="0"/>
              </a:spcBef>
              <a:spcAft>
                <a:spcPts val="0"/>
              </a:spcAft>
              <a:buClr>
                <a:schemeClr val="dk1"/>
              </a:buClr>
              <a:buSzPts val="1300"/>
              <a:buFont typeface="Barlow Light"/>
              <a:buChar char="■"/>
              <a:defRPr sz="1300" b="0" i="0" u="none" strike="noStrike" cap="none">
                <a:solidFill>
                  <a:schemeClr val="dk1"/>
                </a:solidFill>
                <a:latin typeface="Barlow Light"/>
                <a:ea typeface="Barlow Light"/>
                <a:cs typeface="Barlow Light"/>
                <a:sym typeface="Barlow Light"/>
              </a:defRPr>
            </a:lvl3pPr>
            <a:lvl4pPr marL="1828800" marR="0" lvl="3" indent="-304800" algn="l" rtl="0">
              <a:lnSpc>
                <a:spcPct val="100000"/>
              </a:lnSpc>
              <a:spcBef>
                <a:spcPts val="0"/>
              </a:spcBef>
              <a:spcAft>
                <a:spcPts val="0"/>
              </a:spcAft>
              <a:buClr>
                <a:schemeClr val="dk1"/>
              </a:buClr>
              <a:buSzPts val="1200"/>
              <a:buFont typeface="Barlow Light"/>
              <a:buChar char="●"/>
              <a:defRPr sz="1200" b="0" i="0" u="none" strike="noStrike" cap="none">
                <a:solidFill>
                  <a:schemeClr val="dk1"/>
                </a:solidFill>
                <a:latin typeface="Barlow Light"/>
                <a:ea typeface="Barlow Light"/>
                <a:cs typeface="Barlow Light"/>
                <a:sym typeface="Barlow Light"/>
              </a:defRPr>
            </a:lvl4pPr>
            <a:lvl5pPr marL="2286000" marR="0" lvl="4" indent="-298450" algn="l" rtl="0">
              <a:lnSpc>
                <a:spcPct val="100000"/>
              </a:lnSpc>
              <a:spcBef>
                <a:spcPts val="0"/>
              </a:spcBef>
              <a:spcAft>
                <a:spcPts val="0"/>
              </a:spcAft>
              <a:buClr>
                <a:schemeClr val="dk1"/>
              </a:buClr>
              <a:buSzPts val="1100"/>
              <a:buFont typeface="Barlow Light"/>
              <a:buChar char="○"/>
              <a:defRPr sz="1100" b="0" i="0" u="none" strike="noStrike" cap="none">
                <a:solidFill>
                  <a:schemeClr val="dk1"/>
                </a:solidFill>
                <a:latin typeface="Barlow Light"/>
                <a:ea typeface="Barlow Light"/>
                <a:cs typeface="Barlow Light"/>
                <a:sym typeface="Barlow Light"/>
              </a:defRPr>
            </a:lvl5pPr>
            <a:lvl6pPr marL="2743200" marR="0" lvl="5" indent="-292100" algn="l" rtl="0">
              <a:lnSpc>
                <a:spcPct val="100000"/>
              </a:lnSpc>
              <a:spcBef>
                <a:spcPts val="0"/>
              </a:spcBef>
              <a:spcAft>
                <a:spcPts val="0"/>
              </a:spcAft>
              <a:buClr>
                <a:schemeClr val="dk1"/>
              </a:buClr>
              <a:buSzPts val="1000"/>
              <a:buFont typeface="Barlow Light"/>
              <a:buChar char="■"/>
              <a:defRPr sz="1000" b="0" i="0" u="none" strike="noStrike" cap="none">
                <a:solidFill>
                  <a:schemeClr val="dk1"/>
                </a:solidFill>
                <a:latin typeface="Barlow Light"/>
                <a:ea typeface="Barlow Light"/>
                <a:cs typeface="Barlow Light"/>
                <a:sym typeface="Barlow Light"/>
              </a:defRPr>
            </a:lvl6pPr>
            <a:lvl7pPr marL="3200400" marR="0" lvl="6" indent="-285750" algn="l" rtl="0">
              <a:lnSpc>
                <a:spcPct val="100000"/>
              </a:lnSpc>
              <a:spcBef>
                <a:spcPts val="0"/>
              </a:spcBef>
              <a:spcAft>
                <a:spcPts val="0"/>
              </a:spcAft>
              <a:buClr>
                <a:schemeClr val="dk1"/>
              </a:buClr>
              <a:buSzPts val="900"/>
              <a:buFont typeface="Barlow Light"/>
              <a:buChar char="●"/>
              <a:defRPr sz="900" b="0" i="0" u="none" strike="noStrike" cap="none">
                <a:solidFill>
                  <a:schemeClr val="dk1"/>
                </a:solidFill>
                <a:latin typeface="Barlow Light"/>
                <a:ea typeface="Barlow Light"/>
                <a:cs typeface="Barlow Light"/>
                <a:sym typeface="Barlow Light"/>
              </a:defRPr>
            </a:lvl7pPr>
            <a:lvl8pPr marL="3657600" marR="0" lvl="7" indent="-279400" algn="l" rtl="0">
              <a:lnSpc>
                <a:spcPct val="100000"/>
              </a:lnSpc>
              <a:spcBef>
                <a:spcPts val="0"/>
              </a:spcBef>
              <a:spcAft>
                <a:spcPts val="0"/>
              </a:spcAft>
              <a:buClr>
                <a:schemeClr val="dk1"/>
              </a:buClr>
              <a:buSzPts val="800"/>
              <a:buFont typeface="Barlow Light"/>
              <a:buChar char="○"/>
              <a:defRPr sz="800" b="0" i="0" u="none" strike="noStrike" cap="none">
                <a:solidFill>
                  <a:schemeClr val="dk1"/>
                </a:solidFill>
                <a:latin typeface="Barlow Light"/>
                <a:ea typeface="Barlow Light"/>
                <a:cs typeface="Barlow Light"/>
                <a:sym typeface="Barlow Light"/>
              </a:defRPr>
            </a:lvl8pPr>
            <a:lvl9pPr marL="4114800" marR="0" lvl="8" indent="-273050" algn="l" rtl="0">
              <a:lnSpc>
                <a:spcPct val="100000"/>
              </a:lnSpc>
              <a:spcBef>
                <a:spcPts val="0"/>
              </a:spcBef>
              <a:spcAft>
                <a:spcPts val="0"/>
              </a:spcAft>
              <a:buClr>
                <a:schemeClr val="dk1"/>
              </a:buClr>
              <a:buSzPts val="700"/>
              <a:buFont typeface="Barlow Light"/>
              <a:buChar char="■"/>
              <a:defRPr sz="800" b="0" i="0" u="none" strike="noStrike" cap="none">
                <a:solidFill>
                  <a:schemeClr val="dk1"/>
                </a:solidFill>
                <a:latin typeface="Barlow Light"/>
                <a:ea typeface="Barlow Light"/>
                <a:cs typeface="Barlow Light"/>
                <a:sym typeface="Barlow Light"/>
              </a:defRPr>
            </a:lvl9pPr>
          </a:lstStyle>
          <a:p>
            <a:endParaRPr/>
          </a:p>
        </p:txBody>
      </p:sp>
      <p:sp>
        <p:nvSpPr>
          <p:cNvPr id="8" name="Google Shape;8;p12"/>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marL="0" marR="0" lvl="0"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1pPr>
            <a:lvl2pPr marL="0" marR="0" lvl="1"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2pPr>
            <a:lvl3pPr marL="0" marR="0" lvl="2"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3pPr>
            <a:lvl4pPr marL="0" marR="0" lvl="3"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4pPr>
            <a:lvl5pPr marL="0" marR="0" lvl="4"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5pPr>
            <a:lvl6pPr marL="0" marR="0" lvl="5"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6pPr>
            <a:lvl7pPr marL="0" marR="0" lvl="6"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7pPr>
            <a:lvl8pPr marL="0" marR="0" lvl="7"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8pPr>
            <a:lvl9pPr marL="0" marR="0" lvl="8" indent="0" algn="r" rtl="0">
              <a:lnSpc>
                <a:spcPct val="100000"/>
              </a:lnSpc>
              <a:spcBef>
                <a:spcPts val="0"/>
              </a:spcBef>
              <a:spcAft>
                <a:spcPts val="0"/>
              </a:spcAft>
              <a:buClr>
                <a:srgbClr val="000000"/>
              </a:buClr>
              <a:buSzPts val="1300"/>
              <a:buFont typeface="Arial"/>
              <a:buNone/>
              <a:defRPr sz="1300" b="0" i="0" u="none" strike="noStrike" cap="none">
                <a:solidFill>
                  <a:schemeClr val="dk1"/>
                </a:solidFill>
                <a:latin typeface="Barlow Light"/>
                <a:ea typeface="Barlow Light"/>
                <a:cs typeface="Barlow Light"/>
                <a:sym typeface="Barlow Light"/>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thinking-tester-contact-list.herokuapp.com/" TargetMode="External"/><Relationship Id="rId7" Type="http://schemas.openxmlformats.org/officeDocument/2006/relationships/hyperlink" Target="https://www.saucedemo.com/"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opensource-demo.orangehrmlive.com/" TargetMode="External"/><Relationship Id="rId5" Type="http://schemas.openxmlformats.org/officeDocument/2006/relationships/hyperlink" Target="https://demoqa.com/" TargetMode="External"/><Relationship Id="rId4" Type="http://schemas.openxmlformats.org/officeDocument/2006/relationships/hyperlink" Target="http://the-internet.herokuapp.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1"/>
          <p:cNvSpPr txBox="1">
            <a:spLocks noGrp="1"/>
          </p:cNvSpPr>
          <p:nvPr>
            <p:ph type="title"/>
          </p:nvPr>
        </p:nvSpPr>
        <p:spPr>
          <a:xfrm>
            <a:off x="632850" y="204275"/>
            <a:ext cx="7878300" cy="17415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lt1"/>
              </a:buClr>
              <a:buSzPts val="1100"/>
              <a:buNone/>
            </a:pPr>
            <a:r>
              <a:rPr lang="en" sz="5200">
                <a:latin typeface="Arial"/>
                <a:ea typeface="Arial"/>
                <a:cs typeface="Arial"/>
                <a:sym typeface="Arial"/>
              </a:rPr>
              <a:t>Bug Findings</a:t>
            </a:r>
            <a:endParaRPr sz="5200">
              <a:latin typeface="Arial"/>
              <a:ea typeface="Arial"/>
              <a:cs typeface="Arial"/>
              <a:sym typeface="Arial"/>
            </a:endParaRPr>
          </a:p>
          <a:p>
            <a:pPr marL="0" lvl="0" indent="0" algn="ctr" rtl="0">
              <a:lnSpc>
                <a:spcPct val="100000"/>
              </a:lnSpc>
              <a:spcBef>
                <a:spcPts val="0"/>
              </a:spcBef>
              <a:spcAft>
                <a:spcPts val="0"/>
              </a:spcAft>
              <a:buClr>
                <a:schemeClr val="lt1"/>
              </a:buClr>
              <a:buSzPts val="1100"/>
              <a:buNone/>
            </a:pPr>
            <a:r>
              <a:rPr lang="en" sz="5200">
                <a:latin typeface="Arial"/>
                <a:ea typeface="Arial"/>
                <a:cs typeface="Arial"/>
                <a:sym typeface="Arial"/>
              </a:rPr>
              <a:t>&amp;</a:t>
            </a:r>
            <a:endParaRPr sz="5200">
              <a:latin typeface="Arial"/>
              <a:ea typeface="Arial"/>
              <a:cs typeface="Arial"/>
              <a:sym typeface="Arial"/>
            </a:endParaRPr>
          </a:p>
          <a:p>
            <a:pPr marL="0" lvl="0" indent="0" algn="ctr" rtl="0">
              <a:lnSpc>
                <a:spcPct val="100000"/>
              </a:lnSpc>
              <a:spcBef>
                <a:spcPts val="0"/>
              </a:spcBef>
              <a:spcAft>
                <a:spcPts val="0"/>
              </a:spcAft>
              <a:buClr>
                <a:schemeClr val="lt1"/>
              </a:buClr>
              <a:buSzPts val="1100"/>
              <a:buNone/>
            </a:pPr>
            <a:r>
              <a:rPr lang="en" sz="5200">
                <a:latin typeface="Arial"/>
                <a:ea typeface="Arial"/>
                <a:cs typeface="Arial"/>
                <a:sym typeface="Arial"/>
              </a:rPr>
              <a:t>Bug Analysis</a:t>
            </a:r>
            <a:endParaRPr sz="5200">
              <a:latin typeface="Arial"/>
              <a:ea typeface="Arial"/>
              <a:cs typeface="Arial"/>
              <a:sym typeface="Arial"/>
            </a:endParaRPr>
          </a:p>
        </p:txBody>
      </p:sp>
      <p:sp>
        <p:nvSpPr>
          <p:cNvPr id="336" name="Google Shape;336;p1"/>
          <p:cNvSpPr txBox="1">
            <a:spLocks noGrp="1"/>
          </p:cNvSpPr>
          <p:nvPr>
            <p:ph type="subTitle" idx="2"/>
          </p:nvPr>
        </p:nvSpPr>
        <p:spPr>
          <a:xfrm>
            <a:off x="2689200" y="3133050"/>
            <a:ext cx="3765600" cy="934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lt1"/>
              </a:buClr>
              <a:buSzPts val="1100"/>
              <a:buNone/>
            </a:pPr>
            <a:r>
              <a:rPr lang="en"/>
              <a:t>SQA: Manual &amp; Automated Testing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2"/>
          <p:cNvSpPr txBox="1"/>
          <p:nvPr/>
        </p:nvSpPr>
        <p:spPr>
          <a:xfrm>
            <a:off x="208950" y="230875"/>
            <a:ext cx="7689000" cy="7143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a:solidFill>
                  <a:srgbClr val="FFFFFF"/>
                </a:solidFill>
              </a:rPr>
              <a:t>Bug</a:t>
            </a:r>
            <a:endParaRPr sz="4000">
              <a:solidFill>
                <a:srgbClr val="FFFFFF"/>
              </a:solidFill>
            </a:endParaRPr>
          </a:p>
        </p:txBody>
      </p:sp>
      <p:sp>
        <p:nvSpPr>
          <p:cNvPr id="342" name="Google Shape;342;p2"/>
          <p:cNvSpPr txBox="1"/>
          <p:nvPr/>
        </p:nvSpPr>
        <p:spPr>
          <a:xfrm>
            <a:off x="208950" y="772525"/>
            <a:ext cx="8778600" cy="2839208"/>
          </a:xfrm>
          <a:prstGeom prst="rect">
            <a:avLst/>
          </a:prstGeom>
          <a:noFill/>
          <a:ln>
            <a:noFill/>
          </a:ln>
        </p:spPr>
        <p:txBody>
          <a:bodyPr spcFirstLastPara="1" wrap="square" lIns="91425" tIns="91425" rIns="91425" bIns="91425" anchor="t" anchorCtr="0">
            <a:spAutoFit/>
          </a:bodyPr>
          <a:lstStyle/>
          <a:p>
            <a:pPr marL="457200" lvl="0" indent="-323850" algn="just" rtl="0">
              <a:lnSpc>
                <a:spcPct val="115000"/>
              </a:lnSpc>
              <a:spcBef>
                <a:spcPts val="0"/>
              </a:spcBef>
              <a:spcAft>
                <a:spcPts val="0"/>
              </a:spcAft>
              <a:buClr>
                <a:srgbClr val="FFFFFF"/>
              </a:buClr>
              <a:buSzPts val="1500"/>
              <a:buChar char="●"/>
            </a:pPr>
            <a:r>
              <a:rPr lang="en" sz="1500" b="1" dirty="0">
                <a:solidFill>
                  <a:srgbClr val="FF0000"/>
                </a:solidFill>
              </a:rPr>
              <a:t>Error / Mistakes </a:t>
            </a:r>
            <a:r>
              <a:rPr lang="en" sz="1500" dirty="0">
                <a:solidFill>
                  <a:srgbClr val="FFFFFF"/>
                </a:solidFill>
              </a:rPr>
              <a:t>- An Error occurs when the Development team or the developer fails to understand a requirement definition and this misunderstanding results in code that is flawed.</a:t>
            </a:r>
            <a:br>
              <a:rPr lang="en" sz="1500" dirty="0">
                <a:solidFill>
                  <a:srgbClr val="FFFFFF"/>
                </a:solidFill>
              </a:rPr>
            </a:br>
            <a:endParaRPr sz="1500" dirty="0">
              <a:solidFill>
                <a:srgbClr val="FFFFFF"/>
              </a:solidFill>
            </a:endParaRPr>
          </a:p>
          <a:p>
            <a:pPr marL="457200" lvl="0" indent="-323850" algn="just" rtl="0">
              <a:lnSpc>
                <a:spcPct val="115000"/>
              </a:lnSpc>
              <a:spcBef>
                <a:spcPts val="0"/>
              </a:spcBef>
              <a:spcAft>
                <a:spcPts val="0"/>
              </a:spcAft>
              <a:buClr>
                <a:srgbClr val="FFFFFF"/>
              </a:buClr>
              <a:buSzPts val="1500"/>
              <a:buChar char="●"/>
            </a:pPr>
            <a:r>
              <a:rPr lang="en" sz="1500" b="1" dirty="0">
                <a:solidFill>
                  <a:srgbClr val="FF0000"/>
                </a:solidFill>
              </a:rPr>
              <a:t>Defects / Bug </a:t>
            </a:r>
            <a:r>
              <a:rPr lang="en" sz="1500" dirty="0">
                <a:solidFill>
                  <a:srgbClr val="FFFFFF"/>
                </a:solidFill>
              </a:rPr>
              <a:t>- A defect occurs when a situation arises like, the application is not working as per the requirement and the actual and expected result of the application or software do not match with each other.</a:t>
            </a:r>
            <a:br>
              <a:rPr lang="en" sz="1500" dirty="0">
                <a:solidFill>
                  <a:srgbClr val="FFFFFF"/>
                </a:solidFill>
              </a:rPr>
            </a:br>
            <a:endParaRPr sz="1500" dirty="0">
              <a:solidFill>
                <a:srgbClr val="FFFFFF"/>
              </a:solidFill>
            </a:endParaRPr>
          </a:p>
          <a:p>
            <a:pPr marL="457200" lvl="0" indent="-323850" algn="just" rtl="0">
              <a:lnSpc>
                <a:spcPct val="115000"/>
              </a:lnSpc>
              <a:spcBef>
                <a:spcPts val="0"/>
              </a:spcBef>
              <a:spcAft>
                <a:spcPts val="0"/>
              </a:spcAft>
              <a:buClr>
                <a:srgbClr val="FFFFFF"/>
              </a:buClr>
              <a:buSzPts val="1500"/>
              <a:buChar char="●"/>
            </a:pPr>
            <a:r>
              <a:rPr lang="en" sz="1500" b="1" dirty="0">
                <a:solidFill>
                  <a:srgbClr val="FF0000"/>
                </a:solidFill>
              </a:rPr>
              <a:t>Failure</a:t>
            </a:r>
            <a:r>
              <a:rPr lang="en" sz="1500" dirty="0">
                <a:solidFill>
                  <a:srgbClr val="FFFFFF"/>
                </a:solidFill>
              </a:rPr>
              <a:t> - A fault occurs in software because sometimes, due to certain factors such as lack of resources or not following proper steps which means that the logic was not incorporated to handle the errors in the application.</a:t>
            </a:r>
            <a:endParaRPr sz="1500" dirty="0">
              <a:solidFill>
                <a:srgbClr val="FFFFFF"/>
              </a:solidFill>
            </a:endParaRPr>
          </a:p>
        </p:txBody>
      </p:sp>
      <p:sp>
        <p:nvSpPr>
          <p:cNvPr id="343" name="Google Shape;343;p2"/>
          <p:cNvSpPr txBox="1"/>
          <p:nvPr/>
        </p:nvSpPr>
        <p:spPr>
          <a:xfrm>
            <a:off x="550000" y="3895725"/>
            <a:ext cx="2115000" cy="54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ADADAD"/>
                </a:solidFill>
              </a:rPr>
              <a:t>Error/Mistakes</a:t>
            </a:r>
            <a:endParaRPr sz="1800">
              <a:solidFill>
                <a:srgbClr val="ADADAD"/>
              </a:solidFill>
            </a:endParaRPr>
          </a:p>
        </p:txBody>
      </p:sp>
      <p:sp>
        <p:nvSpPr>
          <p:cNvPr id="344" name="Google Shape;344;p2"/>
          <p:cNvSpPr/>
          <p:nvPr/>
        </p:nvSpPr>
        <p:spPr>
          <a:xfrm>
            <a:off x="687150" y="3832025"/>
            <a:ext cx="1986900" cy="665700"/>
          </a:xfrm>
          <a:prstGeom prst="roundRect">
            <a:avLst>
              <a:gd name="adj" fmla="val 16667"/>
            </a:avLst>
          </a:prstGeom>
          <a:noFill/>
          <a:ln w="38100" cap="flat" cmpd="sng">
            <a:solidFill>
              <a:srgbClr val="EEFF4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45" name="Google Shape;345;p2"/>
          <p:cNvSpPr txBox="1"/>
          <p:nvPr/>
        </p:nvSpPr>
        <p:spPr>
          <a:xfrm>
            <a:off x="3561375" y="3894425"/>
            <a:ext cx="2115000" cy="54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ADADAD"/>
                </a:solidFill>
              </a:rPr>
              <a:t>Defects/Bug</a:t>
            </a:r>
            <a:endParaRPr sz="1800">
              <a:solidFill>
                <a:srgbClr val="ADADAD"/>
              </a:solidFill>
            </a:endParaRPr>
          </a:p>
        </p:txBody>
      </p:sp>
      <p:sp>
        <p:nvSpPr>
          <p:cNvPr id="346" name="Google Shape;346;p2"/>
          <p:cNvSpPr/>
          <p:nvPr/>
        </p:nvSpPr>
        <p:spPr>
          <a:xfrm>
            <a:off x="3625425" y="3833325"/>
            <a:ext cx="1986900" cy="665700"/>
          </a:xfrm>
          <a:prstGeom prst="roundRect">
            <a:avLst>
              <a:gd name="adj" fmla="val 16667"/>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47" name="Google Shape;347;p2"/>
          <p:cNvSpPr txBox="1"/>
          <p:nvPr/>
        </p:nvSpPr>
        <p:spPr>
          <a:xfrm>
            <a:off x="6444650" y="3895725"/>
            <a:ext cx="2115000" cy="54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ADADAD"/>
                </a:solidFill>
              </a:rPr>
              <a:t>Failure</a:t>
            </a:r>
            <a:endParaRPr sz="1800">
              <a:solidFill>
                <a:srgbClr val="ADADAD"/>
              </a:solidFill>
            </a:endParaRPr>
          </a:p>
        </p:txBody>
      </p:sp>
      <p:sp>
        <p:nvSpPr>
          <p:cNvPr id="348" name="Google Shape;348;p2"/>
          <p:cNvSpPr/>
          <p:nvPr/>
        </p:nvSpPr>
        <p:spPr>
          <a:xfrm>
            <a:off x="6572750" y="3832025"/>
            <a:ext cx="1986900" cy="665700"/>
          </a:xfrm>
          <a:prstGeom prst="roundRect">
            <a:avLst>
              <a:gd name="adj" fmla="val 16667"/>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349" name="Google Shape;349;p2"/>
          <p:cNvCxnSpPr>
            <a:endCxn id="346" idx="1"/>
          </p:cNvCxnSpPr>
          <p:nvPr/>
        </p:nvCxnSpPr>
        <p:spPr>
          <a:xfrm>
            <a:off x="2750325" y="4166175"/>
            <a:ext cx="875100" cy="0"/>
          </a:xfrm>
          <a:prstGeom prst="straightConnector1">
            <a:avLst/>
          </a:prstGeom>
          <a:noFill/>
          <a:ln w="38100" cap="flat" cmpd="sng">
            <a:solidFill>
              <a:srgbClr val="ADADAD"/>
            </a:solidFill>
            <a:prstDash val="solid"/>
            <a:round/>
            <a:headEnd type="none" w="med" len="med"/>
            <a:tailEnd type="stealth" w="med" len="med"/>
          </a:ln>
        </p:spPr>
      </p:cxnSp>
      <p:cxnSp>
        <p:nvCxnSpPr>
          <p:cNvPr id="350" name="Google Shape;350;p2"/>
          <p:cNvCxnSpPr/>
          <p:nvPr/>
        </p:nvCxnSpPr>
        <p:spPr>
          <a:xfrm>
            <a:off x="5645725" y="4164875"/>
            <a:ext cx="875100" cy="0"/>
          </a:xfrm>
          <a:prstGeom prst="straightConnector1">
            <a:avLst/>
          </a:prstGeom>
          <a:noFill/>
          <a:ln w="38100" cap="flat" cmpd="sng">
            <a:solidFill>
              <a:srgbClr val="ADADAD"/>
            </a:solidFill>
            <a:prstDash val="solid"/>
            <a:round/>
            <a:headEnd type="none" w="med" len="med"/>
            <a:tailEnd type="stealth"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g36728c966da_0_350"/>
          <p:cNvSpPr txBox="1"/>
          <p:nvPr/>
        </p:nvSpPr>
        <p:spPr>
          <a:xfrm>
            <a:off x="208950" y="230875"/>
            <a:ext cx="3987600" cy="7143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a:solidFill>
                  <a:srgbClr val="FFFFFF"/>
                </a:solidFill>
              </a:rPr>
              <a:t>Defect Report</a:t>
            </a:r>
            <a:endParaRPr sz="4000">
              <a:solidFill>
                <a:srgbClr val="FFFFFF"/>
              </a:solidFill>
            </a:endParaRPr>
          </a:p>
        </p:txBody>
      </p:sp>
      <p:sp>
        <p:nvSpPr>
          <p:cNvPr id="356" name="Google Shape;356;g36728c966da_0_350"/>
          <p:cNvSpPr txBox="1"/>
          <p:nvPr/>
        </p:nvSpPr>
        <p:spPr>
          <a:xfrm>
            <a:off x="155950" y="924925"/>
            <a:ext cx="3434100" cy="2493600"/>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Defect ID/Ticket No/Issue No</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Summary</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Steps to reproduce</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Actual vs Expected results</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Severity and priority</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Status</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Environment</a:t>
            </a:r>
            <a:endParaRPr sz="1500" dirty="0">
              <a:solidFill>
                <a:srgbClr val="FFFFFF"/>
              </a:solidFill>
            </a:endParaRPr>
          </a:p>
        </p:txBody>
      </p:sp>
      <p:sp>
        <p:nvSpPr>
          <p:cNvPr id="357" name="Google Shape;357;g36728c966da_0_350"/>
          <p:cNvSpPr txBox="1"/>
          <p:nvPr/>
        </p:nvSpPr>
        <p:spPr>
          <a:xfrm>
            <a:off x="3827975" y="620125"/>
            <a:ext cx="5040900" cy="4446000"/>
          </a:xfrm>
          <a:prstGeom prst="rect">
            <a:avLst/>
          </a:prstGeom>
          <a:noFill/>
          <a:ln>
            <a:noFill/>
          </a:ln>
        </p:spPr>
        <p:txBody>
          <a:bodyPr spcFirstLastPara="1" wrap="square" lIns="91425" tIns="91425" rIns="91425" bIns="91425" anchor="t" anchorCtr="0">
            <a:spAutoFit/>
          </a:bodyPr>
          <a:lstStyle/>
          <a:p>
            <a:pPr marL="457200" lvl="0" indent="0" algn="l" rtl="0">
              <a:lnSpc>
                <a:spcPct val="150000"/>
              </a:lnSpc>
              <a:spcBef>
                <a:spcPts val="0"/>
              </a:spcBef>
              <a:spcAft>
                <a:spcPts val="0"/>
              </a:spcAft>
              <a:buNone/>
            </a:pPr>
            <a:r>
              <a:rPr lang="en" sz="1600" b="1">
                <a:solidFill>
                  <a:srgbClr val="FFFFFF"/>
                </a:solidFill>
              </a:rPr>
              <a:t>Example</a:t>
            </a:r>
            <a:endParaRPr sz="1600" b="1">
              <a:solidFill>
                <a:srgbClr val="FFFFFF"/>
              </a:solidFill>
            </a:endParaRPr>
          </a:p>
          <a:p>
            <a:pPr marL="0" lvl="0" indent="0" algn="l" rtl="0">
              <a:lnSpc>
                <a:spcPct val="150000"/>
              </a:lnSpc>
              <a:spcBef>
                <a:spcPts val="0"/>
              </a:spcBef>
              <a:spcAft>
                <a:spcPts val="0"/>
              </a:spcAft>
              <a:buNone/>
            </a:pPr>
            <a:r>
              <a:rPr lang="en" sz="1300" b="1">
                <a:solidFill>
                  <a:srgbClr val="FFFFFF"/>
                </a:solidFill>
              </a:rPr>
              <a:t>ID</a:t>
            </a:r>
            <a:r>
              <a:rPr lang="en" sz="1300">
                <a:solidFill>
                  <a:srgbClr val="FFFFFF"/>
                </a:solidFill>
              </a:rPr>
              <a:t>: DEF-001</a:t>
            </a:r>
            <a:endParaRPr sz="1300">
              <a:solidFill>
                <a:srgbClr val="FFFFFF"/>
              </a:solidFill>
            </a:endParaRPr>
          </a:p>
          <a:p>
            <a:pPr marL="0" lvl="0" indent="0" algn="l" rtl="0">
              <a:lnSpc>
                <a:spcPct val="150000"/>
              </a:lnSpc>
              <a:spcBef>
                <a:spcPts val="0"/>
              </a:spcBef>
              <a:spcAft>
                <a:spcPts val="0"/>
              </a:spcAft>
              <a:buClr>
                <a:schemeClr val="lt1"/>
              </a:buClr>
              <a:buSzPts val="1100"/>
              <a:buFont typeface="Arial"/>
              <a:buNone/>
            </a:pPr>
            <a:r>
              <a:rPr lang="en" sz="1300" b="1">
                <a:solidFill>
                  <a:schemeClr val="dk1"/>
                </a:solidFill>
              </a:rPr>
              <a:t>Summary</a:t>
            </a:r>
            <a:r>
              <a:rPr lang="en" sz="1300">
                <a:solidFill>
                  <a:schemeClr val="dk1"/>
                </a:solidFill>
              </a:rPr>
              <a:t>: Authentication - Unable to login with valid credentials.</a:t>
            </a:r>
            <a:endParaRPr sz="1300">
              <a:solidFill>
                <a:srgbClr val="FFFFFF"/>
              </a:solidFill>
            </a:endParaRPr>
          </a:p>
          <a:p>
            <a:pPr marL="0" lvl="0" indent="0" algn="l" rtl="0">
              <a:lnSpc>
                <a:spcPct val="150000"/>
              </a:lnSpc>
              <a:spcBef>
                <a:spcPts val="0"/>
              </a:spcBef>
              <a:spcAft>
                <a:spcPts val="0"/>
              </a:spcAft>
              <a:buNone/>
            </a:pPr>
            <a:r>
              <a:rPr lang="en" sz="1300" b="1">
                <a:solidFill>
                  <a:srgbClr val="FFFFFF"/>
                </a:solidFill>
              </a:rPr>
              <a:t>Environment</a:t>
            </a:r>
            <a:r>
              <a:rPr lang="en" sz="1300">
                <a:solidFill>
                  <a:srgbClr val="FFFFFF"/>
                </a:solidFill>
              </a:rPr>
              <a:t>: Production/QA/Stage</a:t>
            </a:r>
            <a:endParaRPr sz="1300">
              <a:solidFill>
                <a:srgbClr val="FFFFFF"/>
              </a:solidFill>
            </a:endParaRPr>
          </a:p>
          <a:p>
            <a:pPr marL="0" lvl="0" indent="0" algn="l" rtl="0">
              <a:lnSpc>
                <a:spcPct val="150000"/>
              </a:lnSpc>
              <a:spcBef>
                <a:spcPts val="0"/>
              </a:spcBef>
              <a:spcAft>
                <a:spcPts val="0"/>
              </a:spcAft>
              <a:buNone/>
            </a:pPr>
            <a:r>
              <a:rPr lang="en" sz="1300" b="1">
                <a:solidFill>
                  <a:srgbClr val="FFFFFF"/>
                </a:solidFill>
              </a:rPr>
              <a:t>Steps to Reproduce</a:t>
            </a:r>
            <a:r>
              <a:rPr lang="en" sz="1300">
                <a:solidFill>
                  <a:srgbClr val="FFFFFF"/>
                </a:solidFill>
              </a:rPr>
              <a:t>:</a:t>
            </a:r>
            <a:endParaRPr sz="1300">
              <a:solidFill>
                <a:srgbClr val="FFFFFF"/>
              </a:solidFill>
            </a:endParaRPr>
          </a:p>
          <a:p>
            <a:pPr marL="457200" lvl="0" indent="-311150" algn="l" rtl="0">
              <a:lnSpc>
                <a:spcPct val="150000"/>
              </a:lnSpc>
              <a:spcBef>
                <a:spcPts val="0"/>
              </a:spcBef>
              <a:spcAft>
                <a:spcPts val="0"/>
              </a:spcAft>
              <a:buClr>
                <a:srgbClr val="FFFFFF"/>
              </a:buClr>
              <a:buSzPts val="1300"/>
              <a:buChar char="●"/>
            </a:pPr>
            <a:r>
              <a:rPr lang="en" sz="1300">
                <a:solidFill>
                  <a:srgbClr val="FFFFFF"/>
                </a:solidFill>
              </a:rPr>
              <a:t>Go to the login page.</a:t>
            </a:r>
            <a:endParaRPr sz="1300">
              <a:solidFill>
                <a:srgbClr val="FFFFFF"/>
              </a:solidFill>
            </a:endParaRPr>
          </a:p>
          <a:p>
            <a:pPr marL="457200" lvl="0" indent="-311150" algn="l" rtl="0">
              <a:lnSpc>
                <a:spcPct val="150000"/>
              </a:lnSpc>
              <a:spcBef>
                <a:spcPts val="0"/>
              </a:spcBef>
              <a:spcAft>
                <a:spcPts val="0"/>
              </a:spcAft>
              <a:buClr>
                <a:srgbClr val="FFFFFF"/>
              </a:buClr>
              <a:buSzPts val="1300"/>
              <a:buChar char="●"/>
            </a:pPr>
            <a:r>
              <a:rPr lang="en" sz="1300">
                <a:solidFill>
                  <a:srgbClr val="FFFFFF"/>
                </a:solidFill>
              </a:rPr>
              <a:t>Enter valid credentials.</a:t>
            </a:r>
            <a:endParaRPr sz="1300">
              <a:solidFill>
                <a:srgbClr val="FFFFFF"/>
              </a:solidFill>
            </a:endParaRPr>
          </a:p>
          <a:p>
            <a:pPr marL="457200" lvl="0" indent="-311150" algn="l" rtl="0">
              <a:lnSpc>
                <a:spcPct val="150000"/>
              </a:lnSpc>
              <a:spcBef>
                <a:spcPts val="0"/>
              </a:spcBef>
              <a:spcAft>
                <a:spcPts val="0"/>
              </a:spcAft>
              <a:buClr>
                <a:srgbClr val="FFFFFF"/>
              </a:buClr>
              <a:buSzPts val="1300"/>
              <a:buChar char="●"/>
            </a:pPr>
            <a:r>
              <a:rPr lang="en" sz="1300">
                <a:solidFill>
                  <a:srgbClr val="FFFFFF"/>
                </a:solidFill>
              </a:rPr>
              <a:t>Click login.</a:t>
            </a:r>
            <a:endParaRPr sz="1300">
              <a:solidFill>
                <a:srgbClr val="FFFFFF"/>
              </a:solidFill>
            </a:endParaRPr>
          </a:p>
          <a:p>
            <a:pPr marL="0" lvl="0" indent="0" algn="l" rtl="0">
              <a:lnSpc>
                <a:spcPct val="115000"/>
              </a:lnSpc>
              <a:spcBef>
                <a:spcPts val="0"/>
              </a:spcBef>
              <a:spcAft>
                <a:spcPts val="0"/>
              </a:spcAft>
              <a:buNone/>
            </a:pPr>
            <a:endParaRPr sz="1300">
              <a:solidFill>
                <a:srgbClr val="FFFFFF"/>
              </a:solidFill>
            </a:endParaRPr>
          </a:p>
          <a:p>
            <a:pPr marL="0" lvl="0" indent="0" algn="l" rtl="0">
              <a:lnSpc>
                <a:spcPct val="150000"/>
              </a:lnSpc>
              <a:spcBef>
                <a:spcPts val="0"/>
              </a:spcBef>
              <a:spcAft>
                <a:spcPts val="0"/>
              </a:spcAft>
              <a:buNone/>
            </a:pPr>
            <a:r>
              <a:rPr lang="en" sz="1300" b="1">
                <a:solidFill>
                  <a:srgbClr val="FFFFFF"/>
                </a:solidFill>
              </a:rPr>
              <a:t>Actual Result</a:t>
            </a:r>
            <a:r>
              <a:rPr lang="en" sz="1300">
                <a:solidFill>
                  <a:srgbClr val="FFFFFF"/>
                </a:solidFill>
              </a:rPr>
              <a:t>: Something Went Wrong, error message displayed.</a:t>
            </a:r>
            <a:endParaRPr sz="1300">
              <a:solidFill>
                <a:srgbClr val="FFFFFF"/>
              </a:solidFill>
            </a:endParaRPr>
          </a:p>
          <a:p>
            <a:pPr marL="0" lvl="0" indent="0" algn="l" rtl="0">
              <a:lnSpc>
                <a:spcPct val="115000"/>
              </a:lnSpc>
              <a:spcBef>
                <a:spcPts val="0"/>
              </a:spcBef>
              <a:spcAft>
                <a:spcPts val="0"/>
              </a:spcAft>
              <a:buNone/>
            </a:pPr>
            <a:r>
              <a:rPr lang="en" sz="1300" b="1">
                <a:solidFill>
                  <a:schemeClr val="dk1"/>
                </a:solidFill>
              </a:rPr>
              <a:t>Expected Result</a:t>
            </a:r>
            <a:r>
              <a:rPr lang="en" sz="1300">
                <a:solidFill>
                  <a:schemeClr val="dk1"/>
                </a:solidFill>
              </a:rPr>
              <a:t>: User should be logged in.</a:t>
            </a:r>
            <a:endParaRPr sz="1300">
              <a:solidFill>
                <a:schemeClr val="dk1"/>
              </a:solidFill>
            </a:endParaRPr>
          </a:p>
          <a:p>
            <a:pPr marL="0" lvl="0" indent="0" algn="l" rtl="0">
              <a:lnSpc>
                <a:spcPct val="115000"/>
              </a:lnSpc>
              <a:spcBef>
                <a:spcPts val="0"/>
              </a:spcBef>
              <a:spcAft>
                <a:spcPts val="0"/>
              </a:spcAft>
              <a:buClr>
                <a:schemeClr val="lt1"/>
              </a:buClr>
              <a:buSzPts val="1100"/>
              <a:buFont typeface="Arial"/>
              <a:buNone/>
            </a:pPr>
            <a:endParaRPr sz="1300">
              <a:solidFill>
                <a:schemeClr val="dk1"/>
              </a:solidFill>
            </a:endParaRPr>
          </a:p>
          <a:p>
            <a:pPr marL="0" lvl="0" indent="0" algn="l" rtl="0">
              <a:lnSpc>
                <a:spcPct val="150000"/>
              </a:lnSpc>
              <a:spcBef>
                <a:spcPts val="0"/>
              </a:spcBef>
              <a:spcAft>
                <a:spcPts val="0"/>
              </a:spcAft>
              <a:buNone/>
            </a:pPr>
            <a:r>
              <a:rPr lang="en" sz="1300" b="1">
                <a:solidFill>
                  <a:srgbClr val="FFFFFF"/>
                </a:solidFill>
              </a:rPr>
              <a:t>Priority</a:t>
            </a:r>
            <a:r>
              <a:rPr lang="en" sz="1300">
                <a:solidFill>
                  <a:srgbClr val="FFFFFF"/>
                </a:solidFill>
              </a:rPr>
              <a:t>: High</a:t>
            </a:r>
            <a:endParaRPr sz="1300">
              <a:solidFill>
                <a:srgbClr val="FFFFFF"/>
              </a:solidFill>
            </a:endParaRPr>
          </a:p>
          <a:p>
            <a:pPr marL="0" lvl="0" indent="0" algn="l" rtl="0">
              <a:lnSpc>
                <a:spcPct val="150000"/>
              </a:lnSpc>
              <a:spcBef>
                <a:spcPts val="0"/>
              </a:spcBef>
              <a:spcAft>
                <a:spcPts val="0"/>
              </a:spcAft>
              <a:buNone/>
            </a:pPr>
            <a:r>
              <a:rPr lang="en" sz="1300">
                <a:solidFill>
                  <a:srgbClr val="FFFFFF"/>
                </a:solidFill>
              </a:rPr>
              <a:t>Severity: Medium</a:t>
            </a:r>
            <a:endParaRPr sz="1300">
              <a:solidFill>
                <a:srgbClr val="FFFFFF"/>
              </a:solidFill>
            </a:endParaRPr>
          </a:p>
          <a:p>
            <a:pPr marL="0" lvl="0" indent="0" algn="l" rtl="0">
              <a:lnSpc>
                <a:spcPct val="150000"/>
              </a:lnSpc>
              <a:spcBef>
                <a:spcPts val="0"/>
              </a:spcBef>
              <a:spcAft>
                <a:spcPts val="0"/>
              </a:spcAft>
              <a:buNone/>
            </a:pPr>
            <a:r>
              <a:rPr lang="en" sz="1300" b="1">
                <a:solidFill>
                  <a:srgbClr val="FFFFFF"/>
                </a:solidFill>
              </a:rPr>
              <a:t>Status</a:t>
            </a:r>
            <a:r>
              <a:rPr lang="en" sz="1300">
                <a:solidFill>
                  <a:srgbClr val="FFFFFF"/>
                </a:solidFill>
              </a:rPr>
              <a:t>: New/Open/TO Do</a:t>
            </a:r>
            <a:endParaRPr sz="1700">
              <a:solidFill>
                <a:srgbClr val="FFFFFF"/>
              </a:solidFill>
            </a:endParaRPr>
          </a:p>
        </p:txBody>
      </p:sp>
      <p:sp>
        <p:nvSpPr>
          <p:cNvPr id="2" name="Rectangle 1">
            <a:extLst>
              <a:ext uri="{FF2B5EF4-FFF2-40B4-BE49-F238E27FC236}">
                <a16:creationId xmlns:a16="http://schemas.microsoft.com/office/drawing/2014/main" id="{910D5185-7B71-2E13-CD16-D103C7E97805}"/>
              </a:ext>
            </a:extLst>
          </p:cNvPr>
          <p:cNvSpPr/>
          <p:nvPr/>
        </p:nvSpPr>
        <p:spPr>
          <a:xfrm>
            <a:off x="403412" y="3798794"/>
            <a:ext cx="2299447" cy="109593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BD" dirty="0"/>
              <a:t>👉 </a:t>
            </a:r>
            <a:r>
              <a:rPr lang="en-GB" b="1" dirty="0"/>
              <a:t>Severity = Impact</a:t>
            </a:r>
            <a:endParaRPr lang="en-GB" dirty="0"/>
          </a:p>
          <a:p>
            <a:r>
              <a:rPr lang="en-BD" dirty="0"/>
              <a:t>👉 </a:t>
            </a:r>
            <a:r>
              <a:rPr lang="en-GB" b="1" dirty="0"/>
              <a:t>Priority = Urgency</a:t>
            </a:r>
            <a:endParaRPr lang="en-GB" dirty="0"/>
          </a:p>
          <a:p>
            <a:pPr algn="ctr"/>
            <a:endParaRPr lang="en-BD"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pic>
        <p:nvPicPr>
          <p:cNvPr id="362" name="Google Shape;362;g36728c966da_0_688"/>
          <p:cNvPicPr preferRelativeResize="0"/>
          <p:nvPr/>
        </p:nvPicPr>
        <p:blipFill>
          <a:blip r:embed="rId3">
            <a:alphaModFix/>
          </a:blip>
          <a:stretch>
            <a:fillRect/>
          </a:stretch>
        </p:blipFill>
        <p:spPr>
          <a:xfrm>
            <a:off x="1564975" y="130125"/>
            <a:ext cx="5392751" cy="48387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g36728c966da_0_356"/>
          <p:cNvSpPr txBox="1"/>
          <p:nvPr/>
        </p:nvSpPr>
        <p:spPr>
          <a:xfrm>
            <a:off x="208950" y="230875"/>
            <a:ext cx="8080800" cy="7143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a:solidFill>
                  <a:srgbClr val="FFFFFF"/>
                </a:solidFill>
              </a:rPr>
              <a:t>Defect Life Cycle</a:t>
            </a:r>
            <a:endParaRPr sz="4000">
              <a:solidFill>
                <a:srgbClr val="FFFFFF"/>
              </a:solidFill>
            </a:endParaRPr>
          </a:p>
        </p:txBody>
      </p:sp>
      <p:sp>
        <p:nvSpPr>
          <p:cNvPr id="368" name="Google Shape;368;g36728c966da_0_356"/>
          <p:cNvSpPr txBox="1"/>
          <p:nvPr/>
        </p:nvSpPr>
        <p:spPr>
          <a:xfrm>
            <a:off x="155950" y="924925"/>
            <a:ext cx="3058800" cy="3186300"/>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FFFFFF"/>
              </a:buClr>
              <a:buSzPts val="1500"/>
              <a:buChar char="●"/>
            </a:pPr>
            <a:r>
              <a:rPr lang="en" sz="1500">
                <a:solidFill>
                  <a:srgbClr val="FFFFFF"/>
                </a:solidFill>
              </a:rPr>
              <a:t>New</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Open</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Assign</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Test</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Verified</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Reopened</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Rejected</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Deferred</a:t>
            </a:r>
            <a:endParaRPr sz="150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a:solidFill>
                  <a:srgbClr val="FFFFFF"/>
                </a:solidFill>
              </a:rPr>
              <a:t>Closed</a:t>
            </a:r>
            <a:endParaRPr sz="1500">
              <a:solidFill>
                <a:srgbClr val="FFFFFF"/>
              </a:solidFill>
            </a:endParaRPr>
          </a:p>
        </p:txBody>
      </p:sp>
      <p:pic>
        <p:nvPicPr>
          <p:cNvPr id="369" name="Google Shape;369;g36728c966da_0_356"/>
          <p:cNvPicPr preferRelativeResize="0"/>
          <p:nvPr/>
        </p:nvPicPr>
        <p:blipFill>
          <a:blip r:embed="rId3">
            <a:alphaModFix/>
          </a:blip>
          <a:stretch>
            <a:fillRect/>
          </a:stretch>
        </p:blipFill>
        <p:spPr>
          <a:xfrm>
            <a:off x="4510450" y="977675"/>
            <a:ext cx="3787400" cy="2986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g342d93776e7_0_195"/>
          <p:cNvSpPr txBox="1"/>
          <p:nvPr/>
        </p:nvSpPr>
        <p:spPr>
          <a:xfrm>
            <a:off x="208950" y="230875"/>
            <a:ext cx="7689000" cy="7143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a:solidFill>
                  <a:srgbClr val="FFFFFF"/>
                </a:solidFill>
              </a:rPr>
              <a:t>Bug Analysis</a:t>
            </a:r>
            <a:endParaRPr sz="4000">
              <a:solidFill>
                <a:srgbClr val="FFFFFF"/>
              </a:solidFill>
            </a:endParaRPr>
          </a:p>
        </p:txBody>
      </p:sp>
      <p:sp>
        <p:nvSpPr>
          <p:cNvPr id="375" name="Google Shape;375;g342d93776e7_0_195"/>
          <p:cNvSpPr txBox="1"/>
          <p:nvPr/>
        </p:nvSpPr>
        <p:spPr>
          <a:xfrm>
            <a:off x="262675" y="996550"/>
            <a:ext cx="8529900" cy="3186300"/>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Investigation (</a:t>
            </a:r>
            <a:r>
              <a:rPr lang="en" sz="1500" u="sng" dirty="0">
                <a:solidFill>
                  <a:srgbClr val="FFFFFF"/>
                </a:solidFill>
                <a:hlinkClick r:id="rId3">
                  <a:extLst>
                    <a:ext uri="{A12FA001-AC4F-418D-AE19-62706E023703}">
                      <ahyp:hlinkClr xmlns:ahyp="http://schemas.microsoft.com/office/drawing/2018/hyperlinkcolor" val="tx"/>
                    </a:ext>
                  </a:extLst>
                </a:hlinkClick>
              </a:rPr>
              <a:t>URL</a:t>
            </a:r>
            <a:r>
              <a:rPr lang="en" sz="1500" dirty="0">
                <a:solidFill>
                  <a:srgbClr val="FFFFFF"/>
                </a:solidFill>
              </a:rPr>
              <a:t>)</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Solution (Optional)</a:t>
            </a:r>
            <a:endParaRPr sz="1500" dirty="0">
              <a:solidFill>
                <a:srgbClr val="FFFFFF"/>
              </a:solidFill>
            </a:endParaRPr>
          </a:p>
          <a:p>
            <a:pPr marL="457200" lvl="0" indent="-323850" algn="l" rtl="0">
              <a:lnSpc>
                <a:spcPct val="150000"/>
              </a:lnSpc>
              <a:spcBef>
                <a:spcPts val="0"/>
              </a:spcBef>
              <a:spcAft>
                <a:spcPts val="0"/>
              </a:spcAft>
              <a:buClr>
                <a:srgbClr val="FFFFFF"/>
              </a:buClr>
              <a:buSzPts val="1500"/>
              <a:buChar char="●"/>
            </a:pPr>
            <a:r>
              <a:rPr lang="en" sz="1500" dirty="0">
                <a:solidFill>
                  <a:srgbClr val="FFFFFF"/>
                </a:solidFill>
              </a:rPr>
              <a:t>Few more Websites to test:</a:t>
            </a:r>
            <a:endParaRPr sz="1500" dirty="0">
              <a:solidFill>
                <a:srgbClr val="FFFFFF"/>
              </a:solidFill>
            </a:endParaRPr>
          </a:p>
          <a:p>
            <a:pPr marL="914400" lvl="1" indent="-323850" algn="l" rtl="0">
              <a:lnSpc>
                <a:spcPct val="150000"/>
              </a:lnSpc>
              <a:spcBef>
                <a:spcPts val="0"/>
              </a:spcBef>
              <a:spcAft>
                <a:spcPts val="0"/>
              </a:spcAft>
              <a:buClr>
                <a:srgbClr val="FFFFFF"/>
              </a:buClr>
              <a:buSzPts val="1500"/>
              <a:buChar char="○"/>
            </a:pPr>
            <a:r>
              <a:rPr lang="en" sz="1500" dirty="0">
                <a:solidFill>
                  <a:srgbClr val="FFFFFF"/>
                </a:solidFill>
              </a:rPr>
              <a:t>Buggy Website – </a:t>
            </a:r>
            <a:r>
              <a:rPr lang="en" sz="1500" u="sng" dirty="0">
                <a:solidFill>
                  <a:schemeClr val="hlink"/>
                </a:solidFill>
                <a:hlinkClick r:id="rId4"/>
              </a:rPr>
              <a:t>http://the-internet.herokuapp.com/</a:t>
            </a:r>
            <a:endParaRPr sz="1500" dirty="0">
              <a:solidFill>
                <a:srgbClr val="FFFFFF"/>
              </a:solidFill>
            </a:endParaRPr>
          </a:p>
          <a:p>
            <a:pPr marL="914400" lvl="1" indent="-323850" algn="l" rtl="0">
              <a:lnSpc>
                <a:spcPct val="150000"/>
              </a:lnSpc>
              <a:spcBef>
                <a:spcPts val="0"/>
              </a:spcBef>
              <a:spcAft>
                <a:spcPts val="0"/>
              </a:spcAft>
              <a:buClr>
                <a:srgbClr val="FFFFFF"/>
              </a:buClr>
              <a:buSzPts val="1500"/>
              <a:buChar char="○"/>
            </a:pPr>
            <a:r>
              <a:rPr lang="en" sz="1500" dirty="0" err="1">
                <a:solidFill>
                  <a:srgbClr val="FFFFFF"/>
                </a:solidFill>
              </a:rPr>
              <a:t>DemoQA</a:t>
            </a:r>
            <a:r>
              <a:rPr lang="en" sz="1500" dirty="0">
                <a:solidFill>
                  <a:srgbClr val="FFFFFF"/>
                </a:solidFill>
              </a:rPr>
              <a:t> – </a:t>
            </a:r>
            <a:r>
              <a:rPr lang="en" sz="1500" u="sng" dirty="0">
                <a:solidFill>
                  <a:schemeClr val="hlink"/>
                </a:solidFill>
                <a:hlinkClick r:id="rId5"/>
              </a:rPr>
              <a:t>https://demoqa.com/</a:t>
            </a:r>
            <a:endParaRPr sz="1500" dirty="0">
              <a:solidFill>
                <a:srgbClr val="FFFFFF"/>
              </a:solidFill>
            </a:endParaRPr>
          </a:p>
          <a:p>
            <a:pPr marL="914400" lvl="1" indent="-323850" algn="l" rtl="0">
              <a:lnSpc>
                <a:spcPct val="150000"/>
              </a:lnSpc>
              <a:spcBef>
                <a:spcPts val="0"/>
              </a:spcBef>
              <a:spcAft>
                <a:spcPts val="0"/>
              </a:spcAft>
              <a:buClr>
                <a:srgbClr val="FFFFFF"/>
              </a:buClr>
              <a:buSzPts val="1500"/>
              <a:buChar char="○"/>
            </a:pPr>
            <a:r>
              <a:rPr lang="en" sz="1500" dirty="0">
                <a:solidFill>
                  <a:srgbClr val="FFFFFF"/>
                </a:solidFill>
              </a:rPr>
              <a:t>⁠</a:t>
            </a:r>
            <a:r>
              <a:rPr lang="en" sz="1500" dirty="0" err="1">
                <a:solidFill>
                  <a:srgbClr val="FFFFFF"/>
                </a:solidFill>
              </a:rPr>
              <a:t>OrangeHRM</a:t>
            </a:r>
            <a:r>
              <a:rPr lang="en" sz="1500" dirty="0">
                <a:solidFill>
                  <a:srgbClr val="FFFFFF"/>
                </a:solidFill>
              </a:rPr>
              <a:t> Demo – </a:t>
            </a:r>
            <a:r>
              <a:rPr lang="en" sz="1500" u="sng" dirty="0">
                <a:solidFill>
                  <a:schemeClr val="hlink"/>
                </a:solidFill>
                <a:hlinkClick r:id="rId6"/>
              </a:rPr>
              <a:t>https://opensource-demo.orangehrmlive.com/</a:t>
            </a:r>
            <a:endParaRPr sz="1500" dirty="0">
              <a:solidFill>
                <a:srgbClr val="FFFFFF"/>
              </a:solidFill>
            </a:endParaRPr>
          </a:p>
          <a:p>
            <a:pPr marL="914400" lvl="1" indent="-323850" algn="l" rtl="0">
              <a:lnSpc>
                <a:spcPct val="150000"/>
              </a:lnSpc>
              <a:spcBef>
                <a:spcPts val="0"/>
              </a:spcBef>
              <a:spcAft>
                <a:spcPts val="0"/>
              </a:spcAft>
              <a:buClr>
                <a:srgbClr val="FFFFFF"/>
              </a:buClr>
              <a:buSzPts val="1500"/>
              <a:buChar char="○"/>
            </a:pPr>
            <a:r>
              <a:rPr lang="en" sz="1500" dirty="0" err="1">
                <a:solidFill>
                  <a:srgbClr val="FFFFFF"/>
                </a:solidFill>
              </a:rPr>
              <a:t>SauceDemo</a:t>
            </a:r>
            <a:r>
              <a:rPr lang="en" sz="1500" dirty="0">
                <a:solidFill>
                  <a:srgbClr val="FFFFFF"/>
                </a:solidFill>
              </a:rPr>
              <a:t> – </a:t>
            </a:r>
            <a:r>
              <a:rPr lang="en" sz="1500" u="sng" dirty="0">
                <a:solidFill>
                  <a:schemeClr val="hlink"/>
                </a:solidFill>
                <a:hlinkClick r:id="rId7"/>
              </a:rPr>
              <a:t>https://www.saucedemo.com/</a:t>
            </a:r>
            <a:r>
              <a:rPr lang="en" sz="1500" dirty="0">
                <a:solidFill>
                  <a:srgbClr val="FFFFFF"/>
                </a:solidFill>
              </a:rPr>
              <a:t> </a:t>
            </a:r>
            <a:endParaRPr sz="1500" dirty="0">
              <a:solidFill>
                <a:srgbClr val="FFFFFF"/>
              </a:solidFill>
            </a:endParaRPr>
          </a:p>
          <a:p>
            <a:pPr marL="914400" lvl="1" indent="-323850" algn="l" rtl="0">
              <a:lnSpc>
                <a:spcPct val="150000"/>
              </a:lnSpc>
              <a:spcBef>
                <a:spcPts val="0"/>
              </a:spcBef>
              <a:spcAft>
                <a:spcPts val="0"/>
              </a:spcAft>
              <a:buClr>
                <a:srgbClr val="FFFFFF"/>
              </a:buClr>
              <a:buSzPts val="1500"/>
              <a:buChar char="○"/>
            </a:pPr>
            <a:r>
              <a:rPr lang="en" sz="1500" dirty="0">
                <a:solidFill>
                  <a:srgbClr val="FFFFFF"/>
                </a:solidFill>
              </a:rPr>
              <a:t>Contact List App - </a:t>
            </a:r>
            <a:r>
              <a:rPr lang="en" sz="1500" u="sng" dirty="0">
                <a:solidFill>
                  <a:schemeClr val="hlink"/>
                </a:solidFill>
                <a:hlinkClick r:id="rId3"/>
              </a:rPr>
              <a:t>https://thinking-tester-contact-list.herokuapp.com/</a:t>
            </a:r>
            <a:r>
              <a:rPr lang="en" sz="1500" dirty="0">
                <a:solidFill>
                  <a:srgbClr val="FFFFFF"/>
                </a:solidFill>
              </a:rPr>
              <a:t> (Investigation one)</a:t>
            </a:r>
            <a:endParaRPr sz="1500" dirty="0">
              <a:solidFill>
                <a:srgbClr val="FFFFFF"/>
              </a:solidFill>
            </a:endParaRPr>
          </a:p>
          <a:p>
            <a:pPr marL="457200" lvl="0" indent="0" algn="l" rtl="0">
              <a:lnSpc>
                <a:spcPct val="150000"/>
              </a:lnSpc>
              <a:spcBef>
                <a:spcPts val="0"/>
              </a:spcBef>
              <a:spcAft>
                <a:spcPts val="0"/>
              </a:spcAft>
              <a:buNone/>
            </a:pPr>
            <a:endParaRPr sz="1500" dirty="0">
              <a:solidFill>
                <a:srgbClr val="FFFFFF"/>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g342d93776e7_0_68"/>
          <p:cNvSpPr txBox="1"/>
          <p:nvPr/>
        </p:nvSpPr>
        <p:spPr>
          <a:xfrm>
            <a:off x="208950" y="230875"/>
            <a:ext cx="7689000" cy="7143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dirty="0">
                <a:solidFill>
                  <a:srgbClr val="FFFFFF"/>
                </a:solidFill>
              </a:rPr>
              <a:t>How To Prevent Bugs In Brief</a:t>
            </a:r>
            <a:endParaRPr sz="4000" dirty="0">
              <a:solidFill>
                <a:srgbClr val="FFFFFF"/>
              </a:solidFill>
            </a:endParaRPr>
          </a:p>
        </p:txBody>
      </p:sp>
      <p:sp>
        <p:nvSpPr>
          <p:cNvPr id="381" name="Google Shape;381;g342d93776e7_0_68"/>
          <p:cNvSpPr txBox="1"/>
          <p:nvPr/>
        </p:nvSpPr>
        <p:spPr>
          <a:xfrm>
            <a:off x="384550" y="1077325"/>
            <a:ext cx="8118600" cy="3648000"/>
          </a:xfrm>
          <a:prstGeom prst="rect">
            <a:avLst/>
          </a:prstGeom>
          <a:noFill/>
          <a:ln>
            <a:noFill/>
          </a:ln>
        </p:spPr>
        <p:txBody>
          <a:bodyPr spcFirstLastPara="1" wrap="square" lIns="91425" tIns="91425" rIns="91425" bIns="91425" anchor="t" anchorCtr="0">
            <a:spAutoFit/>
          </a:bodyPr>
          <a:lstStyle/>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Review Specifications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Define Test Case Structure</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Consider Happy Path, </a:t>
            </a:r>
            <a:r>
              <a:rPr lang="en" sz="1500" dirty="0">
                <a:solidFill>
                  <a:schemeClr val="dk1"/>
                </a:solidFill>
              </a:rPr>
              <a:t>Negative Scenarios and </a:t>
            </a:r>
            <a:r>
              <a:rPr lang="en" sz="1500" dirty="0">
                <a:solidFill>
                  <a:srgbClr val="FFFFFF"/>
                </a:solidFill>
              </a:rPr>
              <a:t>Edge Cases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Peer Review</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Test Case Execution/Testing</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Log Defects/Error/Bug</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chemeClr val="dk1"/>
                </a:solidFill>
              </a:rPr>
              <a:t>Retest</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dirty="0">
                <a:solidFill>
                  <a:srgbClr val="FFFFFF"/>
                </a:solidFill>
              </a:rPr>
              <a:t>Track and Update Test Cases</a:t>
            </a:r>
            <a:endParaRPr sz="1500" dirty="0">
              <a:solidFill>
                <a:srgbClr val="FFFFFF"/>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
          <p:cNvSpPr txBox="1"/>
          <p:nvPr/>
        </p:nvSpPr>
        <p:spPr>
          <a:xfrm>
            <a:off x="208950" y="230875"/>
            <a:ext cx="8586300" cy="11727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4000" dirty="0">
                <a:solidFill>
                  <a:srgbClr val="FFFFFF"/>
                </a:solidFill>
              </a:rPr>
              <a:t>Key Points on Professionalism to prevent bugs</a:t>
            </a:r>
            <a:endParaRPr sz="4000" dirty="0">
              <a:solidFill>
                <a:srgbClr val="FFFFFF"/>
              </a:solidFill>
            </a:endParaRPr>
          </a:p>
        </p:txBody>
      </p:sp>
      <p:sp>
        <p:nvSpPr>
          <p:cNvPr id="387" name="Google Shape;387;p3"/>
          <p:cNvSpPr txBox="1"/>
          <p:nvPr/>
        </p:nvSpPr>
        <p:spPr>
          <a:xfrm>
            <a:off x="384550" y="1403498"/>
            <a:ext cx="7297200" cy="3186300"/>
          </a:xfrm>
          <a:prstGeom prst="rect">
            <a:avLst/>
          </a:prstGeom>
          <a:noFill/>
          <a:ln>
            <a:noFill/>
          </a:ln>
        </p:spPr>
        <p:txBody>
          <a:bodyPr spcFirstLastPara="1" wrap="square" lIns="91425" tIns="91425" rIns="91425" bIns="91425" anchor="t" anchorCtr="0">
            <a:spAutoFit/>
          </a:bodyPr>
          <a:lstStyle/>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Clarity and Detailing</a:t>
            </a:r>
            <a:r>
              <a:rPr lang="en" sz="1500" dirty="0">
                <a:solidFill>
                  <a:srgbClr val="FFFFFF"/>
                </a:solidFill>
              </a:rPr>
              <a:t> in The Test Cases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Consistency</a:t>
            </a:r>
            <a:r>
              <a:rPr lang="en" sz="1500" dirty="0">
                <a:solidFill>
                  <a:srgbClr val="FFFFFF"/>
                </a:solidFill>
              </a:rPr>
              <a:t> in Documents structure</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Thoroughness</a:t>
            </a:r>
            <a:r>
              <a:rPr lang="en" sz="1500" dirty="0">
                <a:solidFill>
                  <a:srgbClr val="FFFFFF"/>
                </a:solidFill>
              </a:rPr>
              <a:t> in Functional and Non-functional aspects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Traceability</a:t>
            </a:r>
            <a:r>
              <a:rPr lang="en" sz="1500" dirty="0">
                <a:solidFill>
                  <a:srgbClr val="FFFFFF"/>
                </a:solidFill>
              </a:rPr>
              <a:t> in User Story and Documents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Collaboration</a:t>
            </a:r>
            <a:r>
              <a:rPr lang="en" sz="1500" dirty="0">
                <a:solidFill>
                  <a:srgbClr val="FFFFFF"/>
                </a:solidFill>
              </a:rPr>
              <a:t> with Stakeholders</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Continuous Improvement</a:t>
            </a:r>
            <a:r>
              <a:rPr lang="en" sz="1500" dirty="0">
                <a:solidFill>
                  <a:srgbClr val="FFFFFF"/>
                </a:solidFill>
              </a:rPr>
              <a:t> Based on Feedback and Previous result</a:t>
            </a:r>
            <a:endParaRPr sz="1500" dirty="0">
              <a:solidFill>
                <a:srgbClr val="FFFFFF"/>
              </a:solidFill>
            </a:endParaRPr>
          </a:p>
          <a:p>
            <a:pPr marL="457200" lvl="0" indent="-323850" algn="l" rtl="0">
              <a:lnSpc>
                <a:spcPct val="200000"/>
              </a:lnSpc>
              <a:spcBef>
                <a:spcPts val="0"/>
              </a:spcBef>
              <a:spcAft>
                <a:spcPts val="0"/>
              </a:spcAft>
              <a:buClr>
                <a:srgbClr val="FFFFFF"/>
              </a:buClr>
              <a:buSzPts val="1500"/>
              <a:buChar char="●"/>
            </a:pPr>
            <a:r>
              <a:rPr lang="en" sz="1500" b="1" dirty="0">
                <a:solidFill>
                  <a:srgbClr val="FFFFFF"/>
                </a:solidFill>
              </a:rPr>
              <a:t>Taking ownership</a:t>
            </a:r>
            <a:r>
              <a:rPr lang="en" sz="1500" dirty="0">
                <a:solidFill>
                  <a:srgbClr val="FFFFFF"/>
                </a:solidFill>
              </a:rPr>
              <a:t> of the product</a:t>
            </a:r>
            <a:endParaRPr sz="1500" dirty="0">
              <a:solidFill>
                <a:srgbClr val="FFFF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11"/>
          <p:cNvSpPr txBox="1">
            <a:spLocks noGrp="1"/>
          </p:cNvSpPr>
          <p:nvPr>
            <p:ph type="title"/>
          </p:nvPr>
        </p:nvSpPr>
        <p:spPr>
          <a:xfrm>
            <a:off x="632850" y="400625"/>
            <a:ext cx="7878300" cy="17415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lt1"/>
              </a:buClr>
              <a:buSzPts val="1100"/>
              <a:buNone/>
            </a:pPr>
            <a:r>
              <a:rPr lang="en" sz="5200">
                <a:latin typeface="Arial"/>
                <a:ea typeface="Arial"/>
                <a:cs typeface="Arial"/>
                <a:sym typeface="Arial"/>
              </a:rPr>
              <a:t>Any Questions?</a:t>
            </a:r>
            <a:endParaRPr/>
          </a:p>
        </p:txBody>
      </p:sp>
      <p:sp>
        <p:nvSpPr>
          <p:cNvPr id="393" name="Google Shape;393;p11"/>
          <p:cNvSpPr txBox="1">
            <a:spLocks noGrp="1"/>
          </p:cNvSpPr>
          <p:nvPr>
            <p:ph type="subTitle" idx="2"/>
          </p:nvPr>
        </p:nvSpPr>
        <p:spPr>
          <a:xfrm>
            <a:off x="2068350" y="3665300"/>
            <a:ext cx="5007300" cy="934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lt1"/>
              </a:buClr>
              <a:buSzPts val="1100"/>
              <a:buNone/>
            </a:pPr>
            <a:r>
              <a:rPr lang="en"/>
              <a:t>Thank you!</a:t>
            </a:r>
            <a:endParaRPr/>
          </a:p>
        </p:txBody>
      </p:sp>
      <p:pic>
        <p:nvPicPr>
          <p:cNvPr id="394" name="Google Shape;394;p11"/>
          <p:cNvPicPr preferRelativeResize="0"/>
          <p:nvPr/>
        </p:nvPicPr>
        <p:blipFill rotWithShape="1">
          <a:blip r:embed="rId3">
            <a:alphaModFix/>
          </a:blip>
          <a:srcRect/>
          <a:stretch/>
        </p:blipFill>
        <p:spPr>
          <a:xfrm>
            <a:off x="3418263" y="1671975"/>
            <a:ext cx="2879281" cy="1799550"/>
          </a:xfrm>
          <a:prstGeom prst="rect">
            <a:avLst/>
          </a:prstGeom>
          <a:noFill/>
          <a:ln>
            <a:noFill/>
          </a:ln>
        </p:spPr>
      </p:pic>
    </p:spTree>
  </p:cSld>
  <p:clrMapOvr>
    <a:masterClrMapping/>
  </p:clrMapOvr>
</p:sld>
</file>

<file path=ppt/theme/theme1.xml><?xml version="1.0" encoding="utf-8"?>
<a:theme xmlns:a="http://schemas.openxmlformats.org/drawingml/2006/main" name="Strategy Plan">
  <a:themeElements>
    <a:clrScheme name="Simple Light">
      <a:dk1>
        <a:srgbClr val="FFFFFF"/>
      </a:dk1>
      <a:lt1>
        <a:srgbClr val="000000"/>
      </a:lt1>
      <a:dk2>
        <a:srgbClr val="999999"/>
      </a:dk2>
      <a:lt2>
        <a:srgbClr val="FFECD1"/>
      </a:lt2>
      <a:accent1>
        <a:srgbClr val="AC6600"/>
      </a:accent1>
      <a:accent2>
        <a:srgbClr val="5E7F00"/>
      </a:accent2>
      <a:accent3>
        <a:srgbClr val="2322EF"/>
      </a:accent3>
      <a:accent4>
        <a:srgbClr val="DDDDFF"/>
      </a:accent4>
      <a:accent5>
        <a:srgbClr val="EFEFEF"/>
      </a:accent5>
      <a:accent6>
        <a:srgbClr val="F7FEEB"/>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1215</Words>
  <Application>Microsoft Macintosh PowerPoint</Application>
  <PresentationFormat>On-screen Show (16:9)</PresentationFormat>
  <Paragraphs>249</Paragraphs>
  <Slides>9</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Hepta Slab</vt:lpstr>
      <vt:lpstr>Barlow Medium</vt:lpstr>
      <vt:lpstr>Barlow ExtraLight</vt:lpstr>
      <vt:lpstr>Barlow</vt:lpstr>
      <vt:lpstr>Arial</vt:lpstr>
      <vt:lpstr>Barlow Light</vt:lpstr>
      <vt:lpstr>Hepta Slab Light</vt:lpstr>
      <vt:lpstr>Hepta Slab Medium</vt:lpstr>
      <vt:lpstr>Strategy Plan</vt:lpstr>
      <vt:lpstr>Bug Findings &amp; Bug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Any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shakibrybmn@gmail.com</cp:lastModifiedBy>
  <cp:revision>1</cp:revision>
  <dcterms:modified xsi:type="dcterms:W3CDTF">2026-04-08T14:41:42Z</dcterms:modified>
</cp:coreProperties>
</file>