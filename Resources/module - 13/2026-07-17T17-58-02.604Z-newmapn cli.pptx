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E30CB-64ED-4465-842C-3A16FAEBE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BFF98-1059-4771-ACF3-F4FF739505E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25980"/>
            <a:ext cx="9368790" cy="3131820"/>
          </a:xfrm>
        </p:spPr>
        <p:txBody>
          <a:bodyPr>
            <a:normAutofit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API Automation</a:t>
            </a:r>
            <a:endParaRPr lang="en-US" sz="36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br>
              <a:rPr lang="en-US" dirty="0"/>
            </a:br>
            <a:endParaRPr lang="en-US" sz="4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730" y="503555"/>
            <a:ext cx="10515600" cy="196596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we learn today</a:t>
            </a:r>
            <a:endParaRPr lang="en-US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678180" y="2114551"/>
            <a:ext cx="10515600" cy="709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939925" y="1486535"/>
            <a:ext cx="8312150" cy="3540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Introduction to Newman (Postman CLI)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Installing and Setting Up Newman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Running Automated Tests via Command Line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Exporting Postman Collections to JSON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Running Exported Collections in Newman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Practical Example: Running Tests Using Newman with Command-Line Commands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Understanding Newman Command Options (environment, iteration-count)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Generating Test Reports with Newman 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Integrating Newman into CI/CD Pipelines for Automated API Testing</a:t>
            </a:r>
            <a:endParaRPr lang="en-US" sz="18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1081285"/>
            <a:ext cx="10515600" cy="196596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Introduction to Newman (Postman CLI) </a:t>
            </a:r>
            <a:b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678180" y="2114551"/>
            <a:ext cx="10515600" cy="709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456911" y="1706927"/>
            <a:ext cx="8312150" cy="2856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92608" y="2288751"/>
            <a:ext cx="89551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 is the 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Command Line Interface (CLI)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for 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Postman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It allows you to run Postman collections without opening the Postman application.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is mainly used for: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API Automation Testing 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Regression Testing 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Smoke Testing 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CI/CD Pipeline 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Scheduled Testing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Example: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78180" y="2114551"/>
            <a:ext cx="10515600" cy="709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323975" y="1746251"/>
            <a:ext cx="8312150" cy="2856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80604020202020204" pitchFamily="34" charset="0"/>
              <a:buChar char="•"/>
            </a:pP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1482" y="2236152"/>
            <a:ext cx="87890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First Step: 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Install Node.js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Check version: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node –v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        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npm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–v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Second Steps: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Install Newman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npm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install -g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–v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63880" y="11439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Installing and Setting Up Newman </a:t>
            </a:r>
            <a:b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05" y="208974"/>
            <a:ext cx="10515600" cy="196596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 Commands</a:t>
            </a:r>
            <a:b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678180" y="2114551"/>
            <a:ext cx="10515600" cy="709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323975" y="1746251"/>
            <a:ext cx="8312150" cy="2856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80604020202020204" pitchFamily="34" charset="0"/>
              <a:buChar char="•"/>
            </a:pP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320" y="1280162"/>
            <a:ext cx="110572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 run command: 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If we want also environment: 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-e   batch_18.postman_environment.json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Iteration: 	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-n 5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Deley between request : 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--delay-request 1000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Stop on first failure: 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–bail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HTML report install : 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npm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install -g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-reporter-html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</a:t>
            </a:r>
            <a:endParaRPr lang="en-US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Command: 	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-r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cli,html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Json report: 		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newman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run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collection.json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-r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json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330" y="2446019"/>
            <a:ext cx="10515600" cy="196596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Thank You</a:t>
            </a:r>
            <a:endParaRPr lang="en-US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323975" y="1746251"/>
            <a:ext cx="8312150" cy="2856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WPS Presentation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Sans Serif Collection</vt:lpstr>
      <vt:lpstr>DejaVu Sans</vt:lpstr>
      <vt:lpstr>Noto Looped Lao</vt:lpstr>
      <vt:lpstr>Calibri</vt:lpstr>
      <vt:lpstr>微软雅黑</vt:lpstr>
      <vt:lpstr>WenQuanYi Zen Hei</vt:lpstr>
      <vt:lpstr>Arial Unicode MS</vt:lpstr>
      <vt:lpstr>Standard Symbols PS</vt:lpstr>
      <vt:lpstr>Calibri Light</vt:lpstr>
      <vt:lpstr>Office Theme</vt:lpstr>
      <vt:lpstr>PowerPoint 演示文稿</vt:lpstr>
      <vt:lpstr>What we learn today</vt:lpstr>
      <vt:lpstr>Introduction to Newman (Postman CLI)  </vt:lpstr>
      <vt:lpstr>Installing and Setting Up Newman  </vt:lpstr>
      <vt:lpstr>Newman Commands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ibbluser</dc:creator>
  <cp:lastModifiedBy>tajkiya</cp:lastModifiedBy>
  <cp:revision>25</cp:revision>
  <dcterms:created xsi:type="dcterms:W3CDTF">2026-07-17T16:38:26Z</dcterms:created>
  <dcterms:modified xsi:type="dcterms:W3CDTF">2026-07-17T16:38:26Z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