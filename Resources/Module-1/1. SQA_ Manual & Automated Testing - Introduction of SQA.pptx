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Barlow ExtraLight"/>
      <p:regular r:id="rId23"/>
      <p:bold r:id="rId24"/>
      <p:italic r:id="rId25"/>
      <p:boldItalic r:id="rId26"/>
    </p:embeddedFont>
    <p:embeddedFont>
      <p:font typeface="Hepta Slab Medium"/>
      <p:regular r:id="rId27"/>
      <p:bold r:id="rId28"/>
    </p:embeddedFont>
    <p:embeddedFont>
      <p:font typeface="Hepta Slab Light"/>
      <p:regular r:id="rId29"/>
      <p:bold r:id="rId30"/>
    </p:embeddedFont>
    <p:embeddedFont>
      <p:font typeface="Hepta Slab"/>
      <p:regular r:id="rId31"/>
      <p:bold r:id="rId32"/>
    </p:embeddedFont>
    <p:embeddedFont>
      <p:font typeface="Barlow Medium"/>
      <p:regular r:id="rId33"/>
      <p:bold r:id="rId34"/>
      <p:italic r:id="rId35"/>
      <p:boldItalic r:id="rId36"/>
    </p:embeddedFont>
    <p:embeddedFont>
      <p:font typeface="Barlow Light"/>
      <p:regular r:id="rId37"/>
      <p:bold r:id="rId38"/>
      <p:italic r:id="rId39"/>
      <p:boldItalic r:id="rId40"/>
    </p:embeddedFont>
    <p:embeddedFont>
      <p:font typeface="Barlow"/>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5" roundtripDataSignature="AMtx7mh+2pJ4++Hr8wgzSF4WlcFm0Ygk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Light-boldItalic.fntdata"/><Relationship Id="rId20" Type="http://schemas.openxmlformats.org/officeDocument/2006/relationships/slide" Target="slides/slide15.xml"/><Relationship Id="rId42" Type="http://schemas.openxmlformats.org/officeDocument/2006/relationships/font" Target="fonts/Barlow-bold.fntdata"/><Relationship Id="rId41" Type="http://schemas.openxmlformats.org/officeDocument/2006/relationships/font" Target="fonts/Barlow-regular.fntdata"/><Relationship Id="rId22" Type="http://schemas.openxmlformats.org/officeDocument/2006/relationships/slide" Target="slides/slide17.xml"/><Relationship Id="rId44" Type="http://schemas.openxmlformats.org/officeDocument/2006/relationships/font" Target="fonts/Barlow-boldItalic.fntdata"/><Relationship Id="rId21" Type="http://schemas.openxmlformats.org/officeDocument/2006/relationships/slide" Target="slides/slide16.xml"/><Relationship Id="rId43" Type="http://schemas.openxmlformats.org/officeDocument/2006/relationships/font" Target="fonts/Barlow-italic.fntdata"/><Relationship Id="rId24" Type="http://schemas.openxmlformats.org/officeDocument/2006/relationships/font" Target="fonts/BarlowExtraLight-bold.fntdata"/><Relationship Id="rId23" Type="http://schemas.openxmlformats.org/officeDocument/2006/relationships/font" Target="fonts/BarlowExtraLight-regular.fntdata"/><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BarlowExtraLight-boldItalic.fntdata"/><Relationship Id="rId25" Type="http://schemas.openxmlformats.org/officeDocument/2006/relationships/font" Target="fonts/BarlowExtraLight-italic.fntdata"/><Relationship Id="rId28" Type="http://schemas.openxmlformats.org/officeDocument/2006/relationships/font" Target="fonts/HeptaSlabMedium-bold.fntdata"/><Relationship Id="rId27" Type="http://schemas.openxmlformats.org/officeDocument/2006/relationships/font" Target="fonts/HeptaSlabMedium-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ptaSlabLigh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ptaSlab-regular.fntdata"/><Relationship Id="rId30" Type="http://schemas.openxmlformats.org/officeDocument/2006/relationships/font" Target="fonts/HeptaSlabLight-bold.fntdata"/><Relationship Id="rId11" Type="http://schemas.openxmlformats.org/officeDocument/2006/relationships/slide" Target="slides/slide6.xml"/><Relationship Id="rId33" Type="http://schemas.openxmlformats.org/officeDocument/2006/relationships/font" Target="fonts/BarlowMedium-regular.fntdata"/><Relationship Id="rId10" Type="http://schemas.openxmlformats.org/officeDocument/2006/relationships/slide" Target="slides/slide5.xml"/><Relationship Id="rId32" Type="http://schemas.openxmlformats.org/officeDocument/2006/relationships/font" Target="fonts/HeptaSlab-bold.fntdata"/><Relationship Id="rId13" Type="http://schemas.openxmlformats.org/officeDocument/2006/relationships/slide" Target="slides/slide8.xml"/><Relationship Id="rId35" Type="http://schemas.openxmlformats.org/officeDocument/2006/relationships/font" Target="fonts/BarlowMedium-italic.fntdata"/><Relationship Id="rId12" Type="http://schemas.openxmlformats.org/officeDocument/2006/relationships/slide" Target="slides/slide7.xml"/><Relationship Id="rId34" Type="http://schemas.openxmlformats.org/officeDocument/2006/relationships/font" Target="fonts/BarlowMedium-bold.fntdata"/><Relationship Id="rId15" Type="http://schemas.openxmlformats.org/officeDocument/2006/relationships/slide" Target="slides/slide10.xml"/><Relationship Id="rId37" Type="http://schemas.openxmlformats.org/officeDocument/2006/relationships/font" Target="fonts/BarlowLight-regular.fntdata"/><Relationship Id="rId14" Type="http://schemas.openxmlformats.org/officeDocument/2006/relationships/slide" Target="slides/slide9.xml"/><Relationship Id="rId36" Type="http://schemas.openxmlformats.org/officeDocument/2006/relationships/font" Target="fonts/BarlowMedium-boldItalic.fntdata"/><Relationship Id="rId17" Type="http://schemas.openxmlformats.org/officeDocument/2006/relationships/slide" Target="slides/slide12.xml"/><Relationship Id="rId39" Type="http://schemas.openxmlformats.org/officeDocument/2006/relationships/font" Target="fonts/BarlowLight-italic.fntdata"/><Relationship Id="rId16" Type="http://schemas.openxmlformats.org/officeDocument/2006/relationships/slide" Target="slides/slide11.xml"/><Relationship Id="rId38" Type="http://schemas.openxmlformats.org/officeDocument/2006/relationships/font" Target="fonts/BarlowLight-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810f82c8c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3810f82c8c0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42d93776e7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g342d93776e7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546c7ce9d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8" name="Google Shape;358;g3546c7ce9d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810f82c8c0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3810f82c8c0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42d93776e7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g342d93776e7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42d93776e7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7" name="Google Shape;407;g342d93776e7_0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546c7ce9d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3" name="Google Shape;433;g3546c7ce9da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546c7ce9d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9" name="Google Shape;439;g3546c7ce9da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546c7ce9d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g3546c7ce9da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546c7ce9d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g3546c7ce9da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546c7ce9d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7" name="Google Shape;457;g3546c7ce9da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546c7ce9d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g3546c7ce9da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9" name="Shape 9"/>
        <p:cNvGrpSpPr/>
        <p:nvPr/>
      </p:nvGrpSpPr>
      <p:grpSpPr>
        <a:xfrm>
          <a:off x="0" y="0"/>
          <a:ext cx="0" cy="0"/>
          <a:chOff x="0" y="0"/>
          <a:chExt cx="0" cy="0"/>
        </a:xfrm>
      </p:grpSpPr>
      <p:sp>
        <p:nvSpPr>
          <p:cNvPr id="10" name="Google Shape;10;p13"/>
          <p:cNvSpPr txBox="1"/>
          <p:nvPr>
            <p:ph type="title"/>
          </p:nvPr>
        </p:nvSpPr>
        <p:spPr>
          <a:xfrm>
            <a:off x="632850" y="1124700"/>
            <a:ext cx="7878300" cy="17415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5400"/>
              <a:buFont typeface="Hepta Slab"/>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 name="Google Shape;11;p13"/>
          <p:cNvSpPr txBox="1"/>
          <p:nvPr>
            <p:ph idx="1" type="body"/>
          </p:nvPr>
        </p:nvSpPr>
        <p:spPr>
          <a:xfrm>
            <a:off x="4064100" y="4335200"/>
            <a:ext cx="1015800" cy="266100"/>
          </a:xfrm>
          <a:prstGeom prst="rect">
            <a:avLst/>
          </a:prstGeom>
          <a:no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lgn="l">
              <a:lnSpc>
                <a:spcPct val="100000"/>
              </a:lnSpc>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2" name="Google Shape;12;p13"/>
          <p:cNvSpPr txBox="1"/>
          <p:nvPr>
            <p:ph idx="2" type="subTitle"/>
          </p:nvPr>
        </p:nvSpPr>
        <p:spPr>
          <a:xfrm>
            <a:off x="2857500" y="2902000"/>
            <a:ext cx="3765600" cy="934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2600"/>
              <a:buNone/>
              <a:defRPr sz="2600">
                <a:solidFill>
                  <a:schemeClr val="dk2"/>
                </a:solidFill>
              </a:defRPr>
            </a:lvl1pPr>
            <a:lvl2pPr lvl="1" algn="l">
              <a:lnSpc>
                <a:spcPct val="100000"/>
              </a:lnSpc>
              <a:spcBef>
                <a:spcPts val="0"/>
              </a:spcBef>
              <a:spcAft>
                <a:spcPts val="0"/>
              </a:spcAft>
              <a:buSzPts val="1400"/>
              <a:buNone/>
              <a:defRPr>
                <a:latin typeface="Barlow Light"/>
                <a:ea typeface="Barlow Light"/>
                <a:cs typeface="Barlow Light"/>
                <a:sym typeface="Barlow Light"/>
              </a:defRPr>
            </a:lvl2pPr>
            <a:lvl3pPr lvl="2" algn="l">
              <a:lnSpc>
                <a:spcPct val="100000"/>
              </a:lnSpc>
              <a:spcBef>
                <a:spcPts val="0"/>
              </a:spcBef>
              <a:spcAft>
                <a:spcPts val="0"/>
              </a:spcAft>
              <a:buSzPts val="1400"/>
              <a:buNone/>
              <a:defRPr>
                <a:latin typeface="Barlow Light"/>
                <a:ea typeface="Barlow Light"/>
                <a:cs typeface="Barlow Light"/>
                <a:sym typeface="Barlow Light"/>
              </a:defRPr>
            </a:lvl3pPr>
            <a:lvl4pPr lvl="3" algn="l">
              <a:lnSpc>
                <a:spcPct val="100000"/>
              </a:lnSpc>
              <a:spcBef>
                <a:spcPts val="0"/>
              </a:spcBef>
              <a:spcAft>
                <a:spcPts val="0"/>
              </a:spcAft>
              <a:buSzPts val="1400"/>
              <a:buNone/>
              <a:defRPr>
                <a:latin typeface="Barlow Light"/>
                <a:ea typeface="Barlow Light"/>
                <a:cs typeface="Barlow Light"/>
                <a:sym typeface="Barlow Light"/>
              </a:defRPr>
            </a:lvl4pPr>
            <a:lvl5pPr lvl="4" algn="l">
              <a:lnSpc>
                <a:spcPct val="100000"/>
              </a:lnSpc>
              <a:spcBef>
                <a:spcPts val="0"/>
              </a:spcBef>
              <a:spcAft>
                <a:spcPts val="0"/>
              </a:spcAft>
              <a:buSzPts val="1400"/>
              <a:buNone/>
              <a:defRPr>
                <a:latin typeface="Barlow Light"/>
                <a:ea typeface="Barlow Light"/>
                <a:cs typeface="Barlow Light"/>
                <a:sym typeface="Barlow Light"/>
              </a:defRPr>
            </a:lvl5pPr>
            <a:lvl6pPr lvl="5" algn="l">
              <a:lnSpc>
                <a:spcPct val="100000"/>
              </a:lnSpc>
              <a:spcBef>
                <a:spcPts val="0"/>
              </a:spcBef>
              <a:spcAft>
                <a:spcPts val="0"/>
              </a:spcAft>
              <a:buSzPts val="1400"/>
              <a:buNone/>
              <a:defRPr>
                <a:latin typeface="Barlow Light"/>
                <a:ea typeface="Barlow Light"/>
                <a:cs typeface="Barlow Light"/>
                <a:sym typeface="Barlow Light"/>
              </a:defRPr>
            </a:lvl6pPr>
            <a:lvl7pPr lvl="6" algn="l">
              <a:lnSpc>
                <a:spcPct val="100000"/>
              </a:lnSpc>
              <a:spcBef>
                <a:spcPts val="0"/>
              </a:spcBef>
              <a:spcAft>
                <a:spcPts val="0"/>
              </a:spcAft>
              <a:buSzPts val="1400"/>
              <a:buNone/>
              <a:defRPr>
                <a:latin typeface="Barlow Light"/>
                <a:ea typeface="Barlow Light"/>
                <a:cs typeface="Barlow Light"/>
                <a:sym typeface="Barlow Light"/>
              </a:defRPr>
            </a:lvl7pPr>
            <a:lvl8pPr lvl="7" algn="l">
              <a:lnSpc>
                <a:spcPct val="100000"/>
              </a:lnSpc>
              <a:spcBef>
                <a:spcPts val="0"/>
              </a:spcBef>
              <a:spcAft>
                <a:spcPts val="0"/>
              </a:spcAft>
              <a:buSzPts val="1400"/>
              <a:buNone/>
              <a:defRPr>
                <a:latin typeface="Barlow Light"/>
                <a:ea typeface="Barlow Light"/>
                <a:cs typeface="Barlow Light"/>
                <a:sym typeface="Barlow Light"/>
              </a:defRPr>
            </a:lvl8pPr>
            <a:lvl9pPr lvl="8" algn="l">
              <a:lnSpc>
                <a:spcPct val="100000"/>
              </a:lnSpc>
              <a:spcBef>
                <a:spcPts val="0"/>
              </a:spcBef>
              <a:spcAft>
                <a:spcPts val="0"/>
              </a:spcAft>
              <a:buSzPts val="1400"/>
              <a:buNone/>
              <a:defRPr>
                <a:latin typeface="Barlow Light"/>
                <a:ea typeface="Barlow Light"/>
                <a:cs typeface="Barlow Light"/>
                <a:sym typeface="Barlow Light"/>
              </a:defRPr>
            </a:lvl9pPr>
          </a:lstStyle>
          <a:p/>
        </p:txBody>
      </p:sp>
      <p:sp>
        <p:nvSpPr>
          <p:cNvPr id="13" name="Google Shape;13;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
        <p:nvSpPr>
          <p:cNvPr id="14" name="Google Shape;14;p13"/>
          <p:cNvSpPr txBox="1"/>
          <p:nvPr/>
        </p:nvSpPr>
        <p:spPr>
          <a:xfrm>
            <a:off x="6907975" y="4749850"/>
            <a:ext cx="2197500" cy="33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Barlow Light"/>
                <a:ea typeface="Barlow Light"/>
                <a:cs typeface="Barlow Light"/>
                <a:sym typeface="Barlow Light"/>
              </a:rPr>
              <a:t>Mishel Franklin Desilva</a:t>
            </a:r>
            <a:endParaRPr b="0" i="0" sz="1500" u="none" cap="none" strike="noStrike">
              <a:solidFill>
                <a:schemeClr val="dk1"/>
              </a:solidFill>
              <a:latin typeface="Barlow Light"/>
              <a:ea typeface="Barlow Light"/>
              <a:cs typeface="Barlow Light"/>
              <a:sym typeface="Barlow Ligh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15" name="Shape 15"/>
        <p:cNvGrpSpPr/>
        <p:nvPr/>
      </p:nvGrpSpPr>
      <p:grpSpPr>
        <a:xfrm>
          <a:off x="0" y="0"/>
          <a:ext cx="0" cy="0"/>
          <a:chOff x="0" y="0"/>
          <a:chExt cx="0" cy="0"/>
        </a:xfrm>
      </p:grpSpPr>
      <p:sp>
        <p:nvSpPr>
          <p:cNvPr id="16" name="Google Shape;16;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 name="Google Shape;17;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1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9" name="Shape 19"/>
        <p:cNvGrpSpPr/>
        <p:nvPr/>
      </p:nvGrpSpPr>
      <p:grpSpPr>
        <a:xfrm>
          <a:off x="0" y="0"/>
          <a:ext cx="0" cy="0"/>
          <a:chOff x="0" y="0"/>
          <a:chExt cx="0" cy="0"/>
        </a:xfrm>
      </p:grpSpPr>
      <p:sp>
        <p:nvSpPr>
          <p:cNvPr id="20" name="Google Shape;20;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22" name="Shape 22"/>
        <p:cNvGrpSpPr/>
        <p:nvPr/>
      </p:nvGrpSpPr>
      <p:grpSpPr>
        <a:xfrm>
          <a:off x="0" y="0"/>
          <a:ext cx="0" cy="0"/>
          <a:chOff x="0" y="0"/>
          <a:chExt cx="0" cy="0"/>
        </a:xfrm>
      </p:grpSpPr>
      <p:sp>
        <p:nvSpPr>
          <p:cNvPr id="23" name="Google Shape;23;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25" name="Google Shape;25;p1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6" name="Shape 26"/>
        <p:cNvGrpSpPr/>
        <p:nvPr/>
      </p:nvGrpSpPr>
      <p:grpSpPr>
        <a:xfrm>
          <a:off x="0" y="0"/>
          <a:ext cx="0" cy="0"/>
          <a:chOff x="0" y="0"/>
          <a:chExt cx="0" cy="0"/>
        </a:xfrm>
      </p:grpSpPr>
      <p:sp>
        <p:nvSpPr>
          <p:cNvPr id="27" name="Google Shape;27;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29" name="Google Shape;29;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0" name="Google Shape;30;p1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31" name="Shape 31"/>
        <p:cNvGrpSpPr/>
        <p:nvPr/>
      </p:nvGrpSpPr>
      <p:grpSpPr>
        <a:xfrm>
          <a:off x="0" y="0"/>
          <a:ext cx="0" cy="0"/>
          <a:chOff x="0" y="0"/>
          <a:chExt cx="0" cy="0"/>
        </a:xfrm>
      </p:grpSpPr>
      <p:sp>
        <p:nvSpPr>
          <p:cNvPr id="32" name="Google Shape;32;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34" name="Shape 34"/>
        <p:cNvGrpSpPr/>
        <p:nvPr/>
      </p:nvGrpSpPr>
      <p:grpSpPr>
        <a:xfrm>
          <a:off x="0" y="0"/>
          <a:ext cx="0" cy="0"/>
          <a:chOff x="0" y="0"/>
          <a:chExt cx="0" cy="0"/>
        </a:xfrm>
      </p:grpSpPr>
      <p:sp>
        <p:nvSpPr>
          <p:cNvPr id="35" name="Google Shape;35;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37" name="Google Shape;37;p1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8" name="Shape 38"/>
        <p:cNvGrpSpPr/>
        <p:nvPr/>
      </p:nvGrpSpPr>
      <p:grpSpPr>
        <a:xfrm>
          <a:off x="0" y="0"/>
          <a:ext cx="0" cy="0"/>
          <a:chOff x="0" y="0"/>
          <a:chExt cx="0" cy="0"/>
        </a:xfrm>
      </p:grpSpPr>
      <p:sp>
        <p:nvSpPr>
          <p:cNvPr id="39" name="Google Shape;39;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2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41" name="Shape 41"/>
        <p:cNvGrpSpPr/>
        <p:nvPr/>
      </p:nvGrpSpPr>
      <p:grpSpPr>
        <a:xfrm>
          <a:off x="0" y="0"/>
          <a:ext cx="0" cy="0"/>
          <a:chOff x="0" y="0"/>
          <a:chExt cx="0" cy="0"/>
        </a:xfrm>
      </p:grpSpPr>
      <p:sp>
        <p:nvSpPr>
          <p:cNvPr id="42" name="Google Shape;42;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23850" lvl="0" marL="457200" algn="l">
              <a:lnSpc>
                <a:spcPct val="100000"/>
              </a:lnSpc>
              <a:spcBef>
                <a:spcPts val="0"/>
              </a:spcBef>
              <a:spcAft>
                <a:spcPts val="0"/>
              </a:spcAft>
              <a:buClr>
                <a:schemeClr val="lt1"/>
              </a:buClr>
              <a:buSzPts val="1500"/>
              <a:buChar char="●"/>
              <a:defRPr>
                <a:solidFill>
                  <a:schemeClr val="lt1"/>
                </a:solidFill>
              </a:defRPr>
            </a:lvl1pPr>
            <a:lvl2pPr indent="-317500" lvl="1" marL="914400" algn="l">
              <a:lnSpc>
                <a:spcPct val="100000"/>
              </a:lnSpc>
              <a:spcBef>
                <a:spcPts val="0"/>
              </a:spcBef>
              <a:spcAft>
                <a:spcPts val="0"/>
              </a:spcAft>
              <a:buClr>
                <a:schemeClr val="lt1"/>
              </a:buClr>
              <a:buSzPts val="1400"/>
              <a:buChar char="○"/>
              <a:defRPr>
                <a:solidFill>
                  <a:schemeClr val="lt1"/>
                </a:solidFill>
              </a:defRPr>
            </a:lvl2pPr>
            <a:lvl3pPr indent="-311150" lvl="2" marL="1371600" algn="l">
              <a:lnSpc>
                <a:spcPct val="100000"/>
              </a:lnSpc>
              <a:spcBef>
                <a:spcPts val="0"/>
              </a:spcBef>
              <a:spcAft>
                <a:spcPts val="0"/>
              </a:spcAft>
              <a:buClr>
                <a:schemeClr val="lt1"/>
              </a:buClr>
              <a:buSzPts val="1300"/>
              <a:buChar char="■"/>
              <a:defRPr>
                <a:solidFill>
                  <a:schemeClr val="lt1"/>
                </a:solidFill>
              </a:defRPr>
            </a:lvl3pPr>
            <a:lvl4pPr indent="-304800" lvl="3" marL="1828800" algn="l">
              <a:lnSpc>
                <a:spcPct val="100000"/>
              </a:lnSpc>
              <a:spcBef>
                <a:spcPts val="0"/>
              </a:spcBef>
              <a:spcAft>
                <a:spcPts val="0"/>
              </a:spcAft>
              <a:buClr>
                <a:schemeClr val="lt1"/>
              </a:buClr>
              <a:buSzPts val="1200"/>
              <a:buChar char="●"/>
              <a:defRPr>
                <a:solidFill>
                  <a:schemeClr val="lt1"/>
                </a:solidFill>
              </a:defRPr>
            </a:lvl4pPr>
            <a:lvl5pPr indent="-298450" lvl="4" marL="2286000" algn="l">
              <a:lnSpc>
                <a:spcPct val="100000"/>
              </a:lnSpc>
              <a:spcBef>
                <a:spcPts val="0"/>
              </a:spcBef>
              <a:spcAft>
                <a:spcPts val="0"/>
              </a:spcAft>
              <a:buClr>
                <a:schemeClr val="lt1"/>
              </a:buClr>
              <a:buSzPts val="1100"/>
              <a:buChar char="○"/>
              <a:defRPr>
                <a:solidFill>
                  <a:schemeClr val="lt1"/>
                </a:solidFill>
              </a:defRPr>
            </a:lvl5pPr>
            <a:lvl6pPr indent="-292100" lvl="5" marL="2743200" algn="l">
              <a:lnSpc>
                <a:spcPct val="100000"/>
              </a:lnSpc>
              <a:spcBef>
                <a:spcPts val="0"/>
              </a:spcBef>
              <a:spcAft>
                <a:spcPts val="0"/>
              </a:spcAft>
              <a:buClr>
                <a:schemeClr val="lt1"/>
              </a:buClr>
              <a:buSzPts val="1000"/>
              <a:buChar char="■"/>
              <a:defRPr>
                <a:solidFill>
                  <a:schemeClr val="lt1"/>
                </a:solidFill>
              </a:defRPr>
            </a:lvl6pPr>
            <a:lvl7pPr indent="-285750" lvl="6" marL="3200400" algn="l">
              <a:lnSpc>
                <a:spcPct val="100000"/>
              </a:lnSpc>
              <a:spcBef>
                <a:spcPts val="0"/>
              </a:spcBef>
              <a:spcAft>
                <a:spcPts val="0"/>
              </a:spcAft>
              <a:buClr>
                <a:schemeClr val="lt1"/>
              </a:buClr>
              <a:buSzPts val="900"/>
              <a:buChar char="●"/>
              <a:defRPr>
                <a:solidFill>
                  <a:schemeClr val="lt1"/>
                </a:solidFill>
              </a:defRPr>
            </a:lvl7pPr>
            <a:lvl8pPr indent="-279400" lvl="7" marL="3657600" algn="l">
              <a:lnSpc>
                <a:spcPct val="100000"/>
              </a:lnSpc>
              <a:spcBef>
                <a:spcPts val="0"/>
              </a:spcBef>
              <a:spcAft>
                <a:spcPts val="0"/>
              </a:spcAft>
              <a:buClr>
                <a:schemeClr val="lt1"/>
              </a:buClr>
              <a:buSzPts val="800"/>
              <a:buChar char="○"/>
              <a:defRPr>
                <a:solidFill>
                  <a:schemeClr val="lt1"/>
                </a:solidFill>
              </a:defRPr>
            </a:lvl8pPr>
            <a:lvl9pPr indent="-273050" lvl="8" marL="4114800" algn="l">
              <a:lnSpc>
                <a:spcPct val="100000"/>
              </a:lnSpc>
              <a:spcBef>
                <a:spcPts val="0"/>
              </a:spcBef>
              <a:spcAft>
                <a:spcPts val="0"/>
              </a:spcAft>
              <a:buClr>
                <a:schemeClr val="lt1"/>
              </a:buClr>
              <a:buSzPts val="700"/>
              <a:buChar char="■"/>
              <a:defRPr>
                <a:solidFill>
                  <a:schemeClr val="lt1"/>
                </a:solidFill>
              </a:defRPr>
            </a:lvl9pPr>
          </a:lstStyle>
          <a:p/>
        </p:txBody>
      </p:sp>
      <p:sp>
        <p:nvSpPr>
          <p:cNvPr id="46" name="Google Shape;46;p21"/>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7" name="Shape 47"/>
        <p:cNvGrpSpPr/>
        <p:nvPr/>
      </p:nvGrpSpPr>
      <p:grpSpPr>
        <a:xfrm>
          <a:off x="0" y="0"/>
          <a:ext cx="0" cy="0"/>
          <a:chOff x="0" y="0"/>
          <a:chExt cx="0" cy="0"/>
        </a:xfrm>
      </p:grpSpPr>
      <p:sp>
        <p:nvSpPr>
          <p:cNvPr id="48" name="Google Shape;48;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500"/>
              <a:buNone/>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49" name="Google Shape;49;p22"/>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50" name="Shape 50"/>
        <p:cNvGrpSpPr/>
        <p:nvPr/>
      </p:nvGrpSpPr>
      <p:grpSpPr>
        <a:xfrm>
          <a:off x="0" y="0"/>
          <a:ext cx="0" cy="0"/>
          <a:chOff x="0" y="0"/>
          <a:chExt cx="0" cy="0"/>
        </a:xfrm>
      </p:grpSpPr>
      <p:sp>
        <p:nvSpPr>
          <p:cNvPr id="51" name="Google Shape;51;p23"/>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52" name="Google Shape;52;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23850" lvl="0" marL="457200" algn="ctr">
              <a:lnSpc>
                <a:spcPct val="100000"/>
              </a:lnSpc>
              <a:spcBef>
                <a:spcPts val="0"/>
              </a:spcBef>
              <a:spcAft>
                <a:spcPts val="0"/>
              </a:spcAft>
              <a:buSzPts val="1500"/>
              <a:buChar char="●"/>
              <a:defRPr/>
            </a:lvl1pPr>
            <a:lvl2pPr indent="-317500" lvl="1" marL="914400" algn="ctr">
              <a:lnSpc>
                <a:spcPct val="100000"/>
              </a:lnSpc>
              <a:spcBef>
                <a:spcPts val="0"/>
              </a:spcBef>
              <a:spcAft>
                <a:spcPts val="0"/>
              </a:spcAft>
              <a:buSzPts val="1400"/>
              <a:buChar char="○"/>
              <a:defRPr/>
            </a:lvl2pPr>
            <a:lvl3pPr indent="-311150" lvl="2" marL="1371600" algn="ctr">
              <a:lnSpc>
                <a:spcPct val="100000"/>
              </a:lnSpc>
              <a:spcBef>
                <a:spcPts val="0"/>
              </a:spcBef>
              <a:spcAft>
                <a:spcPts val="0"/>
              </a:spcAft>
              <a:buSzPts val="1300"/>
              <a:buChar char="■"/>
              <a:defRPr/>
            </a:lvl3pPr>
            <a:lvl4pPr indent="-304800" lvl="3" marL="1828800" algn="ctr">
              <a:lnSpc>
                <a:spcPct val="100000"/>
              </a:lnSpc>
              <a:spcBef>
                <a:spcPts val="0"/>
              </a:spcBef>
              <a:spcAft>
                <a:spcPts val="0"/>
              </a:spcAft>
              <a:buSzPts val="1200"/>
              <a:buChar char="●"/>
              <a:defRPr/>
            </a:lvl4pPr>
            <a:lvl5pPr indent="-298450" lvl="4" marL="2286000" algn="ctr">
              <a:lnSpc>
                <a:spcPct val="100000"/>
              </a:lnSpc>
              <a:spcBef>
                <a:spcPts val="0"/>
              </a:spcBef>
              <a:spcAft>
                <a:spcPts val="0"/>
              </a:spcAft>
              <a:buSzPts val="1100"/>
              <a:buChar char="○"/>
              <a:defRPr/>
            </a:lvl5pPr>
            <a:lvl6pPr indent="-292100" lvl="5" marL="2743200" algn="ctr">
              <a:lnSpc>
                <a:spcPct val="100000"/>
              </a:lnSpc>
              <a:spcBef>
                <a:spcPts val="0"/>
              </a:spcBef>
              <a:spcAft>
                <a:spcPts val="0"/>
              </a:spcAft>
              <a:buSzPts val="1000"/>
              <a:buChar char="■"/>
              <a:defRPr/>
            </a:lvl6pPr>
            <a:lvl7pPr indent="-285750" lvl="6" marL="3200400" algn="ctr">
              <a:lnSpc>
                <a:spcPct val="100000"/>
              </a:lnSpc>
              <a:spcBef>
                <a:spcPts val="0"/>
              </a:spcBef>
              <a:spcAft>
                <a:spcPts val="0"/>
              </a:spcAft>
              <a:buSzPts val="900"/>
              <a:buChar char="●"/>
              <a:defRPr/>
            </a:lvl7pPr>
            <a:lvl8pPr indent="-279400" lvl="7" marL="3657600" algn="ctr">
              <a:lnSpc>
                <a:spcPct val="100000"/>
              </a:lnSpc>
              <a:spcBef>
                <a:spcPts val="0"/>
              </a:spcBef>
              <a:spcAft>
                <a:spcPts val="0"/>
              </a:spcAft>
              <a:buSzPts val="800"/>
              <a:buChar char="○"/>
              <a:defRPr/>
            </a:lvl8pPr>
            <a:lvl9pPr indent="-273050" lvl="8" marL="4114800" algn="ctr">
              <a:lnSpc>
                <a:spcPct val="100000"/>
              </a:lnSpc>
              <a:spcBef>
                <a:spcPts val="0"/>
              </a:spcBef>
              <a:spcAft>
                <a:spcPts val="0"/>
              </a:spcAft>
              <a:buSzPts val="700"/>
              <a:buChar char="■"/>
              <a:defRPr/>
            </a:lvl9pPr>
          </a:lstStyle>
          <a:p/>
        </p:txBody>
      </p:sp>
      <p:sp>
        <p:nvSpPr>
          <p:cNvPr id="53" name="Google Shape;53;p2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54" name="Shape 54"/>
        <p:cNvGrpSpPr/>
        <p:nvPr/>
      </p:nvGrpSpPr>
      <p:grpSpPr>
        <a:xfrm>
          <a:off x="0" y="0"/>
          <a:ext cx="0" cy="0"/>
          <a:chOff x="0" y="0"/>
          <a:chExt cx="0" cy="0"/>
        </a:xfrm>
      </p:grpSpPr>
      <p:sp>
        <p:nvSpPr>
          <p:cNvPr id="55" name="Google Shape;55;p2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6" name="Shape 56"/>
        <p:cNvGrpSpPr/>
        <p:nvPr/>
      </p:nvGrpSpPr>
      <p:grpSpPr>
        <a:xfrm>
          <a:off x="0" y="0"/>
          <a:ext cx="0" cy="0"/>
          <a:chOff x="0" y="0"/>
          <a:chExt cx="0" cy="0"/>
        </a:xfrm>
      </p:grpSpPr>
      <p:sp>
        <p:nvSpPr>
          <p:cNvPr id="57" name="Google Shape;57;p25"/>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25"/>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60" name="Google Shape;60;p25"/>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61" name="Google Shape;61;p25"/>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62" name="Google Shape;62;p25"/>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63" name="Google Shape;63;p25"/>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64" name="Google Shape;64;p25"/>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65" name="Shape 65"/>
        <p:cNvGrpSpPr/>
        <p:nvPr/>
      </p:nvGrpSpPr>
      <p:grpSpPr>
        <a:xfrm>
          <a:off x="0" y="0"/>
          <a:ext cx="0" cy="0"/>
          <a:chOff x="0" y="0"/>
          <a:chExt cx="0" cy="0"/>
        </a:xfrm>
      </p:grpSpPr>
      <p:sp>
        <p:nvSpPr>
          <p:cNvPr id="66" name="Google Shape;6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68" name="Google Shape;68;p26"/>
          <p:cNvSpPr/>
          <p:nvPr>
            <p:ph idx="2" type="pic"/>
          </p:nvPr>
        </p:nvSpPr>
        <p:spPr>
          <a:xfrm>
            <a:off x="4992024" y="1152775"/>
            <a:ext cx="3840300" cy="3416400"/>
          </a:xfrm>
          <a:prstGeom prst="rect">
            <a:avLst/>
          </a:prstGeom>
          <a:noFill/>
          <a:ln>
            <a:noFill/>
          </a:ln>
        </p:spPr>
      </p:sp>
      <p:sp>
        <p:nvSpPr>
          <p:cNvPr id="69" name="Google Shape;69;p2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70" name="Shape 70"/>
        <p:cNvGrpSpPr/>
        <p:nvPr/>
      </p:nvGrpSpPr>
      <p:grpSpPr>
        <a:xfrm>
          <a:off x="0" y="0"/>
          <a:ext cx="0" cy="0"/>
          <a:chOff x="0" y="0"/>
          <a:chExt cx="0" cy="0"/>
        </a:xfrm>
      </p:grpSpPr>
      <p:sp>
        <p:nvSpPr>
          <p:cNvPr id="71" name="Google Shape;71;p27"/>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27"/>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73" name="Google Shape;73;p27"/>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74" name="Google Shape;74;p27"/>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75" name="Google Shape;75;p27"/>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76" name="Google Shape;76;p27"/>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7" name="Shape 77"/>
        <p:cNvGrpSpPr/>
        <p:nvPr/>
      </p:nvGrpSpPr>
      <p:grpSpPr>
        <a:xfrm>
          <a:off x="0" y="0"/>
          <a:ext cx="0" cy="0"/>
          <a:chOff x="0" y="0"/>
          <a:chExt cx="0" cy="0"/>
        </a:xfrm>
      </p:grpSpPr>
      <p:sp>
        <p:nvSpPr>
          <p:cNvPr id="78" name="Google Shape;78;p28"/>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28"/>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80" name="Google Shape;80;p28"/>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81" name="Google Shape;81;p28"/>
          <p:cNvSpPr txBox="1"/>
          <p:nvPr>
            <p:ph idx="3"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SzPts val="1500"/>
              <a:buChar char="●"/>
              <a:defRPr/>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82" name="Google Shape;82;p28"/>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83" name="Google Shape;83;p28"/>
          <p:cNvSpPr txBox="1"/>
          <p:nvPr>
            <p:ph idx="4"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4" name="Google Shape;84;p28"/>
          <p:cNvSpPr txBox="1"/>
          <p:nvPr>
            <p:ph idx="5"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85" name="Google Shape;85;p28"/>
          <p:cNvSpPr txBox="1"/>
          <p:nvPr>
            <p:ph idx="6"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6" name="Shape 86"/>
        <p:cNvGrpSpPr/>
        <p:nvPr/>
      </p:nvGrpSpPr>
      <p:grpSpPr>
        <a:xfrm>
          <a:off x="0" y="0"/>
          <a:ext cx="0" cy="0"/>
          <a:chOff x="0" y="0"/>
          <a:chExt cx="0" cy="0"/>
        </a:xfrm>
      </p:grpSpPr>
      <p:sp>
        <p:nvSpPr>
          <p:cNvPr id="87" name="Google Shape;87;p29"/>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29"/>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89" name="Google Shape;89;p29"/>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90" name="Google Shape;90;p29"/>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91" name="Google Shape;91;p29"/>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17500" lvl="1" marL="914400" algn="l">
              <a:lnSpc>
                <a:spcPct val="100000"/>
              </a:lnSpc>
              <a:spcBef>
                <a:spcPts val="0"/>
              </a:spcBef>
              <a:spcAft>
                <a:spcPts val="0"/>
              </a:spcAft>
              <a:buSzPts val="1400"/>
              <a:buChar char="○"/>
              <a:defRPr/>
            </a:lvl2pPr>
            <a:lvl3pPr indent="-311150" lvl="2" marL="1371600" algn="l">
              <a:lnSpc>
                <a:spcPct val="100000"/>
              </a:lnSpc>
              <a:spcBef>
                <a:spcPts val="0"/>
              </a:spcBef>
              <a:spcAft>
                <a:spcPts val="0"/>
              </a:spcAft>
              <a:buSzPts val="1300"/>
              <a:buChar char="■"/>
              <a:defRPr/>
            </a:lvl3pPr>
            <a:lvl4pPr indent="-304800" lvl="3" marL="1828800" algn="l">
              <a:lnSpc>
                <a:spcPct val="100000"/>
              </a:lnSpc>
              <a:spcBef>
                <a:spcPts val="0"/>
              </a:spcBef>
              <a:spcAft>
                <a:spcPts val="0"/>
              </a:spcAft>
              <a:buSzPts val="1200"/>
              <a:buChar char="●"/>
              <a:defRPr/>
            </a:lvl4pPr>
            <a:lvl5pPr indent="-298450" lvl="4" marL="2286000" algn="l">
              <a:lnSpc>
                <a:spcPct val="100000"/>
              </a:lnSpc>
              <a:spcBef>
                <a:spcPts val="0"/>
              </a:spcBef>
              <a:spcAft>
                <a:spcPts val="0"/>
              </a:spcAft>
              <a:buSzPts val="1100"/>
              <a:buChar char="○"/>
              <a:defRPr/>
            </a:lvl5pPr>
            <a:lvl6pPr indent="-292100" lvl="5" marL="2743200" algn="l">
              <a:lnSpc>
                <a:spcPct val="100000"/>
              </a:lnSpc>
              <a:spcBef>
                <a:spcPts val="0"/>
              </a:spcBef>
              <a:spcAft>
                <a:spcPts val="0"/>
              </a:spcAft>
              <a:buSzPts val="1000"/>
              <a:buChar char="■"/>
              <a:defRPr/>
            </a:lvl6pPr>
            <a:lvl7pPr indent="-285750" lvl="6" marL="3200400" algn="l">
              <a:lnSpc>
                <a:spcPct val="100000"/>
              </a:lnSpc>
              <a:spcBef>
                <a:spcPts val="0"/>
              </a:spcBef>
              <a:spcAft>
                <a:spcPts val="0"/>
              </a:spcAft>
              <a:buSzPts val="900"/>
              <a:buChar char="●"/>
              <a:defRPr/>
            </a:lvl7pPr>
            <a:lvl8pPr indent="-279400" lvl="7" marL="3657600" algn="l">
              <a:lnSpc>
                <a:spcPct val="100000"/>
              </a:lnSpc>
              <a:spcBef>
                <a:spcPts val="0"/>
              </a:spcBef>
              <a:spcAft>
                <a:spcPts val="0"/>
              </a:spcAft>
              <a:buSzPts val="800"/>
              <a:buChar char="○"/>
              <a:defRPr/>
            </a:lvl8pPr>
            <a:lvl9pPr indent="-273050" lvl="8" marL="4114800" algn="l">
              <a:lnSpc>
                <a:spcPct val="100000"/>
              </a:lnSpc>
              <a:spcBef>
                <a:spcPts val="0"/>
              </a:spcBef>
              <a:spcAft>
                <a:spcPts val="0"/>
              </a:spcAft>
              <a:buSzPts val="700"/>
              <a:buChar char="■"/>
              <a:defRPr/>
            </a:lvl9pPr>
          </a:lstStyle>
          <a:p/>
        </p:txBody>
      </p:sp>
      <p:sp>
        <p:nvSpPr>
          <p:cNvPr id="92" name="Google Shape;92;p29"/>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93" name="Google Shape;93;p29"/>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94" name="Google Shape;94;p29"/>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95" name="Google Shape;95;p29"/>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96" name="Google Shape;96;p29"/>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7" name="Shape 97"/>
        <p:cNvGrpSpPr/>
        <p:nvPr/>
      </p:nvGrpSpPr>
      <p:grpSpPr>
        <a:xfrm>
          <a:off x="0" y="0"/>
          <a:ext cx="0" cy="0"/>
          <a:chOff x="0" y="0"/>
          <a:chExt cx="0" cy="0"/>
        </a:xfrm>
      </p:grpSpPr>
      <p:sp>
        <p:nvSpPr>
          <p:cNvPr id="98" name="Google Shape;98;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3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01" name="Shape 101"/>
        <p:cNvGrpSpPr/>
        <p:nvPr/>
      </p:nvGrpSpPr>
      <p:grpSpPr>
        <a:xfrm>
          <a:off x="0" y="0"/>
          <a:ext cx="0" cy="0"/>
          <a:chOff x="0" y="0"/>
          <a:chExt cx="0" cy="0"/>
        </a:xfrm>
      </p:grpSpPr>
      <p:sp>
        <p:nvSpPr>
          <p:cNvPr id="102" name="Google Shape;102;p31"/>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03" name="Google Shape;103;p31"/>
          <p:cNvSpPr/>
          <p:nvPr>
            <p:ph idx="2" type="pic"/>
          </p:nvPr>
        </p:nvSpPr>
        <p:spPr>
          <a:xfrm>
            <a:off x="4804825" y="1133300"/>
            <a:ext cx="4027500" cy="2392800"/>
          </a:xfrm>
          <a:prstGeom prst="rect">
            <a:avLst/>
          </a:prstGeom>
          <a:noFill/>
          <a:ln>
            <a:noFill/>
          </a:ln>
        </p:spPr>
      </p:sp>
      <p:sp>
        <p:nvSpPr>
          <p:cNvPr id="104" name="Google Shape;104;p31"/>
          <p:cNvSpPr/>
          <p:nvPr>
            <p:ph idx="3" type="pic"/>
          </p:nvPr>
        </p:nvSpPr>
        <p:spPr>
          <a:xfrm>
            <a:off x="311725" y="1133300"/>
            <a:ext cx="4027500" cy="2392800"/>
          </a:xfrm>
          <a:prstGeom prst="rect">
            <a:avLst/>
          </a:prstGeom>
          <a:noFill/>
          <a:ln>
            <a:noFill/>
          </a:ln>
        </p:spPr>
      </p:sp>
      <p:sp>
        <p:nvSpPr>
          <p:cNvPr id="105" name="Google Shape;105;p31"/>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06" name="Google Shape;106;p31"/>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1"/>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09" name="Google Shape;109;p31"/>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10" name="Shape 110"/>
        <p:cNvGrpSpPr/>
        <p:nvPr/>
      </p:nvGrpSpPr>
      <p:grpSpPr>
        <a:xfrm>
          <a:off x="0" y="0"/>
          <a:ext cx="0" cy="0"/>
          <a:chOff x="0" y="0"/>
          <a:chExt cx="0" cy="0"/>
        </a:xfrm>
      </p:grpSpPr>
      <p:sp>
        <p:nvSpPr>
          <p:cNvPr id="111" name="Google Shape;111;p32"/>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12" name="Google Shape;112;p32"/>
          <p:cNvSpPr/>
          <p:nvPr>
            <p:ph idx="2" type="pic"/>
          </p:nvPr>
        </p:nvSpPr>
        <p:spPr>
          <a:xfrm>
            <a:off x="6205225" y="1128325"/>
            <a:ext cx="2627100" cy="2273100"/>
          </a:xfrm>
          <a:prstGeom prst="rect">
            <a:avLst/>
          </a:prstGeom>
          <a:noFill/>
          <a:ln>
            <a:noFill/>
          </a:ln>
        </p:spPr>
      </p:sp>
      <p:sp>
        <p:nvSpPr>
          <p:cNvPr id="113" name="Google Shape;113;p32"/>
          <p:cNvSpPr/>
          <p:nvPr>
            <p:ph idx="3" type="pic"/>
          </p:nvPr>
        </p:nvSpPr>
        <p:spPr>
          <a:xfrm>
            <a:off x="311725" y="1128325"/>
            <a:ext cx="2627100" cy="2273100"/>
          </a:xfrm>
          <a:prstGeom prst="rect">
            <a:avLst/>
          </a:prstGeom>
          <a:noFill/>
          <a:ln>
            <a:noFill/>
          </a:ln>
        </p:spPr>
      </p:sp>
      <p:sp>
        <p:nvSpPr>
          <p:cNvPr id="114" name="Google Shape;114;p32"/>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15" name="Google Shape;115;p32"/>
          <p:cNvSpPr/>
          <p:nvPr>
            <p:ph idx="5" type="pic"/>
          </p:nvPr>
        </p:nvSpPr>
        <p:spPr>
          <a:xfrm>
            <a:off x="3255250" y="1128325"/>
            <a:ext cx="2627100" cy="2273100"/>
          </a:xfrm>
          <a:prstGeom prst="rect">
            <a:avLst/>
          </a:prstGeom>
          <a:noFill/>
          <a:ln>
            <a:noFill/>
          </a:ln>
        </p:spPr>
      </p:sp>
      <p:sp>
        <p:nvSpPr>
          <p:cNvPr id="116" name="Google Shape;116;p32"/>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sz="1200"/>
            </a:lvl1pPr>
            <a:lvl2pPr indent="-304800" lvl="1" marL="914400" algn="l">
              <a:lnSpc>
                <a:spcPct val="100000"/>
              </a:lnSpc>
              <a:spcBef>
                <a:spcPts val="0"/>
              </a:spcBef>
              <a:spcAft>
                <a:spcPts val="0"/>
              </a:spcAft>
              <a:buSzPts val="1200"/>
              <a:buChar char="○"/>
              <a:defRPr sz="1200"/>
            </a:lvl2pPr>
            <a:lvl3pPr indent="-304800" lvl="2" marL="1371600" algn="l">
              <a:lnSpc>
                <a:spcPct val="100000"/>
              </a:lnSpc>
              <a:spcBef>
                <a:spcPts val="0"/>
              </a:spcBef>
              <a:spcAft>
                <a:spcPts val="0"/>
              </a:spcAft>
              <a:buSzPts val="1200"/>
              <a:buChar char="■"/>
              <a:defRPr sz="1200"/>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sz="1200"/>
            </a:lvl5pPr>
            <a:lvl6pPr indent="-304800" lvl="5" marL="2743200" algn="l">
              <a:lnSpc>
                <a:spcPct val="100000"/>
              </a:lnSpc>
              <a:spcBef>
                <a:spcPts val="0"/>
              </a:spcBef>
              <a:spcAft>
                <a:spcPts val="0"/>
              </a:spcAft>
              <a:buSzPts val="1200"/>
              <a:buChar char="■"/>
              <a:defRPr sz="1200"/>
            </a:lvl6pPr>
            <a:lvl7pPr indent="-304800" lvl="6" marL="3200400" algn="l">
              <a:lnSpc>
                <a:spcPct val="100000"/>
              </a:lnSpc>
              <a:spcBef>
                <a:spcPts val="0"/>
              </a:spcBef>
              <a:spcAft>
                <a:spcPts val="0"/>
              </a:spcAft>
              <a:buSzPts val="1200"/>
              <a:buChar char="●"/>
              <a:defRPr sz="1200"/>
            </a:lvl7pPr>
            <a:lvl8pPr indent="-304800" lvl="7" marL="3657600" algn="l">
              <a:lnSpc>
                <a:spcPct val="100000"/>
              </a:lnSpc>
              <a:spcBef>
                <a:spcPts val="0"/>
              </a:spcBef>
              <a:spcAft>
                <a:spcPts val="0"/>
              </a:spcAft>
              <a:buSzPts val="1200"/>
              <a:buChar char="○"/>
              <a:defRPr sz="1200"/>
            </a:lvl8pPr>
            <a:lvl9pPr indent="-304800" lvl="8" marL="4114800" algn="l">
              <a:lnSpc>
                <a:spcPct val="100000"/>
              </a:lnSpc>
              <a:spcBef>
                <a:spcPts val="0"/>
              </a:spcBef>
              <a:spcAft>
                <a:spcPts val="0"/>
              </a:spcAft>
              <a:buSzPts val="1200"/>
              <a:buChar char="■"/>
              <a:defRPr sz="1200"/>
            </a:lvl9pPr>
          </a:lstStyle>
          <a:p/>
        </p:txBody>
      </p:sp>
      <p:sp>
        <p:nvSpPr>
          <p:cNvPr id="117" name="Google Shape;117;p32"/>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2"/>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20" name="Google Shape;120;p32"/>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21" name="Google Shape;121;p32"/>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22" name="Shape 122"/>
        <p:cNvGrpSpPr/>
        <p:nvPr/>
      </p:nvGrpSpPr>
      <p:grpSpPr>
        <a:xfrm>
          <a:off x="0" y="0"/>
          <a:ext cx="0" cy="0"/>
          <a:chOff x="0" y="0"/>
          <a:chExt cx="0" cy="0"/>
        </a:xfrm>
      </p:grpSpPr>
      <p:sp>
        <p:nvSpPr>
          <p:cNvPr id="123" name="Google Shape;123;p33"/>
          <p:cNvSpPr/>
          <p:nvPr>
            <p:ph idx="2" type="pic"/>
          </p:nvPr>
        </p:nvSpPr>
        <p:spPr>
          <a:xfrm>
            <a:off x="311700" y="445025"/>
            <a:ext cx="8520600" cy="4218300"/>
          </a:xfrm>
          <a:prstGeom prst="rect">
            <a:avLst/>
          </a:prstGeom>
          <a:noFill/>
          <a:ln>
            <a:noFill/>
          </a:ln>
        </p:spPr>
      </p:sp>
      <p:sp>
        <p:nvSpPr>
          <p:cNvPr id="124" name="Google Shape;124;p33"/>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25" name="Shape 125"/>
        <p:cNvGrpSpPr/>
        <p:nvPr/>
      </p:nvGrpSpPr>
      <p:grpSpPr>
        <a:xfrm>
          <a:off x="0" y="0"/>
          <a:ext cx="0" cy="0"/>
          <a:chOff x="0" y="0"/>
          <a:chExt cx="0" cy="0"/>
        </a:xfrm>
      </p:grpSpPr>
      <p:sp>
        <p:nvSpPr>
          <p:cNvPr id="126" name="Google Shape;126;p34"/>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34"/>
          <p:cNvSpPr/>
          <p:nvPr>
            <p:ph idx="2" type="pic"/>
          </p:nvPr>
        </p:nvSpPr>
        <p:spPr>
          <a:xfrm>
            <a:off x="3389600" y="118913"/>
            <a:ext cx="1643700" cy="1535100"/>
          </a:xfrm>
          <a:prstGeom prst="rect">
            <a:avLst/>
          </a:prstGeom>
          <a:noFill/>
          <a:ln>
            <a:noFill/>
          </a:ln>
        </p:spPr>
      </p:sp>
      <p:sp>
        <p:nvSpPr>
          <p:cNvPr id="128" name="Google Shape;128;p34"/>
          <p:cNvSpPr/>
          <p:nvPr>
            <p:ph idx="3" type="pic"/>
          </p:nvPr>
        </p:nvSpPr>
        <p:spPr>
          <a:xfrm>
            <a:off x="5195935" y="118913"/>
            <a:ext cx="1643700" cy="1535100"/>
          </a:xfrm>
          <a:prstGeom prst="rect">
            <a:avLst/>
          </a:prstGeom>
          <a:noFill/>
          <a:ln>
            <a:noFill/>
          </a:ln>
        </p:spPr>
      </p:sp>
      <p:sp>
        <p:nvSpPr>
          <p:cNvPr id="129" name="Google Shape;129;p34"/>
          <p:cNvSpPr/>
          <p:nvPr>
            <p:ph idx="4" type="pic"/>
          </p:nvPr>
        </p:nvSpPr>
        <p:spPr>
          <a:xfrm>
            <a:off x="7002270" y="118913"/>
            <a:ext cx="1643700" cy="1535100"/>
          </a:xfrm>
          <a:prstGeom prst="rect">
            <a:avLst/>
          </a:prstGeom>
          <a:noFill/>
          <a:ln>
            <a:noFill/>
          </a:ln>
        </p:spPr>
      </p:sp>
      <p:sp>
        <p:nvSpPr>
          <p:cNvPr id="130" name="Google Shape;130;p34"/>
          <p:cNvSpPr/>
          <p:nvPr>
            <p:ph idx="5" type="pic"/>
          </p:nvPr>
        </p:nvSpPr>
        <p:spPr>
          <a:xfrm>
            <a:off x="3389588" y="1804212"/>
            <a:ext cx="1643700" cy="1535100"/>
          </a:xfrm>
          <a:prstGeom prst="rect">
            <a:avLst/>
          </a:prstGeom>
          <a:noFill/>
          <a:ln>
            <a:noFill/>
          </a:ln>
        </p:spPr>
      </p:sp>
      <p:sp>
        <p:nvSpPr>
          <p:cNvPr id="131" name="Google Shape;131;p34"/>
          <p:cNvSpPr/>
          <p:nvPr>
            <p:ph idx="6" type="pic"/>
          </p:nvPr>
        </p:nvSpPr>
        <p:spPr>
          <a:xfrm>
            <a:off x="5195922" y="1804212"/>
            <a:ext cx="1643700" cy="1535100"/>
          </a:xfrm>
          <a:prstGeom prst="rect">
            <a:avLst/>
          </a:prstGeom>
          <a:noFill/>
          <a:ln>
            <a:noFill/>
          </a:ln>
        </p:spPr>
      </p:sp>
      <p:sp>
        <p:nvSpPr>
          <p:cNvPr id="132" name="Google Shape;132;p34"/>
          <p:cNvSpPr/>
          <p:nvPr>
            <p:ph idx="7" type="pic"/>
          </p:nvPr>
        </p:nvSpPr>
        <p:spPr>
          <a:xfrm>
            <a:off x="7002257" y="1804212"/>
            <a:ext cx="1643700" cy="1535100"/>
          </a:xfrm>
          <a:prstGeom prst="rect">
            <a:avLst/>
          </a:prstGeom>
          <a:noFill/>
          <a:ln>
            <a:noFill/>
          </a:ln>
        </p:spPr>
      </p:sp>
      <p:sp>
        <p:nvSpPr>
          <p:cNvPr id="133" name="Google Shape;133;p34"/>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3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34"/>
          <p:cNvSpPr/>
          <p:nvPr>
            <p:ph idx="8" type="pic"/>
          </p:nvPr>
        </p:nvSpPr>
        <p:spPr>
          <a:xfrm>
            <a:off x="3389588" y="3489487"/>
            <a:ext cx="1643700" cy="1535100"/>
          </a:xfrm>
          <a:prstGeom prst="rect">
            <a:avLst/>
          </a:prstGeom>
          <a:noFill/>
          <a:ln>
            <a:noFill/>
          </a:ln>
        </p:spPr>
      </p:sp>
      <p:sp>
        <p:nvSpPr>
          <p:cNvPr id="135" name="Google Shape;135;p34"/>
          <p:cNvSpPr/>
          <p:nvPr>
            <p:ph idx="9" type="pic"/>
          </p:nvPr>
        </p:nvSpPr>
        <p:spPr>
          <a:xfrm>
            <a:off x="5195922" y="3489487"/>
            <a:ext cx="1643700" cy="1535100"/>
          </a:xfrm>
          <a:prstGeom prst="rect">
            <a:avLst/>
          </a:prstGeom>
          <a:noFill/>
          <a:ln>
            <a:noFill/>
          </a:ln>
        </p:spPr>
      </p:sp>
      <p:sp>
        <p:nvSpPr>
          <p:cNvPr id="136" name="Google Shape;136;p3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137" name="Shape 137"/>
        <p:cNvGrpSpPr/>
        <p:nvPr/>
      </p:nvGrpSpPr>
      <p:grpSpPr>
        <a:xfrm>
          <a:off x="0" y="0"/>
          <a:ext cx="0" cy="0"/>
          <a:chOff x="0" y="0"/>
          <a:chExt cx="0" cy="0"/>
        </a:xfrm>
      </p:grpSpPr>
      <p:sp>
        <p:nvSpPr>
          <p:cNvPr id="138" name="Google Shape;138;p35"/>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39" name="Google Shape;139;p35"/>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4"/>
              </a:buClr>
              <a:buSzPts val="12800"/>
              <a:buNone/>
              <a:defRPr sz="12800">
                <a:solidFill>
                  <a:schemeClr val="accent4"/>
                </a:solidFill>
              </a:defRPr>
            </a:lvl1pPr>
            <a:lvl2pPr lvl="1"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lnSpc>
                <a:spcPct val="100000"/>
              </a:lnSpc>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140" name="Google Shape;140;p3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bg>
      <p:bgPr>
        <a:solidFill>
          <a:schemeClr val="accent4"/>
        </a:solidFill>
      </p:bgPr>
    </p:bg>
    <p:spTree>
      <p:nvGrpSpPr>
        <p:cNvPr id="141" name="Shape 141"/>
        <p:cNvGrpSpPr/>
        <p:nvPr/>
      </p:nvGrpSpPr>
      <p:grpSpPr>
        <a:xfrm>
          <a:off x="0" y="0"/>
          <a:ext cx="0" cy="0"/>
          <a:chOff x="0" y="0"/>
          <a:chExt cx="0" cy="0"/>
        </a:xfrm>
      </p:grpSpPr>
      <p:sp>
        <p:nvSpPr>
          <p:cNvPr id="142" name="Google Shape;142;p36"/>
          <p:cNvSpPr txBox="1"/>
          <p:nvPr>
            <p:ph idx="1" type="subTitle"/>
          </p:nvPr>
        </p:nvSpPr>
        <p:spPr>
          <a:xfrm>
            <a:off x="475075" y="309225"/>
            <a:ext cx="3655200" cy="357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lgn="l">
              <a:lnSpc>
                <a:spcPct val="100000"/>
              </a:lnSpc>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143" name="Google Shape;143;p36"/>
          <p:cNvSpPr txBox="1"/>
          <p:nvPr>
            <p:ph idx="2" type="body"/>
          </p:nvPr>
        </p:nvSpPr>
        <p:spPr>
          <a:xfrm>
            <a:off x="711097" y="980554"/>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4" name="Google Shape;144;p36"/>
          <p:cNvSpPr txBox="1"/>
          <p:nvPr>
            <p:ph idx="3" type="subTitle"/>
          </p:nvPr>
        </p:nvSpPr>
        <p:spPr>
          <a:xfrm>
            <a:off x="1699221" y="980279"/>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45" name="Google Shape;145;p36"/>
          <p:cNvSpPr txBox="1"/>
          <p:nvPr>
            <p:ph idx="4" type="body"/>
          </p:nvPr>
        </p:nvSpPr>
        <p:spPr>
          <a:xfrm>
            <a:off x="2285797" y="1226054"/>
            <a:ext cx="1775700" cy="1108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46" name="Google Shape;146;p36"/>
          <p:cNvSpPr txBox="1"/>
          <p:nvPr>
            <p:ph idx="5" type="body"/>
          </p:nvPr>
        </p:nvSpPr>
        <p:spPr>
          <a:xfrm>
            <a:off x="711097" y="2222666"/>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7" name="Google Shape;147;p36"/>
          <p:cNvSpPr txBox="1"/>
          <p:nvPr>
            <p:ph idx="6" type="subTitle"/>
          </p:nvPr>
        </p:nvSpPr>
        <p:spPr>
          <a:xfrm>
            <a:off x="1699221" y="2222391"/>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48" name="Google Shape;148;p36"/>
          <p:cNvSpPr txBox="1"/>
          <p:nvPr>
            <p:ph idx="7" type="body"/>
          </p:nvPr>
        </p:nvSpPr>
        <p:spPr>
          <a:xfrm>
            <a:off x="2285797" y="2468166"/>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49" name="Google Shape;149;p36"/>
          <p:cNvSpPr txBox="1"/>
          <p:nvPr>
            <p:ph idx="8" type="body"/>
          </p:nvPr>
        </p:nvSpPr>
        <p:spPr>
          <a:xfrm>
            <a:off x="711097" y="3219093"/>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0" name="Google Shape;150;p36"/>
          <p:cNvSpPr txBox="1"/>
          <p:nvPr>
            <p:ph idx="9" type="subTitle"/>
          </p:nvPr>
        </p:nvSpPr>
        <p:spPr>
          <a:xfrm>
            <a:off x="1699221" y="3218818"/>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1" name="Google Shape;151;p36"/>
          <p:cNvSpPr txBox="1"/>
          <p:nvPr>
            <p:ph idx="13" type="body"/>
          </p:nvPr>
        </p:nvSpPr>
        <p:spPr>
          <a:xfrm>
            <a:off x="2285797" y="3464593"/>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2" name="Google Shape;152;p36"/>
          <p:cNvSpPr txBox="1"/>
          <p:nvPr>
            <p:ph idx="14" type="body"/>
          </p:nvPr>
        </p:nvSpPr>
        <p:spPr>
          <a:xfrm>
            <a:off x="4746581" y="980554"/>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3" name="Google Shape;153;p36"/>
          <p:cNvSpPr txBox="1"/>
          <p:nvPr>
            <p:ph idx="15" type="subTitle"/>
          </p:nvPr>
        </p:nvSpPr>
        <p:spPr>
          <a:xfrm>
            <a:off x="5734705" y="980279"/>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4" name="Google Shape;154;p36"/>
          <p:cNvSpPr txBox="1"/>
          <p:nvPr>
            <p:ph idx="16" type="body"/>
          </p:nvPr>
        </p:nvSpPr>
        <p:spPr>
          <a:xfrm>
            <a:off x="6321281" y="1226054"/>
            <a:ext cx="1775700" cy="11085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5" name="Google Shape;155;p36"/>
          <p:cNvSpPr txBox="1"/>
          <p:nvPr>
            <p:ph idx="17" type="body"/>
          </p:nvPr>
        </p:nvSpPr>
        <p:spPr>
          <a:xfrm>
            <a:off x="4746581" y="2222666"/>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6" name="Google Shape;156;p36"/>
          <p:cNvSpPr txBox="1"/>
          <p:nvPr>
            <p:ph idx="18" type="subTitle"/>
          </p:nvPr>
        </p:nvSpPr>
        <p:spPr>
          <a:xfrm>
            <a:off x="5734705" y="2222391"/>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7" name="Google Shape;157;p36"/>
          <p:cNvSpPr txBox="1"/>
          <p:nvPr>
            <p:ph idx="19" type="body"/>
          </p:nvPr>
        </p:nvSpPr>
        <p:spPr>
          <a:xfrm>
            <a:off x="6321281" y="2468166"/>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8" name="Google Shape;158;p36"/>
          <p:cNvSpPr txBox="1"/>
          <p:nvPr>
            <p:ph idx="20" type="body"/>
          </p:nvPr>
        </p:nvSpPr>
        <p:spPr>
          <a:xfrm>
            <a:off x="4746581" y="3219093"/>
            <a:ext cx="926100" cy="474000"/>
          </a:xfrm>
          <a:prstGeom prst="rect">
            <a:avLst/>
          </a:prstGeom>
          <a:noFill/>
          <a:ln>
            <a:noFill/>
          </a:ln>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gn="l">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gn="l">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gn="l">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gn="l">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gn="l">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gn="l">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gn="l">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gn="l">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9" name="Google Shape;159;p36"/>
          <p:cNvSpPr txBox="1"/>
          <p:nvPr>
            <p:ph idx="21" type="subTitle"/>
          </p:nvPr>
        </p:nvSpPr>
        <p:spPr>
          <a:xfrm>
            <a:off x="5734705" y="3218818"/>
            <a:ext cx="2362200" cy="47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60" name="Google Shape;160;p36"/>
          <p:cNvSpPr txBox="1"/>
          <p:nvPr>
            <p:ph idx="22" type="body"/>
          </p:nvPr>
        </p:nvSpPr>
        <p:spPr>
          <a:xfrm>
            <a:off x="6321281" y="3464593"/>
            <a:ext cx="1775700" cy="8430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61" name="Google Shape;161;p36"/>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bg>
      <p:bgPr>
        <a:solidFill>
          <a:schemeClr val="dk1"/>
        </a:solidFill>
      </p:bgPr>
    </p:bg>
    <p:spTree>
      <p:nvGrpSpPr>
        <p:cNvPr id="162" name="Shape 162"/>
        <p:cNvGrpSpPr/>
        <p:nvPr/>
      </p:nvGrpSpPr>
      <p:grpSpPr>
        <a:xfrm>
          <a:off x="0" y="0"/>
          <a:ext cx="0" cy="0"/>
          <a:chOff x="0" y="0"/>
          <a:chExt cx="0" cy="0"/>
        </a:xfrm>
      </p:grpSpPr>
      <p:sp>
        <p:nvSpPr>
          <p:cNvPr id="163" name="Google Shape;163;p37"/>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7"/>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1" lang="en" sz="700" u="none" cap="none" strike="noStrike">
                <a:solidFill>
                  <a:schemeClr val="lt1"/>
                </a:solidFill>
                <a:latin typeface="Barlow Medium"/>
                <a:ea typeface="Barlow Medium"/>
                <a:cs typeface="Barlow Medium"/>
                <a:sym typeface="Barlow Medium"/>
              </a:rPr>
              <a:t>Lorem ipsum dolor sit amet, consectetur adipiscing elit.</a:t>
            </a:r>
            <a:endParaRPr b="0" i="1" sz="700" u="none" cap="none" strike="noStrike">
              <a:solidFill>
                <a:schemeClr val="lt1"/>
              </a:solidFill>
              <a:latin typeface="Barlow Medium"/>
              <a:ea typeface="Barlow Medium"/>
              <a:cs typeface="Barlow Medium"/>
              <a:sym typeface="Barlow Medium"/>
            </a:endParaRPr>
          </a:p>
        </p:txBody>
      </p:sp>
      <p:sp>
        <p:nvSpPr>
          <p:cNvPr id="165" name="Google Shape;165;p37"/>
          <p:cNvSpPr/>
          <p:nvPr>
            <p:ph idx="2" type="pic"/>
          </p:nvPr>
        </p:nvSpPr>
        <p:spPr>
          <a:xfrm>
            <a:off x="3915225" y="1631250"/>
            <a:ext cx="4441200" cy="3009900"/>
          </a:xfrm>
          <a:prstGeom prst="roundRect">
            <a:avLst>
              <a:gd fmla="val 16667" name="adj"/>
            </a:avLst>
          </a:prstGeom>
          <a:noFill/>
          <a:ln>
            <a:noFill/>
          </a:ln>
        </p:spPr>
      </p:sp>
      <p:sp>
        <p:nvSpPr>
          <p:cNvPr id="166" name="Google Shape;166;p37"/>
          <p:cNvSpPr txBox="1"/>
          <p:nvPr>
            <p:ph idx="1" type="body"/>
          </p:nvPr>
        </p:nvSpPr>
        <p:spPr>
          <a:xfrm>
            <a:off x="791150" y="1835400"/>
            <a:ext cx="2094000" cy="8466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67" name="Google Shape;167;p37"/>
          <p:cNvSpPr txBox="1"/>
          <p:nvPr>
            <p:ph idx="3" type="subTitle"/>
          </p:nvPr>
        </p:nvSpPr>
        <p:spPr>
          <a:xfrm>
            <a:off x="791150" y="522625"/>
            <a:ext cx="3918300" cy="1006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68" name="Google Shape;168;p37"/>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169" name="Shape 169"/>
        <p:cNvGrpSpPr/>
        <p:nvPr/>
      </p:nvGrpSpPr>
      <p:grpSpPr>
        <a:xfrm>
          <a:off x="0" y="0"/>
          <a:ext cx="0" cy="0"/>
          <a:chOff x="0" y="0"/>
          <a:chExt cx="0" cy="0"/>
        </a:xfrm>
      </p:grpSpPr>
      <p:sp>
        <p:nvSpPr>
          <p:cNvPr id="170" name="Google Shape;170;p38"/>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8"/>
          <p:cNvSpPr txBox="1"/>
          <p:nvPr>
            <p:ph idx="1" type="subTitle"/>
          </p:nvPr>
        </p:nvSpPr>
        <p:spPr>
          <a:xfrm>
            <a:off x="791150" y="522625"/>
            <a:ext cx="5173200" cy="976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72" name="Google Shape;172;p38"/>
          <p:cNvSpPr txBox="1"/>
          <p:nvPr>
            <p:ph idx="2" type="body"/>
          </p:nvPr>
        </p:nvSpPr>
        <p:spPr>
          <a:xfrm>
            <a:off x="685450" y="2180950"/>
            <a:ext cx="3579600" cy="2385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Char char="●"/>
              <a:defRPr sz="1100">
                <a:solidFill>
                  <a:schemeClr val="lt1"/>
                </a:solidFill>
              </a:defRPr>
            </a:lvl1pPr>
            <a:lvl2pPr indent="-298450" lvl="1" marL="914400" algn="l">
              <a:lnSpc>
                <a:spcPct val="100000"/>
              </a:lnSpc>
              <a:spcBef>
                <a:spcPts val="0"/>
              </a:spcBef>
              <a:spcAft>
                <a:spcPts val="0"/>
              </a:spcAft>
              <a:buClr>
                <a:schemeClr val="lt1"/>
              </a:buClr>
              <a:buSzPts val="1100"/>
              <a:buChar char="○"/>
              <a:defRPr sz="1100">
                <a:solidFill>
                  <a:schemeClr val="lt1"/>
                </a:solidFill>
              </a:defRPr>
            </a:lvl2pPr>
            <a:lvl3pPr indent="-298450" lvl="2" marL="1371600" algn="l">
              <a:lnSpc>
                <a:spcPct val="100000"/>
              </a:lnSpc>
              <a:spcBef>
                <a:spcPts val="0"/>
              </a:spcBef>
              <a:spcAft>
                <a:spcPts val="0"/>
              </a:spcAft>
              <a:buClr>
                <a:schemeClr val="lt1"/>
              </a:buClr>
              <a:buSzPts val="1100"/>
              <a:buChar char="■"/>
              <a:defRPr sz="1100">
                <a:solidFill>
                  <a:schemeClr val="lt1"/>
                </a:solidFill>
              </a:defRPr>
            </a:lvl3pPr>
            <a:lvl4pPr indent="-298450" lvl="3" marL="1828800" algn="l">
              <a:lnSpc>
                <a:spcPct val="100000"/>
              </a:lnSpc>
              <a:spcBef>
                <a:spcPts val="0"/>
              </a:spcBef>
              <a:spcAft>
                <a:spcPts val="0"/>
              </a:spcAft>
              <a:buClr>
                <a:schemeClr val="lt1"/>
              </a:buClr>
              <a:buSzPts val="1100"/>
              <a:buChar char="●"/>
              <a:defRPr sz="1100">
                <a:solidFill>
                  <a:schemeClr val="lt1"/>
                </a:solidFill>
              </a:defRPr>
            </a:lvl4pPr>
            <a:lvl5pPr indent="-298450" lvl="4" marL="2286000" algn="l">
              <a:lnSpc>
                <a:spcPct val="100000"/>
              </a:lnSpc>
              <a:spcBef>
                <a:spcPts val="0"/>
              </a:spcBef>
              <a:spcAft>
                <a:spcPts val="0"/>
              </a:spcAft>
              <a:buClr>
                <a:schemeClr val="lt1"/>
              </a:buClr>
              <a:buSzPts val="1100"/>
              <a:buChar char="○"/>
              <a:defRPr>
                <a:solidFill>
                  <a:schemeClr val="lt1"/>
                </a:solidFill>
              </a:defRPr>
            </a:lvl5pPr>
            <a:lvl6pPr indent="-298450" lvl="5" marL="2743200" algn="l">
              <a:lnSpc>
                <a:spcPct val="100000"/>
              </a:lnSpc>
              <a:spcBef>
                <a:spcPts val="0"/>
              </a:spcBef>
              <a:spcAft>
                <a:spcPts val="0"/>
              </a:spcAft>
              <a:buClr>
                <a:schemeClr val="lt1"/>
              </a:buClr>
              <a:buSzPts val="1100"/>
              <a:buChar char="■"/>
              <a:defRPr sz="1100">
                <a:solidFill>
                  <a:schemeClr val="lt1"/>
                </a:solidFill>
              </a:defRPr>
            </a:lvl6pPr>
            <a:lvl7pPr indent="-298450" lvl="6" marL="3200400" algn="l">
              <a:lnSpc>
                <a:spcPct val="100000"/>
              </a:lnSpc>
              <a:spcBef>
                <a:spcPts val="0"/>
              </a:spcBef>
              <a:spcAft>
                <a:spcPts val="0"/>
              </a:spcAft>
              <a:buClr>
                <a:schemeClr val="lt1"/>
              </a:buClr>
              <a:buSzPts val="1100"/>
              <a:buChar char="●"/>
              <a:defRPr sz="1100">
                <a:solidFill>
                  <a:schemeClr val="lt1"/>
                </a:solidFill>
              </a:defRPr>
            </a:lvl7pPr>
            <a:lvl8pPr indent="-298450" lvl="7" marL="3657600" algn="l">
              <a:lnSpc>
                <a:spcPct val="100000"/>
              </a:lnSpc>
              <a:spcBef>
                <a:spcPts val="0"/>
              </a:spcBef>
              <a:spcAft>
                <a:spcPts val="0"/>
              </a:spcAft>
              <a:buClr>
                <a:schemeClr val="lt1"/>
              </a:buClr>
              <a:buSzPts val="1100"/>
              <a:buChar char="○"/>
              <a:defRPr sz="1100">
                <a:solidFill>
                  <a:schemeClr val="lt1"/>
                </a:solidFill>
              </a:defRPr>
            </a:lvl8pPr>
            <a:lvl9pPr indent="-298450" lvl="8" marL="4114800" algn="l">
              <a:lnSpc>
                <a:spcPct val="100000"/>
              </a:lnSpc>
              <a:spcBef>
                <a:spcPts val="0"/>
              </a:spcBef>
              <a:spcAft>
                <a:spcPts val="0"/>
              </a:spcAft>
              <a:buClr>
                <a:schemeClr val="lt1"/>
              </a:buClr>
              <a:buSzPts val="1100"/>
              <a:buChar char="■"/>
              <a:defRPr sz="1100">
                <a:solidFill>
                  <a:schemeClr val="lt1"/>
                </a:solidFill>
              </a:defRPr>
            </a:lvl9pPr>
          </a:lstStyle>
          <a:p/>
        </p:txBody>
      </p:sp>
      <p:sp>
        <p:nvSpPr>
          <p:cNvPr id="173" name="Google Shape;173;p38"/>
          <p:cNvSpPr txBox="1"/>
          <p:nvPr>
            <p:ph idx="3" type="body"/>
          </p:nvPr>
        </p:nvSpPr>
        <p:spPr>
          <a:xfrm>
            <a:off x="4601077" y="2180950"/>
            <a:ext cx="3579600" cy="2385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Char char="●"/>
              <a:defRPr sz="1100">
                <a:solidFill>
                  <a:schemeClr val="lt1"/>
                </a:solidFill>
              </a:defRPr>
            </a:lvl1pPr>
            <a:lvl2pPr indent="-298450" lvl="1" marL="914400" algn="l">
              <a:lnSpc>
                <a:spcPct val="100000"/>
              </a:lnSpc>
              <a:spcBef>
                <a:spcPts val="0"/>
              </a:spcBef>
              <a:spcAft>
                <a:spcPts val="0"/>
              </a:spcAft>
              <a:buClr>
                <a:schemeClr val="lt1"/>
              </a:buClr>
              <a:buSzPts val="1100"/>
              <a:buChar char="○"/>
              <a:defRPr sz="1100">
                <a:solidFill>
                  <a:schemeClr val="lt1"/>
                </a:solidFill>
              </a:defRPr>
            </a:lvl2pPr>
            <a:lvl3pPr indent="-298450" lvl="2" marL="1371600" algn="l">
              <a:lnSpc>
                <a:spcPct val="100000"/>
              </a:lnSpc>
              <a:spcBef>
                <a:spcPts val="0"/>
              </a:spcBef>
              <a:spcAft>
                <a:spcPts val="0"/>
              </a:spcAft>
              <a:buClr>
                <a:schemeClr val="lt1"/>
              </a:buClr>
              <a:buSzPts val="1100"/>
              <a:buChar char="■"/>
              <a:defRPr sz="1100">
                <a:solidFill>
                  <a:schemeClr val="lt1"/>
                </a:solidFill>
              </a:defRPr>
            </a:lvl3pPr>
            <a:lvl4pPr indent="-298450" lvl="3" marL="1828800" algn="l">
              <a:lnSpc>
                <a:spcPct val="100000"/>
              </a:lnSpc>
              <a:spcBef>
                <a:spcPts val="0"/>
              </a:spcBef>
              <a:spcAft>
                <a:spcPts val="0"/>
              </a:spcAft>
              <a:buClr>
                <a:schemeClr val="lt1"/>
              </a:buClr>
              <a:buSzPts val="1100"/>
              <a:buChar char="●"/>
              <a:defRPr sz="1100">
                <a:solidFill>
                  <a:schemeClr val="lt1"/>
                </a:solidFill>
              </a:defRPr>
            </a:lvl4pPr>
            <a:lvl5pPr indent="-298450" lvl="4" marL="2286000" algn="l">
              <a:lnSpc>
                <a:spcPct val="100000"/>
              </a:lnSpc>
              <a:spcBef>
                <a:spcPts val="0"/>
              </a:spcBef>
              <a:spcAft>
                <a:spcPts val="0"/>
              </a:spcAft>
              <a:buClr>
                <a:schemeClr val="lt1"/>
              </a:buClr>
              <a:buSzPts val="1100"/>
              <a:buChar char="○"/>
              <a:defRPr>
                <a:solidFill>
                  <a:schemeClr val="lt1"/>
                </a:solidFill>
              </a:defRPr>
            </a:lvl5pPr>
            <a:lvl6pPr indent="-298450" lvl="5" marL="2743200" algn="l">
              <a:lnSpc>
                <a:spcPct val="100000"/>
              </a:lnSpc>
              <a:spcBef>
                <a:spcPts val="0"/>
              </a:spcBef>
              <a:spcAft>
                <a:spcPts val="0"/>
              </a:spcAft>
              <a:buClr>
                <a:schemeClr val="lt1"/>
              </a:buClr>
              <a:buSzPts val="1100"/>
              <a:buChar char="■"/>
              <a:defRPr sz="1100">
                <a:solidFill>
                  <a:schemeClr val="lt1"/>
                </a:solidFill>
              </a:defRPr>
            </a:lvl6pPr>
            <a:lvl7pPr indent="-298450" lvl="6" marL="3200400" algn="l">
              <a:lnSpc>
                <a:spcPct val="100000"/>
              </a:lnSpc>
              <a:spcBef>
                <a:spcPts val="0"/>
              </a:spcBef>
              <a:spcAft>
                <a:spcPts val="0"/>
              </a:spcAft>
              <a:buClr>
                <a:schemeClr val="lt1"/>
              </a:buClr>
              <a:buSzPts val="1100"/>
              <a:buChar char="●"/>
              <a:defRPr sz="1100">
                <a:solidFill>
                  <a:schemeClr val="lt1"/>
                </a:solidFill>
              </a:defRPr>
            </a:lvl7pPr>
            <a:lvl8pPr indent="-298450" lvl="7" marL="3657600" algn="l">
              <a:lnSpc>
                <a:spcPct val="100000"/>
              </a:lnSpc>
              <a:spcBef>
                <a:spcPts val="0"/>
              </a:spcBef>
              <a:spcAft>
                <a:spcPts val="0"/>
              </a:spcAft>
              <a:buClr>
                <a:schemeClr val="lt1"/>
              </a:buClr>
              <a:buSzPts val="1100"/>
              <a:buChar char="○"/>
              <a:defRPr sz="1100">
                <a:solidFill>
                  <a:schemeClr val="lt1"/>
                </a:solidFill>
              </a:defRPr>
            </a:lvl8pPr>
            <a:lvl9pPr indent="-298450" lvl="8" marL="4114800" algn="l">
              <a:lnSpc>
                <a:spcPct val="100000"/>
              </a:lnSpc>
              <a:spcBef>
                <a:spcPts val="0"/>
              </a:spcBef>
              <a:spcAft>
                <a:spcPts val="0"/>
              </a:spcAft>
              <a:buClr>
                <a:schemeClr val="lt1"/>
              </a:buClr>
              <a:buSzPts val="1100"/>
              <a:buChar char="■"/>
              <a:defRPr sz="1100">
                <a:solidFill>
                  <a:schemeClr val="lt1"/>
                </a:solidFill>
              </a:defRPr>
            </a:lvl9pPr>
          </a:lstStyle>
          <a:p/>
        </p:txBody>
      </p:sp>
      <p:sp>
        <p:nvSpPr>
          <p:cNvPr id="174" name="Google Shape;174;p38"/>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bg>
      <p:bgPr>
        <a:solidFill>
          <a:schemeClr val="accent4"/>
        </a:solidFill>
      </p:bgPr>
    </p:bg>
    <p:spTree>
      <p:nvGrpSpPr>
        <p:cNvPr id="175" name="Shape 175"/>
        <p:cNvGrpSpPr/>
        <p:nvPr/>
      </p:nvGrpSpPr>
      <p:grpSpPr>
        <a:xfrm>
          <a:off x="0" y="0"/>
          <a:ext cx="0" cy="0"/>
          <a:chOff x="0" y="0"/>
          <a:chExt cx="0" cy="0"/>
        </a:xfrm>
      </p:grpSpPr>
      <p:sp>
        <p:nvSpPr>
          <p:cNvPr id="176" name="Google Shape;176;p39"/>
          <p:cNvSpPr/>
          <p:nvPr>
            <p:ph idx="2" type="pic"/>
          </p:nvPr>
        </p:nvSpPr>
        <p:spPr>
          <a:xfrm>
            <a:off x="791150" y="522900"/>
            <a:ext cx="1294800" cy="1918500"/>
          </a:xfrm>
          <a:prstGeom prst="rect">
            <a:avLst/>
          </a:prstGeom>
          <a:noFill/>
          <a:ln>
            <a:noFill/>
          </a:ln>
        </p:spPr>
      </p:sp>
      <p:sp>
        <p:nvSpPr>
          <p:cNvPr id="177" name="Google Shape;177;p39"/>
          <p:cNvSpPr/>
          <p:nvPr>
            <p:ph idx="3" type="pic"/>
          </p:nvPr>
        </p:nvSpPr>
        <p:spPr>
          <a:xfrm>
            <a:off x="2355375" y="522900"/>
            <a:ext cx="1294800" cy="1918500"/>
          </a:xfrm>
          <a:prstGeom prst="rect">
            <a:avLst/>
          </a:prstGeom>
          <a:noFill/>
          <a:ln>
            <a:noFill/>
          </a:ln>
        </p:spPr>
      </p:sp>
      <p:sp>
        <p:nvSpPr>
          <p:cNvPr id="178" name="Google Shape;178;p39"/>
          <p:cNvSpPr/>
          <p:nvPr>
            <p:ph idx="4" type="pic"/>
          </p:nvPr>
        </p:nvSpPr>
        <p:spPr>
          <a:xfrm>
            <a:off x="3921313" y="522900"/>
            <a:ext cx="1294800" cy="1918500"/>
          </a:xfrm>
          <a:prstGeom prst="rect">
            <a:avLst/>
          </a:prstGeom>
          <a:noFill/>
          <a:ln>
            <a:noFill/>
          </a:ln>
        </p:spPr>
      </p:sp>
      <p:sp>
        <p:nvSpPr>
          <p:cNvPr id="179" name="Google Shape;179;p39"/>
          <p:cNvSpPr/>
          <p:nvPr>
            <p:ph idx="5" type="pic"/>
          </p:nvPr>
        </p:nvSpPr>
        <p:spPr>
          <a:xfrm>
            <a:off x="5491588" y="522900"/>
            <a:ext cx="1294800" cy="1918500"/>
          </a:xfrm>
          <a:prstGeom prst="rect">
            <a:avLst/>
          </a:prstGeom>
          <a:noFill/>
          <a:ln>
            <a:noFill/>
          </a:ln>
        </p:spPr>
      </p:sp>
      <p:sp>
        <p:nvSpPr>
          <p:cNvPr id="180" name="Google Shape;180;p39"/>
          <p:cNvSpPr txBox="1"/>
          <p:nvPr>
            <p:ph idx="1" type="body"/>
          </p:nvPr>
        </p:nvSpPr>
        <p:spPr>
          <a:xfrm>
            <a:off x="680850" y="3443850"/>
            <a:ext cx="3074700" cy="1031700"/>
          </a:xfrm>
          <a:prstGeom prst="rect">
            <a:avLst/>
          </a:prstGeom>
          <a:noFill/>
          <a:ln>
            <a:noFill/>
          </a:ln>
        </p:spPr>
        <p:txBody>
          <a:bodyPr anchorCtr="0" anchor="t" bIns="91425" lIns="91425" spcFirstLastPara="1" rIns="91425" wrap="square" tIns="91425">
            <a:noAutofit/>
          </a:bodyPr>
          <a:lstStyle>
            <a:lvl1pPr indent="-406400" lvl="0" marL="4572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lgn="l">
              <a:lnSpc>
                <a:spcPct val="10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181" name="Google Shape;181;p39"/>
          <p:cNvSpPr txBox="1"/>
          <p:nvPr>
            <p:ph idx="6" type="body"/>
          </p:nvPr>
        </p:nvSpPr>
        <p:spPr>
          <a:xfrm>
            <a:off x="4123900" y="3443850"/>
            <a:ext cx="4030200" cy="11652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82" name="Google Shape;182;p39"/>
          <p:cNvSpPr txBox="1"/>
          <p:nvPr>
            <p:ph idx="7" type="body"/>
          </p:nvPr>
        </p:nvSpPr>
        <p:spPr>
          <a:xfrm>
            <a:off x="705088"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3" name="Google Shape;183;p39"/>
          <p:cNvSpPr txBox="1"/>
          <p:nvPr>
            <p:ph idx="8" type="body"/>
          </p:nvPr>
        </p:nvSpPr>
        <p:spPr>
          <a:xfrm>
            <a:off x="2258888"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4" name="Google Shape;184;p39"/>
          <p:cNvSpPr txBox="1"/>
          <p:nvPr>
            <p:ph idx="9" type="body"/>
          </p:nvPr>
        </p:nvSpPr>
        <p:spPr>
          <a:xfrm>
            <a:off x="3827513"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5" name="Google Shape;185;p39"/>
          <p:cNvSpPr txBox="1"/>
          <p:nvPr>
            <p:ph idx="13" type="body"/>
          </p:nvPr>
        </p:nvSpPr>
        <p:spPr>
          <a:xfrm>
            <a:off x="5395113" y="2737270"/>
            <a:ext cx="1294800" cy="259800"/>
          </a:xfrm>
          <a:prstGeom prst="rect">
            <a:avLst/>
          </a:prstGeom>
          <a:noFill/>
          <a:ln>
            <a:noFill/>
          </a:ln>
        </p:spPr>
        <p:txBody>
          <a:bodyPr anchorCtr="0" anchor="ctr" bIns="91425" lIns="91425" spcFirstLastPara="1" rIns="91425" wrap="square" tIns="91425">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6" name="Google Shape;186;p39"/>
          <p:cNvSpPr txBox="1"/>
          <p:nvPr>
            <p:ph idx="14" type="body"/>
          </p:nvPr>
        </p:nvSpPr>
        <p:spPr>
          <a:xfrm>
            <a:off x="705091"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7" name="Google Shape;187;p39"/>
          <p:cNvSpPr txBox="1"/>
          <p:nvPr>
            <p:ph idx="15" type="body"/>
          </p:nvPr>
        </p:nvSpPr>
        <p:spPr>
          <a:xfrm>
            <a:off x="2258891"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8" name="Google Shape;188;p39"/>
          <p:cNvSpPr txBox="1"/>
          <p:nvPr>
            <p:ph idx="16" type="body"/>
          </p:nvPr>
        </p:nvSpPr>
        <p:spPr>
          <a:xfrm>
            <a:off x="3827003"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9" name="Google Shape;189;p39"/>
          <p:cNvSpPr txBox="1"/>
          <p:nvPr>
            <p:ph idx="17" type="body"/>
          </p:nvPr>
        </p:nvSpPr>
        <p:spPr>
          <a:xfrm>
            <a:off x="5396128" y="2464123"/>
            <a:ext cx="1294800" cy="259800"/>
          </a:xfrm>
          <a:prstGeom prst="rect">
            <a:avLst/>
          </a:prstGeom>
          <a:noFill/>
          <a:ln>
            <a:noFill/>
          </a:ln>
        </p:spPr>
        <p:txBody>
          <a:bodyPr anchorCtr="0" anchor="t" bIns="91425" lIns="91425" spcFirstLastPara="1" rIns="91425" wrap="square" tIns="91425">
            <a:noAutofit/>
          </a:bodyPr>
          <a:lstStyle>
            <a:lvl1pPr indent="-273050" lvl="0" marL="457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90" name="Google Shape;190;p39"/>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bg>
      <p:bgPr>
        <a:solidFill>
          <a:schemeClr val="dk1"/>
        </a:solidFill>
      </p:bgPr>
    </p:bg>
    <p:spTree>
      <p:nvGrpSpPr>
        <p:cNvPr id="191" name="Shape 191"/>
        <p:cNvGrpSpPr/>
        <p:nvPr/>
      </p:nvGrpSpPr>
      <p:grpSpPr>
        <a:xfrm>
          <a:off x="0" y="0"/>
          <a:ext cx="0" cy="0"/>
          <a:chOff x="0" y="0"/>
          <a:chExt cx="0" cy="0"/>
        </a:xfrm>
      </p:grpSpPr>
      <p:sp>
        <p:nvSpPr>
          <p:cNvPr id="192" name="Google Shape;192;p40"/>
          <p:cNvSpPr txBox="1"/>
          <p:nvPr>
            <p:ph idx="1" type="body"/>
          </p:nvPr>
        </p:nvSpPr>
        <p:spPr>
          <a:xfrm>
            <a:off x="791150" y="738025"/>
            <a:ext cx="3918300" cy="223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SzPts val="1100"/>
              <a:buFont typeface="Barlow"/>
              <a:buChar char="●"/>
              <a:defRPr sz="1100">
                <a:latin typeface="Barlow"/>
                <a:ea typeface="Barlow"/>
                <a:cs typeface="Barlow"/>
                <a:sym typeface="Barlow"/>
              </a:defRPr>
            </a:lvl1pPr>
            <a:lvl2pPr indent="-298450" lvl="1" marL="914400" algn="l">
              <a:lnSpc>
                <a:spcPct val="100000"/>
              </a:lnSpc>
              <a:spcBef>
                <a:spcPts val="0"/>
              </a:spcBef>
              <a:spcAft>
                <a:spcPts val="0"/>
              </a:spcAft>
              <a:buSzPts val="1100"/>
              <a:buFont typeface="Barlow"/>
              <a:buChar char="○"/>
              <a:defRPr sz="1100">
                <a:latin typeface="Barlow"/>
                <a:ea typeface="Barlow"/>
                <a:cs typeface="Barlow"/>
                <a:sym typeface="Barlow"/>
              </a:defRPr>
            </a:lvl2pPr>
            <a:lvl3pPr indent="-298450" lvl="2" marL="1371600" algn="l">
              <a:lnSpc>
                <a:spcPct val="100000"/>
              </a:lnSpc>
              <a:spcBef>
                <a:spcPts val="0"/>
              </a:spcBef>
              <a:spcAft>
                <a:spcPts val="0"/>
              </a:spcAft>
              <a:buSzPts val="1100"/>
              <a:buFont typeface="Barlow"/>
              <a:buChar char="■"/>
              <a:defRPr sz="1100">
                <a:latin typeface="Barlow"/>
                <a:ea typeface="Barlow"/>
                <a:cs typeface="Barlow"/>
                <a:sym typeface="Barlow"/>
              </a:defRPr>
            </a:lvl3pPr>
            <a:lvl4pPr indent="-298450" lvl="3" marL="1828800" algn="l">
              <a:lnSpc>
                <a:spcPct val="100000"/>
              </a:lnSpc>
              <a:spcBef>
                <a:spcPts val="0"/>
              </a:spcBef>
              <a:spcAft>
                <a:spcPts val="0"/>
              </a:spcAft>
              <a:buSzPts val="1100"/>
              <a:buFont typeface="Barlow"/>
              <a:buChar char="●"/>
              <a:defRPr sz="1100">
                <a:latin typeface="Barlow"/>
                <a:ea typeface="Barlow"/>
                <a:cs typeface="Barlow"/>
                <a:sym typeface="Barlow"/>
              </a:defRPr>
            </a:lvl4pPr>
            <a:lvl5pPr indent="-298450" lvl="4" marL="2286000" algn="l">
              <a:lnSpc>
                <a:spcPct val="100000"/>
              </a:lnSpc>
              <a:spcBef>
                <a:spcPts val="0"/>
              </a:spcBef>
              <a:spcAft>
                <a:spcPts val="0"/>
              </a:spcAft>
              <a:buSzPts val="1100"/>
              <a:buFont typeface="Barlow"/>
              <a:buChar char="○"/>
              <a:defRPr>
                <a:latin typeface="Barlow"/>
                <a:ea typeface="Barlow"/>
                <a:cs typeface="Barlow"/>
                <a:sym typeface="Barlow"/>
              </a:defRPr>
            </a:lvl5pPr>
            <a:lvl6pPr indent="-298450" lvl="5" marL="2743200" algn="l">
              <a:lnSpc>
                <a:spcPct val="100000"/>
              </a:lnSpc>
              <a:spcBef>
                <a:spcPts val="0"/>
              </a:spcBef>
              <a:spcAft>
                <a:spcPts val="0"/>
              </a:spcAft>
              <a:buSzPts val="1100"/>
              <a:buFont typeface="Barlow"/>
              <a:buChar char="■"/>
              <a:defRPr sz="1100">
                <a:latin typeface="Barlow"/>
                <a:ea typeface="Barlow"/>
                <a:cs typeface="Barlow"/>
                <a:sym typeface="Barlow"/>
              </a:defRPr>
            </a:lvl6pPr>
            <a:lvl7pPr indent="-298450" lvl="6" marL="3200400" algn="l">
              <a:lnSpc>
                <a:spcPct val="100000"/>
              </a:lnSpc>
              <a:spcBef>
                <a:spcPts val="0"/>
              </a:spcBef>
              <a:spcAft>
                <a:spcPts val="0"/>
              </a:spcAft>
              <a:buSzPts val="1100"/>
              <a:buFont typeface="Barlow"/>
              <a:buChar char="●"/>
              <a:defRPr sz="1100">
                <a:latin typeface="Barlow"/>
                <a:ea typeface="Barlow"/>
                <a:cs typeface="Barlow"/>
                <a:sym typeface="Barlow"/>
              </a:defRPr>
            </a:lvl7pPr>
            <a:lvl8pPr indent="-298450" lvl="7" marL="3657600" algn="l">
              <a:lnSpc>
                <a:spcPct val="100000"/>
              </a:lnSpc>
              <a:spcBef>
                <a:spcPts val="0"/>
              </a:spcBef>
              <a:spcAft>
                <a:spcPts val="0"/>
              </a:spcAft>
              <a:buSzPts val="1100"/>
              <a:buFont typeface="Barlow"/>
              <a:buChar char="○"/>
              <a:defRPr sz="1100">
                <a:latin typeface="Barlow"/>
                <a:ea typeface="Barlow"/>
                <a:cs typeface="Barlow"/>
                <a:sym typeface="Barlow"/>
              </a:defRPr>
            </a:lvl8pPr>
            <a:lvl9pPr indent="-298450" lvl="8" marL="4114800" algn="l">
              <a:lnSpc>
                <a:spcPct val="100000"/>
              </a:lnSpc>
              <a:spcBef>
                <a:spcPts val="0"/>
              </a:spcBef>
              <a:spcAft>
                <a:spcPts val="0"/>
              </a:spcAft>
              <a:buSzPts val="1100"/>
              <a:buFont typeface="Barlow"/>
              <a:buChar char="■"/>
              <a:defRPr sz="1100">
                <a:latin typeface="Barlow"/>
                <a:ea typeface="Barlow"/>
                <a:cs typeface="Barlow"/>
                <a:sym typeface="Barlow"/>
              </a:defRPr>
            </a:lvl9pPr>
          </a:lstStyle>
          <a:p/>
        </p:txBody>
      </p:sp>
      <p:sp>
        <p:nvSpPr>
          <p:cNvPr id="193" name="Google Shape;193;p40"/>
          <p:cNvSpPr txBox="1"/>
          <p:nvPr>
            <p:ph idx="2" type="subTitle"/>
          </p:nvPr>
        </p:nvSpPr>
        <p:spPr>
          <a:xfrm>
            <a:off x="791150" y="522625"/>
            <a:ext cx="3918300" cy="21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94" name="Google Shape;194;p40"/>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bg>
      <p:bgPr>
        <a:solidFill>
          <a:schemeClr val="dk1"/>
        </a:solidFill>
      </p:bgPr>
    </p:bg>
    <p:spTree>
      <p:nvGrpSpPr>
        <p:cNvPr id="195" name="Shape 195"/>
        <p:cNvGrpSpPr/>
        <p:nvPr/>
      </p:nvGrpSpPr>
      <p:grpSpPr>
        <a:xfrm>
          <a:off x="0" y="0"/>
          <a:ext cx="0" cy="0"/>
          <a:chOff x="0" y="0"/>
          <a:chExt cx="0" cy="0"/>
        </a:xfrm>
      </p:grpSpPr>
      <p:sp>
        <p:nvSpPr>
          <p:cNvPr id="196" name="Google Shape;196;p41"/>
          <p:cNvSpPr txBox="1"/>
          <p:nvPr>
            <p:ph idx="1" type="subTitle"/>
          </p:nvPr>
        </p:nvSpPr>
        <p:spPr>
          <a:xfrm>
            <a:off x="690250" y="415625"/>
            <a:ext cx="1261800" cy="270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atin typeface="Barlow Light"/>
                <a:ea typeface="Barlow Light"/>
                <a:cs typeface="Barlow Light"/>
                <a:sym typeface="Barlow Light"/>
              </a:defRPr>
            </a:lvl1pPr>
            <a:lvl2pPr lvl="1" algn="l">
              <a:lnSpc>
                <a:spcPct val="100000"/>
              </a:lnSpc>
              <a:spcBef>
                <a:spcPts val="0"/>
              </a:spcBef>
              <a:spcAft>
                <a:spcPts val="0"/>
              </a:spcAft>
              <a:buSzPts val="1400"/>
              <a:buNone/>
              <a:defRPr>
                <a:latin typeface="Barlow Light"/>
                <a:ea typeface="Barlow Light"/>
                <a:cs typeface="Barlow Light"/>
                <a:sym typeface="Barlow Light"/>
              </a:defRPr>
            </a:lvl2pPr>
            <a:lvl3pPr lvl="2" algn="l">
              <a:lnSpc>
                <a:spcPct val="100000"/>
              </a:lnSpc>
              <a:spcBef>
                <a:spcPts val="0"/>
              </a:spcBef>
              <a:spcAft>
                <a:spcPts val="0"/>
              </a:spcAft>
              <a:buSzPts val="1400"/>
              <a:buNone/>
              <a:defRPr>
                <a:latin typeface="Barlow Light"/>
                <a:ea typeface="Barlow Light"/>
                <a:cs typeface="Barlow Light"/>
                <a:sym typeface="Barlow Light"/>
              </a:defRPr>
            </a:lvl3pPr>
            <a:lvl4pPr lvl="3" algn="l">
              <a:lnSpc>
                <a:spcPct val="100000"/>
              </a:lnSpc>
              <a:spcBef>
                <a:spcPts val="0"/>
              </a:spcBef>
              <a:spcAft>
                <a:spcPts val="0"/>
              </a:spcAft>
              <a:buSzPts val="1400"/>
              <a:buNone/>
              <a:defRPr>
                <a:latin typeface="Barlow Light"/>
                <a:ea typeface="Barlow Light"/>
                <a:cs typeface="Barlow Light"/>
                <a:sym typeface="Barlow Light"/>
              </a:defRPr>
            </a:lvl4pPr>
            <a:lvl5pPr lvl="4" algn="l">
              <a:lnSpc>
                <a:spcPct val="100000"/>
              </a:lnSpc>
              <a:spcBef>
                <a:spcPts val="0"/>
              </a:spcBef>
              <a:spcAft>
                <a:spcPts val="0"/>
              </a:spcAft>
              <a:buSzPts val="1400"/>
              <a:buNone/>
              <a:defRPr>
                <a:latin typeface="Barlow Light"/>
                <a:ea typeface="Barlow Light"/>
                <a:cs typeface="Barlow Light"/>
                <a:sym typeface="Barlow Light"/>
              </a:defRPr>
            </a:lvl5pPr>
            <a:lvl6pPr lvl="5" algn="l">
              <a:lnSpc>
                <a:spcPct val="100000"/>
              </a:lnSpc>
              <a:spcBef>
                <a:spcPts val="0"/>
              </a:spcBef>
              <a:spcAft>
                <a:spcPts val="0"/>
              </a:spcAft>
              <a:buSzPts val="1400"/>
              <a:buNone/>
              <a:defRPr>
                <a:latin typeface="Barlow Light"/>
                <a:ea typeface="Barlow Light"/>
                <a:cs typeface="Barlow Light"/>
                <a:sym typeface="Barlow Light"/>
              </a:defRPr>
            </a:lvl6pPr>
            <a:lvl7pPr lvl="6" algn="l">
              <a:lnSpc>
                <a:spcPct val="100000"/>
              </a:lnSpc>
              <a:spcBef>
                <a:spcPts val="0"/>
              </a:spcBef>
              <a:spcAft>
                <a:spcPts val="0"/>
              </a:spcAft>
              <a:buSzPts val="1400"/>
              <a:buNone/>
              <a:defRPr>
                <a:latin typeface="Barlow Light"/>
                <a:ea typeface="Barlow Light"/>
                <a:cs typeface="Barlow Light"/>
                <a:sym typeface="Barlow Light"/>
              </a:defRPr>
            </a:lvl7pPr>
            <a:lvl8pPr lvl="7" algn="l">
              <a:lnSpc>
                <a:spcPct val="100000"/>
              </a:lnSpc>
              <a:spcBef>
                <a:spcPts val="0"/>
              </a:spcBef>
              <a:spcAft>
                <a:spcPts val="0"/>
              </a:spcAft>
              <a:buSzPts val="1400"/>
              <a:buNone/>
              <a:defRPr>
                <a:latin typeface="Barlow Light"/>
                <a:ea typeface="Barlow Light"/>
                <a:cs typeface="Barlow Light"/>
                <a:sym typeface="Barlow Light"/>
              </a:defRPr>
            </a:lvl8pPr>
            <a:lvl9pPr lvl="8" algn="l">
              <a:lnSpc>
                <a:spcPct val="100000"/>
              </a:lnSpc>
              <a:spcBef>
                <a:spcPts val="0"/>
              </a:spcBef>
              <a:spcAft>
                <a:spcPts val="0"/>
              </a:spcAft>
              <a:buSzPts val="1400"/>
              <a:buNone/>
              <a:defRPr>
                <a:latin typeface="Barlow Light"/>
                <a:ea typeface="Barlow Light"/>
                <a:cs typeface="Barlow Light"/>
                <a:sym typeface="Barlow Light"/>
              </a:defRPr>
            </a:lvl9pPr>
          </a:lstStyle>
          <a:p/>
        </p:txBody>
      </p:sp>
      <p:sp>
        <p:nvSpPr>
          <p:cNvPr id="197" name="Google Shape;197;p41"/>
          <p:cNvSpPr txBox="1"/>
          <p:nvPr>
            <p:ph idx="2" type="subTitle"/>
          </p:nvPr>
        </p:nvSpPr>
        <p:spPr>
          <a:xfrm>
            <a:off x="480420" y="290626"/>
            <a:ext cx="3592200" cy="33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SzPts val="1400"/>
              <a:buNone/>
              <a:defRPr>
                <a:latin typeface="Hepta Slab Light"/>
                <a:ea typeface="Hepta Slab Light"/>
                <a:cs typeface="Hepta Slab Light"/>
                <a:sym typeface="Hepta Slab Light"/>
              </a:defRPr>
            </a:lvl2pPr>
            <a:lvl3pPr lvl="2" algn="l">
              <a:lnSpc>
                <a:spcPct val="100000"/>
              </a:lnSpc>
              <a:spcBef>
                <a:spcPts val="0"/>
              </a:spcBef>
              <a:spcAft>
                <a:spcPts val="0"/>
              </a:spcAft>
              <a:buSzPts val="1400"/>
              <a:buNone/>
              <a:defRPr>
                <a:latin typeface="Hepta Slab Light"/>
                <a:ea typeface="Hepta Slab Light"/>
                <a:cs typeface="Hepta Slab Light"/>
                <a:sym typeface="Hepta Slab Light"/>
              </a:defRPr>
            </a:lvl3pPr>
            <a:lvl4pPr lvl="3" algn="l">
              <a:lnSpc>
                <a:spcPct val="100000"/>
              </a:lnSpc>
              <a:spcBef>
                <a:spcPts val="0"/>
              </a:spcBef>
              <a:spcAft>
                <a:spcPts val="0"/>
              </a:spcAft>
              <a:buSzPts val="1400"/>
              <a:buNone/>
              <a:defRPr>
                <a:latin typeface="Hepta Slab Light"/>
                <a:ea typeface="Hepta Slab Light"/>
                <a:cs typeface="Hepta Slab Light"/>
                <a:sym typeface="Hepta Slab Light"/>
              </a:defRPr>
            </a:lvl4pPr>
            <a:lvl5pPr lvl="4" algn="l">
              <a:lnSpc>
                <a:spcPct val="100000"/>
              </a:lnSpc>
              <a:spcBef>
                <a:spcPts val="0"/>
              </a:spcBef>
              <a:spcAft>
                <a:spcPts val="0"/>
              </a:spcAft>
              <a:buSzPts val="1400"/>
              <a:buNone/>
              <a:defRPr>
                <a:latin typeface="Hepta Slab Light"/>
                <a:ea typeface="Hepta Slab Light"/>
                <a:cs typeface="Hepta Slab Light"/>
                <a:sym typeface="Hepta Slab Light"/>
              </a:defRPr>
            </a:lvl5pPr>
            <a:lvl6pPr lvl="5" algn="l">
              <a:lnSpc>
                <a:spcPct val="100000"/>
              </a:lnSpc>
              <a:spcBef>
                <a:spcPts val="0"/>
              </a:spcBef>
              <a:spcAft>
                <a:spcPts val="0"/>
              </a:spcAft>
              <a:buSzPts val="1400"/>
              <a:buNone/>
              <a:defRPr>
                <a:latin typeface="Hepta Slab Light"/>
                <a:ea typeface="Hepta Slab Light"/>
                <a:cs typeface="Hepta Slab Light"/>
                <a:sym typeface="Hepta Slab Light"/>
              </a:defRPr>
            </a:lvl6pPr>
            <a:lvl7pPr lvl="6" algn="l">
              <a:lnSpc>
                <a:spcPct val="100000"/>
              </a:lnSpc>
              <a:spcBef>
                <a:spcPts val="0"/>
              </a:spcBef>
              <a:spcAft>
                <a:spcPts val="0"/>
              </a:spcAft>
              <a:buSzPts val="1400"/>
              <a:buNone/>
              <a:defRPr>
                <a:latin typeface="Hepta Slab Light"/>
                <a:ea typeface="Hepta Slab Light"/>
                <a:cs typeface="Hepta Slab Light"/>
                <a:sym typeface="Hepta Slab Light"/>
              </a:defRPr>
            </a:lvl7pPr>
            <a:lvl8pPr lvl="7" algn="l">
              <a:lnSpc>
                <a:spcPct val="100000"/>
              </a:lnSpc>
              <a:spcBef>
                <a:spcPts val="0"/>
              </a:spcBef>
              <a:spcAft>
                <a:spcPts val="0"/>
              </a:spcAft>
              <a:buSzPts val="1400"/>
              <a:buNone/>
              <a:defRPr>
                <a:latin typeface="Hepta Slab Light"/>
                <a:ea typeface="Hepta Slab Light"/>
                <a:cs typeface="Hepta Slab Light"/>
                <a:sym typeface="Hepta Slab Light"/>
              </a:defRPr>
            </a:lvl8pPr>
            <a:lvl9pPr lvl="8" algn="l">
              <a:lnSpc>
                <a:spcPct val="100000"/>
              </a:lnSpc>
              <a:spcBef>
                <a:spcPts val="0"/>
              </a:spcBef>
              <a:spcAft>
                <a:spcPts val="0"/>
              </a:spcAft>
              <a:buSzPts val="1400"/>
              <a:buNone/>
              <a:defRPr>
                <a:latin typeface="Hepta Slab Light"/>
                <a:ea typeface="Hepta Slab Light"/>
                <a:cs typeface="Hepta Slab Light"/>
                <a:sym typeface="Hepta Slab Light"/>
              </a:defRPr>
            </a:lvl9pPr>
          </a:lstStyle>
          <a:p/>
        </p:txBody>
      </p:sp>
      <p:sp>
        <p:nvSpPr>
          <p:cNvPr id="198" name="Google Shape;198;p41"/>
          <p:cNvSpPr txBox="1"/>
          <p:nvPr>
            <p:ph idx="3" type="body"/>
          </p:nvPr>
        </p:nvSpPr>
        <p:spPr>
          <a:xfrm>
            <a:off x="480425" y="534275"/>
            <a:ext cx="4878300" cy="19176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9" name="Google Shape;199;p41"/>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200" name="Shape 200"/>
        <p:cNvGrpSpPr/>
        <p:nvPr/>
      </p:nvGrpSpPr>
      <p:grpSpPr>
        <a:xfrm>
          <a:off x="0" y="0"/>
          <a:ext cx="0" cy="0"/>
          <a:chOff x="0" y="0"/>
          <a:chExt cx="0" cy="0"/>
        </a:xfrm>
      </p:grpSpPr>
      <p:sp>
        <p:nvSpPr>
          <p:cNvPr id="201" name="Google Shape;201;p42"/>
          <p:cNvSpPr txBox="1"/>
          <p:nvPr>
            <p:ph type="title"/>
          </p:nvPr>
        </p:nvSpPr>
        <p:spPr>
          <a:xfrm>
            <a:off x="723861" y="1584738"/>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2" name="Google Shape;202;p42"/>
          <p:cNvSpPr txBox="1"/>
          <p:nvPr>
            <p:ph idx="2" type="title"/>
          </p:nvPr>
        </p:nvSpPr>
        <p:spPr>
          <a:xfrm>
            <a:off x="723861" y="2390981"/>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3" name="Google Shape;203;p42"/>
          <p:cNvSpPr txBox="1"/>
          <p:nvPr>
            <p:ph idx="3" type="title"/>
          </p:nvPr>
        </p:nvSpPr>
        <p:spPr>
          <a:xfrm>
            <a:off x="723861" y="3157931"/>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4" name="Google Shape;204;p42"/>
          <p:cNvSpPr txBox="1"/>
          <p:nvPr>
            <p:ph idx="4" type="title"/>
          </p:nvPr>
        </p:nvSpPr>
        <p:spPr>
          <a:xfrm>
            <a:off x="723861" y="3954905"/>
            <a:ext cx="2670600" cy="315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lgn="l">
              <a:lnSpc>
                <a:spcPct val="100000"/>
              </a:lnSpc>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5" name="Google Shape;205;p42"/>
          <p:cNvSpPr txBox="1"/>
          <p:nvPr>
            <p:ph idx="1" type="subTitle"/>
          </p:nvPr>
        </p:nvSpPr>
        <p:spPr>
          <a:xfrm>
            <a:off x="480420" y="290626"/>
            <a:ext cx="3592200" cy="33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lgn="l">
              <a:lnSpc>
                <a:spcPct val="100000"/>
              </a:lnSpc>
              <a:spcBef>
                <a:spcPts val="0"/>
              </a:spcBef>
              <a:spcAft>
                <a:spcPts val="0"/>
              </a:spcAft>
              <a:buSzPts val="1400"/>
              <a:buNone/>
              <a:defRPr>
                <a:latin typeface="Barlow Light"/>
                <a:ea typeface="Barlow Light"/>
                <a:cs typeface="Barlow Light"/>
                <a:sym typeface="Barlow Light"/>
              </a:defRPr>
            </a:lvl2pPr>
            <a:lvl3pPr lvl="2" algn="l">
              <a:lnSpc>
                <a:spcPct val="100000"/>
              </a:lnSpc>
              <a:spcBef>
                <a:spcPts val="0"/>
              </a:spcBef>
              <a:spcAft>
                <a:spcPts val="0"/>
              </a:spcAft>
              <a:buSzPts val="1400"/>
              <a:buNone/>
              <a:defRPr>
                <a:latin typeface="Barlow Light"/>
                <a:ea typeface="Barlow Light"/>
                <a:cs typeface="Barlow Light"/>
                <a:sym typeface="Barlow Light"/>
              </a:defRPr>
            </a:lvl3pPr>
            <a:lvl4pPr lvl="3" algn="l">
              <a:lnSpc>
                <a:spcPct val="100000"/>
              </a:lnSpc>
              <a:spcBef>
                <a:spcPts val="0"/>
              </a:spcBef>
              <a:spcAft>
                <a:spcPts val="0"/>
              </a:spcAft>
              <a:buSzPts val="1400"/>
              <a:buNone/>
              <a:defRPr>
                <a:latin typeface="Barlow Light"/>
                <a:ea typeface="Barlow Light"/>
                <a:cs typeface="Barlow Light"/>
                <a:sym typeface="Barlow Light"/>
              </a:defRPr>
            </a:lvl4pPr>
            <a:lvl5pPr lvl="4" algn="l">
              <a:lnSpc>
                <a:spcPct val="100000"/>
              </a:lnSpc>
              <a:spcBef>
                <a:spcPts val="0"/>
              </a:spcBef>
              <a:spcAft>
                <a:spcPts val="0"/>
              </a:spcAft>
              <a:buSzPts val="1400"/>
              <a:buNone/>
              <a:defRPr>
                <a:latin typeface="Barlow Light"/>
                <a:ea typeface="Barlow Light"/>
                <a:cs typeface="Barlow Light"/>
                <a:sym typeface="Barlow Light"/>
              </a:defRPr>
            </a:lvl5pPr>
            <a:lvl6pPr lvl="5" algn="l">
              <a:lnSpc>
                <a:spcPct val="100000"/>
              </a:lnSpc>
              <a:spcBef>
                <a:spcPts val="0"/>
              </a:spcBef>
              <a:spcAft>
                <a:spcPts val="0"/>
              </a:spcAft>
              <a:buSzPts val="1400"/>
              <a:buNone/>
              <a:defRPr>
                <a:latin typeface="Barlow Light"/>
                <a:ea typeface="Barlow Light"/>
                <a:cs typeface="Barlow Light"/>
                <a:sym typeface="Barlow Light"/>
              </a:defRPr>
            </a:lvl6pPr>
            <a:lvl7pPr lvl="6" algn="l">
              <a:lnSpc>
                <a:spcPct val="100000"/>
              </a:lnSpc>
              <a:spcBef>
                <a:spcPts val="0"/>
              </a:spcBef>
              <a:spcAft>
                <a:spcPts val="0"/>
              </a:spcAft>
              <a:buSzPts val="1400"/>
              <a:buNone/>
              <a:defRPr>
                <a:latin typeface="Barlow Light"/>
                <a:ea typeface="Barlow Light"/>
                <a:cs typeface="Barlow Light"/>
                <a:sym typeface="Barlow Light"/>
              </a:defRPr>
            </a:lvl7pPr>
            <a:lvl8pPr lvl="7" algn="l">
              <a:lnSpc>
                <a:spcPct val="100000"/>
              </a:lnSpc>
              <a:spcBef>
                <a:spcPts val="0"/>
              </a:spcBef>
              <a:spcAft>
                <a:spcPts val="0"/>
              </a:spcAft>
              <a:buSzPts val="1400"/>
              <a:buNone/>
              <a:defRPr>
                <a:latin typeface="Barlow Light"/>
                <a:ea typeface="Barlow Light"/>
                <a:cs typeface="Barlow Light"/>
                <a:sym typeface="Barlow Light"/>
              </a:defRPr>
            </a:lvl8pPr>
            <a:lvl9pPr lvl="8" algn="l">
              <a:lnSpc>
                <a:spcPct val="100000"/>
              </a:lnSpc>
              <a:spcBef>
                <a:spcPts val="0"/>
              </a:spcBef>
              <a:spcAft>
                <a:spcPts val="0"/>
              </a:spcAft>
              <a:buSzPts val="1400"/>
              <a:buNone/>
              <a:defRPr>
                <a:latin typeface="Barlow Light"/>
                <a:ea typeface="Barlow Light"/>
                <a:cs typeface="Barlow Light"/>
                <a:sym typeface="Barlow Light"/>
              </a:defRPr>
            </a:lvl9pPr>
          </a:lstStyle>
          <a:p/>
        </p:txBody>
      </p:sp>
      <p:sp>
        <p:nvSpPr>
          <p:cNvPr id="206" name="Google Shape;206;p42"/>
          <p:cNvSpPr txBox="1"/>
          <p:nvPr>
            <p:ph idx="5" type="body"/>
          </p:nvPr>
        </p:nvSpPr>
        <p:spPr>
          <a:xfrm>
            <a:off x="480425" y="610475"/>
            <a:ext cx="4878300" cy="3768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lgn="l">
              <a:lnSpc>
                <a:spcPct val="100000"/>
              </a:lnSpc>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lgn="l">
              <a:lnSpc>
                <a:spcPct val="100000"/>
              </a:lnSpc>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lgn="l">
              <a:lnSpc>
                <a:spcPct val="100000"/>
              </a:lnSpc>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lgn="l">
              <a:lnSpc>
                <a:spcPct val="100000"/>
              </a:lnSpc>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lgn="l">
              <a:lnSpc>
                <a:spcPct val="100000"/>
              </a:lnSpc>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lgn="l">
              <a:lnSpc>
                <a:spcPct val="100000"/>
              </a:lnSpc>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lgn="l">
              <a:lnSpc>
                <a:spcPct val="100000"/>
              </a:lnSpc>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207" name="Google Shape;207;p42"/>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3"/>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208" name="Shape 208"/>
        <p:cNvGrpSpPr/>
        <p:nvPr/>
      </p:nvGrpSpPr>
      <p:grpSpPr>
        <a:xfrm>
          <a:off x="0" y="0"/>
          <a:ext cx="0" cy="0"/>
          <a:chOff x="0" y="0"/>
          <a:chExt cx="0" cy="0"/>
        </a:xfrm>
      </p:grpSpPr>
      <p:sp>
        <p:nvSpPr>
          <p:cNvPr id="209" name="Google Shape;209;p43"/>
          <p:cNvSpPr txBox="1"/>
          <p:nvPr>
            <p:ph type="title"/>
          </p:nvPr>
        </p:nvSpPr>
        <p:spPr>
          <a:xfrm>
            <a:off x="455221" y="1321125"/>
            <a:ext cx="5094600" cy="1749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400"/>
              <a:buNone/>
              <a:defRPr sz="5400"/>
            </a:lvl1pPr>
            <a:lvl2pPr lvl="1"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lgn="l">
              <a:lnSpc>
                <a:spcPct val="100000"/>
              </a:lnSpc>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210" name="Google Shape;210;p43"/>
          <p:cNvSpPr txBox="1"/>
          <p:nvPr>
            <p:ph idx="1" type="body"/>
          </p:nvPr>
        </p:nvSpPr>
        <p:spPr>
          <a:xfrm>
            <a:off x="567029" y="4500404"/>
            <a:ext cx="1015800" cy="266100"/>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lgn="l">
              <a:lnSpc>
                <a:spcPct val="100000"/>
              </a:lnSpc>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lgn="l">
              <a:lnSpc>
                <a:spcPct val="100000"/>
              </a:lnSpc>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211" name="Google Shape;211;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212" name="Shape 212"/>
        <p:cNvGrpSpPr/>
        <p:nvPr/>
      </p:nvGrpSpPr>
      <p:grpSpPr>
        <a:xfrm>
          <a:off x="0" y="0"/>
          <a:ext cx="0" cy="0"/>
          <a:chOff x="0" y="0"/>
          <a:chExt cx="0" cy="0"/>
        </a:xfrm>
      </p:grpSpPr>
      <p:sp>
        <p:nvSpPr>
          <p:cNvPr id="213" name="Google Shape;213;p44"/>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214" name="Google Shape;214;p44"/>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2"/>
              </a:buClr>
              <a:buSzPts val="12800"/>
              <a:buNone/>
              <a:defRPr sz="12800">
                <a:solidFill>
                  <a:schemeClr val="dk2"/>
                </a:solidFill>
              </a:defRPr>
            </a:lvl1pPr>
            <a:lvl2pPr lvl="1"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lnSpc>
                <a:spcPct val="100000"/>
              </a:lnSpc>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215" name="Google Shape;215;p4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bg>
      <p:bgPr>
        <a:solidFill>
          <a:schemeClr val="dk1"/>
        </a:solidFill>
      </p:bgPr>
    </p:bg>
    <p:spTree>
      <p:nvGrpSpPr>
        <p:cNvPr id="216" name="Shape 216"/>
        <p:cNvGrpSpPr/>
        <p:nvPr/>
      </p:nvGrpSpPr>
      <p:grpSpPr>
        <a:xfrm>
          <a:off x="0" y="0"/>
          <a:ext cx="0" cy="0"/>
          <a:chOff x="0" y="0"/>
          <a:chExt cx="0" cy="0"/>
        </a:xfrm>
      </p:grpSpPr>
      <p:sp>
        <p:nvSpPr>
          <p:cNvPr id="217" name="Google Shape;217;p45"/>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5"/>
          <p:cNvSpPr txBox="1"/>
          <p:nvPr>
            <p:ph idx="1" type="subTitle"/>
          </p:nvPr>
        </p:nvSpPr>
        <p:spPr>
          <a:xfrm>
            <a:off x="791150" y="522625"/>
            <a:ext cx="4977300" cy="1108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9" name="Google Shape;219;p45"/>
          <p:cNvSpPr txBox="1"/>
          <p:nvPr>
            <p:ph idx="2" type="body"/>
          </p:nvPr>
        </p:nvSpPr>
        <p:spPr>
          <a:xfrm>
            <a:off x="714950" y="1989025"/>
            <a:ext cx="2792400" cy="2804100"/>
          </a:xfrm>
          <a:prstGeom prst="rect">
            <a:avLst/>
          </a:prstGeom>
          <a:noFill/>
          <a:ln>
            <a:noFill/>
          </a:ln>
        </p:spPr>
        <p:txBody>
          <a:bodyPr anchorCtr="0" anchor="t" bIns="91425" lIns="91425" spcFirstLastPara="1" rIns="91425" wrap="square" tIns="91425">
            <a:noAutofit/>
          </a:bodyPr>
          <a:lstStyle>
            <a:lvl1pPr indent="-323850" lvl="0" marL="457200" algn="l">
              <a:lnSpc>
                <a:spcPct val="100000"/>
              </a:lnSpc>
              <a:spcBef>
                <a:spcPts val="0"/>
              </a:spcBef>
              <a:spcAft>
                <a:spcPts val="0"/>
              </a:spcAft>
              <a:buClr>
                <a:schemeClr val="lt1"/>
              </a:buClr>
              <a:buSzPts val="1500"/>
              <a:buChar char="●"/>
              <a:defRPr>
                <a:solidFill>
                  <a:schemeClr val="lt1"/>
                </a:solidFill>
              </a:defRPr>
            </a:lvl1pPr>
          </a:lstStyle>
          <a:p/>
        </p:txBody>
      </p:sp>
      <p:sp>
        <p:nvSpPr>
          <p:cNvPr id="220" name="Google Shape;220;p45"/>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
        <p:nvSpPr>
          <p:cNvPr id="221" name="Google Shape;221;p45"/>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5"/>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bg>
      <p:bgPr>
        <a:solidFill>
          <a:schemeClr val="dk1"/>
        </a:solidFill>
      </p:bgPr>
    </p:bg>
    <p:spTree>
      <p:nvGrpSpPr>
        <p:cNvPr id="223" name="Shape 223"/>
        <p:cNvGrpSpPr/>
        <p:nvPr/>
      </p:nvGrpSpPr>
      <p:grpSpPr>
        <a:xfrm>
          <a:off x="0" y="0"/>
          <a:ext cx="0" cy="0"/>
          <a:chOff x="0" y="0"/>
          <a:chExt cx="0" cy="0"/>
        </a:xfrm>
      </p:grpSpPr>
      <p:sp>
        <p:nvSpPr>
          <p:cNvPr id="224" name="Google Shape;224;p46"/>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000000"/>
              </a:solidFill>
              <a:latin typeface="Arial"/>
              <a:ea typeface="Arial"/>
              <a:cs typeface="Arial"/>
              <a:sym typeface="Arial"/>
            </a:endParaRPr>
          </a:p>
        </p:txBody>
      </p:sp>
      <p:sp>
        <p:nvSpPr>
          <p:cNvPr id="225" name="Google Shape;225;p46"/>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dk2"/>
              </a:solidFill>
              <a:latin typeface="Arial"/>
              <a:ea typeface="Arial"/>
              <a:cs typeface="Arial"/>
              <a:sym typeface="Arial"/>
            </a:endParaRPr>
          </a:p>
        </p:txBody>
      </p:sp>
      <p:sp>
        <p:nvSpPr>
          <p:cNvPr id="226" name="Google Shape;226;p46"/>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lt1"/>
              </a:solidFill>
              <a:latin typeface="Arial"/>
              <a:ea typeface="Arial"/>
              <a:cs typeface="Arial"/>
              <a:sym typeface="Arial"/>
            </a:endParaRPr>
          </a:p>
        </p:txBody>
      </p:sp>
      <p:sp>
        <p:nvSpPr>
          <p:cNvPr id="227" name="Google Shape;227;p46"/>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accent5"/>
              </a:solidFill>
              <a:latin typeface="Arial"/>
              <a:ea typeface="Arial"/>
              <a:cs typeface="Arial"/>
              <a:sym typeface="Arial"/>
            </a:endParaRPr>
          </a:p>
        </p:txBody>
      </p:sp>
      <p:sp>
        <p:nvSpPr>
          <p:cNvPr id="228" name="Google Shape;228;p46"/>
          <p:cNvSpPr txBox="1"/>
          <p:nvPr>
            <p:ph idx="1" type="subTitle"/>
          </p:nvPr>
        </p:nvSpPr>
        <p:spPr>
          <a:xfrm>
            <a:off x="480420" y="290626"/>
            <a:ext cx="3592200" cy="337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29" name="Google Shape;229;p46"/>
          <p:cNvSpPr txBox="1"/>
          <p:nvPr>
            <p:ph idx="2" type="body"/>
          </p:nvPr>
        </p:nvSpPr>
        <p:spPr>
          <a:xfrm>
            <a:off x="480425" y="610475"/>
            <a:ext cx="4878300" cy="600300"/>
          </a:xfrm>
          <a:prstGeom prst="rect">
            <a:avLst/>
          </a:prstGeom>
          <a:noFill/>
          <a:ln>
            <a:noFill/>
          </a:ln>
        </p:spPr>
        <p:txBody>
          <a:bodyPr anchorCtr="0" anchor="t"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30" name="Google Shape;230;p46"/>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dk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231" name="Shape 231"/>
        <p:cNvGrpSpPr/>
        <p:nvPr/>
      </p:nvGrpSpPr>
      <p:grpSpPr>
        <a:xfrm>
          <a:off x="0" y="0"/>
          <a:ext cx="0" cy="0"/>
          <a:chOff x="0" y="0"/>
          <a:chExt cx="0" cy="0"/>
        </a:xfrm>
      </p:grpSpPr>
      <p:sp>
        <p:nvSpPr>
          <p:cNvPr id="232" name="Google Shape;232;p47"/>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33" name="Google Shape;233;p47"/>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1"/>
              </a:buClr>
              <a:buSzPts val="12800"/>
              <a:buNone/>
              <a:defRPr sz="12800">
                <a:solidFill>
                  <a:schemeClr val="accent1"/>
                </a:solidFill>
              </a:defRPr>
            </a:lvl1pPr>
            <a:lvl2pPr lvl="1"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lnSpc>
                <a:spcPct val="100000"/>
              </a:lnSpc>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234" name="Google Shape;234;p4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bg>
      <p:bgPr>
        <a:solidFill>
          <a:schemeClr val="dk1"/>
        </a:solidFill>
      </p:bgPr>
    </p:bg>
    <p:spTree>
      <p:nvGrpSpPr>
        <p:cNvPr id="235" name="Shape 235"/>
        <p:cNvGrpSpPr/>
        <p:nvPr/>
      </p:nvGrpSpPr>
      <p:grpSpPr>
        <a:xfrm>
          <a:off x="0" y="0"/>
          <a:ext cx="0" cy="0"/>
          <a:chOff x="0" y="0"/>
          <a:chExt cx="0" cy="0"/>
        </a:xfrm>
      </p:grpSpPr>
      <p:sp>
        <p:nvSpPr>
          <p:cNvPr id="236" name="Google Shape;236;p48"/>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8"/>
          <p:cNvSpPr txBox="1"/>
          <p:nvPr>
            <p:ph idx="1" type="subTitle"/>
          </p:nvPr>
        </p:nvSpPr>
        <p:spPr>
          <a:xfrm>
            <a:off x="791150" y="522625"/>
            <a:ext cx="5938800" cy="1108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38" name="Google Shape;238;p48"/>
          <p:cNvSpPr txBox="1"/>
          <p:nvPr>
            <p:ph idx="2" type="body"/>
          </p:nvPr>
        </p:nvSpPr>
        <p:spPr>
          <a:xfrm>
            <a:off x="810075" y="2065225"/>
            <a:ext cx="7539900" cy="2777400"/>
          </a:xfrm>
          <a:prstGeom prst="rect">
            <a:avLst/>
          </a:prstGeom>
          <a:noFill/>
          <a:ln>
            <a:noFill/>
          </a:ln>
        </p:spPr>
        <p:txBody>
          <a:bodyPr anchorCtr="0" anchor="t" bIns="91425" lIns="91425" spcFirstLastPara="1" rIns="91425" wrap="square" tIns="91425">
            <a:noAutofit/>
          </a:bodyPr>
          <a:lstStyle>
            <a:lvl1pPr indent="-406400" lvl="0" marL="457200" algn="l">
              <a:lnSpc>
                <a:spcPct val="100000"/>
              </a:lnSpc>
              <a:spcBef>
                <a:spcPts val="0"/>
              </a:spcBef>
              <a:spcAft>
                <a:spcPts val="0"/>
              </a:spcAft>
              <a:buClr>
                <a:schemeClr val="lt1"/>
              </a:buClr>
              <a:buSzPts val="2800"/>
              <a:buChar char="●"/>
              <a:defRPr sz="2800">
                <a:solidFill>
                  <a:schemeClr val="lt1"/>
                </a:solidFill>
              </a:defRPr>
            </a:lvl1pPr>
            <a:lvl2pPr indent="-406400" lvl="1" marL="914400" algn="l">
              <a:lnSpc>
                <a:spcPct val="100000"/>
              </a:lnSpc>
              <a:spcBef>
                <a:spcPts val="0"/>
              </a:spcBef>
              <a:spcAft>
                <a:spcPts val="0"/>
              </a:spcAft>
              <a:buClr>
                <a:schemeClr val="lt1"/>
              </a:buClr>
              <a:buSzPts val="2800"/>
              <a:buChar char="○"/>
              <a:defRPr sz="2800">
                <a:solidFill>
                  <a:schemeClr val="lt1"/>
                </a:solidFill>
              </a:defRPr>
            </a:lvl2pPr>
            <a:lvl3pPr indent="-406400" lvl="2" marL="1371600" algn="l">
              <a:lnSpc>
                <a:spcPct val="100000"/>
              </a:lnSpc>
              <a:spcBef>
                <a:spcPts val="0"/>
              </a:spcBef>
              <a:spcAft>
                <a:spcPts val="0"/>
              </a:spcAft>
              <a:buClr>
                <a:schemeClr val="lt1"/>
              </a:buClr>
              <a:buSzPts val="2800"/>
              <a:buChar char="■"/>
              <a:defRPr sz="2800">
                <a:solidFill>
                  <a:schemeClr val="lt1"/>
                </a:solidFill>
              </a:defRPr>
            </a:lvl3pPr>
            <a:lvl4pPr indent="-406400" lvl="3" marL="1828800" algn="l">
              <a:lnSpc>
                <a:spcPct val="100000"/>
              </a:lnSpc>
              <a:spcBef>
                <a:spcPts val="0"/>
              </a:spcBef>
              <a:spcAft>
                <a:spcPts val="0"/>
              </a:spcAft>
              <a:buClr>
                <a:schemeClr val="lt1"/>
              </a:buClr>
              <a:buSzPts val="2800"/>
              <a:buChar char="●"/>
              <a:defRPr sz="2800">
                <a:solidFill>
                  <a:schemeClr val="lt1"/>
                </a:solidFill>
              </a:defRPr>
            </a:lvl4pPr>
            <a:lvl5pPr indent="-406400" lvl="4" marL="2286000" algn="l">
              <a:lnSpc>
                <a:spcPct val="100000"/>
              </a:lnSpc>
              <a:spcBef>
                <a:spcPts val="0"/>
              </a:spcBef>
              <a:spcAft>
                <a:spcPts val="0"/>
              </a:spcAft>
              <a:buClr>
                <a:schemeClr val="lt1"/>
              </a:buClr>
              <a:buSzPts val="2800"/>
              <a:buChar char="○"/>
              <a:defRPr sz="2800">
                <a:solidFill>
                  <a:schemeClr val="lt1"/>
                </a:solidFill>
              </a:defRPr>
            </a:lvl5pPr>
            <a:lvl6pPr indent="-406400" lvl="5" marL="2743200" algn="l">
              <a:lnSpc>
                <a:spcPct val="100000"/>
              </a:lnSpc>
              <a:spcBef>
                <a:spcPts val="0"/>
              </a:spcBef>
              <a:spcAft>
                <a:spcPts val="0"/>
              </a:spcAft>
              <a:buClr>
                <a:schemeClr val="lt1"/>
              </a:buClr>
              <a:buSzPts val="2800"/>
              <a:buChar char="■"/>
              <a:defRPr sz="2800">
                <a:solidFill>
                  <a:schemeClr val="lt1"/>
                </a:solidFill>
              </a:defRPr>
            </a:lvl6pPr>
            <a:lvl7pPr indent="-406400" lvl="6" marL="3200400" algn="l">
              <a:lnSpc>
                <a:spcPct val="100000"/>
              </a:lnSpc>
              <a:spcBef>
                <a:spcPts val="0"/>
              </a:spcBef>
              <a:spcAft>
                <a:spcPts val="0"/>
              </a:spcAft>
              <a:buClr>
                <a:schemeClr val="lt1"/>
              </a:buClr>
              <a:buSzPts val="2800"/>
              <a:buChar char="●"/>
              <a:defRPr sz="2800">
                <a:solidFill>
                  <a:schemeClr val="lt1"/>
                </a:solidFill>
              </a:defRPr>
            </a:lvl7pPr>
            <a:lvl8pPr indent="-406400" lvl="7" marL="3657600" algn="l">
              <a:lnSpc>
                <a:spcPct val="100000"/>
              </a:lnSpc>
              <a:spcBef>
                <a:spcPts val="0"/>
              </a:spcBef>
              <a:spcAft>
                <a:spcPts val="0"/>
              </a:spcAft>
              <a:buClr>
                <a:schemeClr val="lt1"/>
              </a:buClr>
              <a:buSzPts val="2800"/>
              <a:buChar char="○"/>
              <a:defRPr sz="2800">
                <a:solidFill>
                  <a:schemeClr val="lt1"/>
                </a:solidFill>
              </a:defRPr>
            </a:lvl8pPr>
            <a:lvl9pPr indent="-406400" lvl="8" marL="4114800" algn="l">
              <a:lnSpc>
                <a:spcPct val="100000"/>
              </a:lnSpc>
              <a:spcBef>
                <a:spcPts val="0"/>
              </a:spcBef>
              <a:spcAft>
                <a:spcPts val="0"/>
              </a:spcAft>
              <a:buClr>
                <a:schemeClr val="lt1"/>
              </a:buClr>
              <a:buSzPts val="2800"/>
              <a:buChar char="■"/>
              <a:defRPr sz="2800">
                <a:solidFill>
                  <a:schemeClr val="lt1"/>
                </a:solidFill>
              </a:defRPr>
            </a:lvl9pPr>
          </a:lstStyle>
          <a:p/>
        </p:txBody>
      </p:sp>
      <p:sp>
        <p:nvSpPr>
          <p:cNvPr id="239" name="Google Shape;239;p48"/>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240" name="Shape 240"/>
        <p:cNvGrpSpPr/>
        <p:nvPr/>
      </p:nvGrpSpPr>
      <p:grpSpPr>
        <a:xfrm>
          <a:off x="0" y="0"/>
          <a:ext cx="0" cy="0"/>
          <a:chOff x="0" y="0"/>
          <a:chExt cx="0" cy="0"/>
        </a:xfrm>
      </p:grpSpPr>
      <p:sp>
        <p:nvSpPr>
          <p:cNvPr id="241" name="Google Shape;241;p49"/>
          <p:cNvSpPr/>
          <p:nvPr>
            <p:ph idx="2" type="pic"/>
          </p:nvPr>
        </p:nvSpPr>
        <p:spPr>
          <a:xfrm>
            <a:off x="0" y="0"/>
            <a:ext cx="9144000" cy="5143500"/>
          </a:xfrm>
          <a:prstGeom prst="rect">
            <a:avLst/>
          </a:prstGeom>
          <a:noFill/>
          <a:ln>
            <a:noFill/>
          </a:ln>
        </p:spPr>
      </p:sp>
      <p:sp>
        <p:nvSpPr>
          <p:cNvPr id="242" name="Google Shape;242;p49"/>
          <p:cNvSpPr txBox="1"/>
          <p:nvPr>
            <p:ph idx="1" type="body"/>
          </p:nvPr>
        </p:nvSpPr>
        <p:spPr>
          <a:xfrm>
            <a:off x="4655675" y="956675"/>
            <a:ext cx="3965400" cy="775200"/>
          </a:xfrm>
          <a:prstGeom prst="rect">
            <a:avLst/>
          </a:prstGeom>
          <a:solidFill>
            <a:schemeClr val="lt1"/>
          </a:solidFill>
          <a:ln>
            <a:noFill/>
          </a:ln>
        </p:spPr>
        <p:txBody>
          <a:bodyPr anchorCtr="0" anchor="t" bIns="274300" lIns="274300" spcFirstLastPara="1" rIns="274300" wrap="square" tIns="0">
            <a:noAutofit/>
          </a:bodyPr>
          <a:lstStyle>
            <a:lvl1pPr indent="-298450" lvl="0" marL="4572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lgn="l">
              <a:lnSpc>
                <a:spcPct val="100000"/>
              </a:lnSpc>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lgn="l">
              <a:lnSpc>
                <a:spcPct val="100000"/>
              </a:lnSpc>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243" name="Google Shape;243;p49"/>
          <p:cNvSpPr txBox="1"/>
          <p:nvPr>
            <p:ph idx="3" type="subTitle"/>
          </p:nvPr>
        </p:nvSpPr>
        <p:spPr>
          <a:xfrm>
            <a:off x="4655675" y="522900"/>
            <a:ext cx="3965400" cy="442800"/>
          </a:xfrm>
          <a:prstGeom prst="rect">
            <a:avLst/>
          </a:prstGeom>
          <a:solidFill>
            <a:schemeClr val="lt1"/>
          </a:solidFill>
          <a:ln>
            <a:noFill/>
          </a:ln>
        </p:spPr>
        <p:txBody>
          <a:bodyPr anchorCtr="0" anchor="b" bIns="0" lIns="274300" spcFirstLastPara="1" rIns="274300" wrap="square" tIns="274300">
            <a:noAutofit/>
          </a:bodyPr>
          <a:lstStyle>
            <a:lvl1pPr lvl="0"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44" name="Google Shape;244;p49"/>
          <p:cNvSpPr txBox="1"/>
          <p:nvPr>
            <p:ph idx="4" type="body"/>
          </p:nvPr>
        </p:nvSpPr>
        <p:spPr>
          <a:xfrm>
            <a:off x="524350" y="4144800"/>
            <a:ext cx="1558800" cy="475800"/>
          </a:xfrm>
          <a:prstGeom prst="rect">
            <a:avLst/>
          </a:prstGeom>
          <a:solidFill>
            <a:schemeClr val="lt1"/>
          </a:solidFill>
          <a:ln>
            <a:noFill/>
          </a:ln>
        </p:spPr>
        <p:txBody>
          <a:bodyPr anchorCtr="0" anchor="t" bIns="137150" lIns="137150" spcFirstLastPara="1" rIns="137150" wrap="square" tIns="137150">
            <a:noAutofit/>
          </a:bodyPr>
          <a:lstStyle>
            <a:lvl1pPr indent="-273050" lvl="0" marL="4572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lgn="l">
              <a:lnSpc>
                <a:spcPct val="100000"/>
              </a:lnSpc>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245" name="Google Shape;245;p4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bg>
      <p:bgPr>
        <a:solidFill>
          <a:schemeClr val="lt2"/>
        </a:solidFill>
      </p:bgPr>
    </p:bg>
    <p:spTree>
      <p:nvGrpSpPr>
        <p:cNvPr id="246" name="Shape 246"/>
        <p:cNvGrpSpPr/>
        <p:nvPr/>
      </p:nvGrpSpPr>
      <p:grpSpPr>
        <a:xfrm>
          <a:off x="0" y="0"/>
          <a:ext cx="0" cy="0"/>
          <a:chOff x="0" y="0"/>
          <a:chExt cx="0" cy="0"/>
        </a:xfrm>
      </p:grpSpPr>
      <p:sp>
        <p:nvSpPr>
          <p:cNvPr id="247" name="Google Shape;247;p50"/>
          <p:cNvSpPr/>
          <p:nvPr>
            <p:ph idx="2" type="pic"/>
          </p:nvPr>
        </p:nvSpPr>
        <p:spPr>
          <a:xfrm>
            <a:off x="5485725" y="523025"/>
            <a:ext cx="3135300" cy="4097700"/>
          </a:xfrm>
          <a:prstGeom prst="roundRect">
            <a:avLst>
              <a:gd fmla="val 16667" name="adj"/>
            </a:avLst>
          </a:prstGeom>
          <a:noFill/>
          <a:ln>
            <a:noFill/>
          </a:ln>
        </p:spPr>
      </p:sp>
      <p:sp>
        <p:nvSpPr>
          <p:cNvPr id="248" name="Google Shape;248;p50"/>
          <p:cNvSpPr txBox="1"/>
          <p:nvPr>
            <p:ph type="title"/>
          </p:nvPr>
        </p:nvSpPr>
        <p:spPr>
          <a:xfrm>
            <a:off x="591441" y="391675"/>
            <a:ext cx="4397400" cy="3178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lgn="l">
              <a:lnSpc>
                <a:spcPct val="100000"/>
              </a:lnSpc>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49" name="Google Shape;249;p50"/>
          <p:cNvSpPr txBox="1"/>
          <p:nvPr>
            <p:ph idx="1" type="body"/>
          </p:nvPr>
        </p:nvSpPr>
        <p:spPr>
          <a:xfrm>
            <a:off x="638750" y="4413181"/>
            <a:ext cx="5537100" cy="310500"/>
          </a:xfrm>
          <a:prstGeom prst="rect">
            <a:avLst/>
          </a:prstGeom>
          <a:noFill/>
          <a:ln>
            <a:noFill/>
          </a:ln>
        </p:spPr>
        <p:txBody>
          <a:bodyPr anchorCtr="0" anchor="b" bIns="91425" lIns="91425" spcFirstLastPara="1" rIns="91425" wrap="square" tIns="91425">
            <a:noAutofit/>
          </a:bodyPr>
          <a:lstStyle>
            <a:lvl1pPr indent="-298450" lvl="0" marL="4572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lgn="l">
              <a:lnSpc>
                <a:spcPct val="100000"/>
              </a:lnSpc>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lgn="l">
              <a:lnSpc>
                <a:spcPct val="100000"/>
              </a:lnSpc>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250" name="Google Shape;250;p50"/>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bg>
      <p:bgPr>
        <a:solidFill>
          <a:schemeClr val="dk1"/>
        </a:solidFill>
      </p:bgPr>
    </p:bg>
    <p:spTree>
      <p:nvGrpSpPr>
        <p:cNvPr id="251" name="Shape 251"/>
        <p:cNvGrpSpPr/>
        <p:nvPr/>
      </p:nvGrpSpPr>
      <p:grpSpPr>
        <a:xfrm>
          <a:off x="0" y="0"/>
          <a:ext cx="0" cy="0"/>
          <a:chOff x="0" y="0"/>
          <a:chExt cx="0" cy="0"/>
        </a:xfrm>
      </p:grpSpPr>
      <p:sp>
        <p:nvSpPr>
          <p:cNvPr id="252" name="Google Shape;252;p51"/>
          <p:cNvSpPr txBox="1"/>
          <p:nvPr>
            <p:ph idx="1" type="body"/>
          </p:nvPr>
        </p:nvSpPr>
        <p:spPr>
          <a:xfrm>
            <a:off x="5481425" y="271557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3" name="Google Shape;253;p51"/>
          <p:cNvSpPr txBox="1"/>
          <p:nvPr>
            <p:ph idx="2" type="body"/>
          </p:nvPr>
        </p:nvSpPr>
        <p:spPr>
          <a:xfrm>
            <a:off x="3918400" y="271572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4" name="Google Shape;254;p51"/>
          <p:cNvSpPr txBox="1"/>
          <p:nvPr>
            <p:ph idx="3" type="body"/>
          </p:nvPr>
        </p:nvSpPr>
        <p:spPr>
          <a:xfrm>
            <a:off x="2349550" y="271557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5" name="Google Shape;255;p51"/>
          <p:cNvSpPr txBox="1"/>
          <p:nvPr>
            <p:ph idx="4" type="body"/>
          </p:nvPr>
        </p:nvSpPr>
        <p:spPr>
          <a:xfrm>
            <a:off x="79115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56" name="Google Shape;256;p51"/>
          <p:cNvSpPr txBox="1"/>
          <p:nvPr>
            <p:ph idx="5" type="body"/>
          </p:nvPr>
        </p:nvSpPr>
        <p:spPr>
          <a:xfrm>
            <a:off x="7911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7" name="Google Shape;257;p51"/>
          <p:cNvSpPr txBox="1"/>
          <p:nvPr>
            <p:ph idx="6" type="body"/>
          </p:nvPr>
        </p:nvSpPr>
        <p:spPr>
          <a:xfrm>
            <a:off x="70444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58" name="Google Shape;258;p51"/>
          <p:cNvCxnSpPr/>
          <p:nvPr/>
        </p:nvCxnSpPr>
        <p:spPr>
          <a:xfrm rot="10800000">
            <a:off x="827250" y="1481375"/>
            <a:ext cx="7489500" cy="0"/>
          </a:xfrm>
          <a:prstGeom prst="straightConnector1">
            <a:avLst/>
          </a:prstGeom>
          <a:noFill/>
          <a:ln cap="flat" cmpd="sng" w="19050">
            <a:solidFill>
              <a:schemeClr val="accent1"/>
            </a:solidFill>
            <a:prstDash val="solid"/>
            <a:round/>
            <a:headEnd len="sm" w="sm" type="none"/>
            <a:tailEnd len="sm" w="sm" type="none"/>
          </a:ln>
        </p:spPr>
      </p:cxnSp>
      <p:sp>
        <p:nvSpPr>
          <p:cNvPr id="259" name="Google Shape;259;p51"/>
          <p:cNvSpPr/>
          <p:nvPr>
            <p:ph idx="7" type="pic"/>
          </p:nvPr>
        </p:nvSpPr>
        <p:spPr>
          <a:xfrm>
            <a:off x="7049625" y="523025"/>
            <a:ext cx="1305900" cy="1918500"/>
          </a:xfrm>
          <a:prstGeom prst="roundRect">
            <a:avLst>
              <a:gd fmla="val 16667" name="adj"/>
            </a:avLst>
          </a:prstGeom>
          <a:noFill/>
          <a:ln>
            <a:noFill/>
          </a:ln>
        </p:spPr>
      </p:sp>
      <p:sp>
        <p:nvSpPr>
          <p:cNvPr id="260" name="Google Shape;260;p51"/>
          <p:cNvSpPr/>
          <p:nvPr>
            <p:ph idx="8" type="pic"/>
          </p:nvPr>
        </p:nvSpPr>
        <p:spPr>
          <a:xfrm>
            <a:off x="784775" y="522100"/>
            <a:ext cx="1305900" cy="1918500"/>
          </a:xfrm>
          <a:prstGeom prst="roundRect">
            <a:avLst>
              <a:gd fmla="val 16667" name="adj"/>
            </a:avLst>
          </a:prstGeom>
          <a:noFill/>
          <a:ln>
            <a:noFill/>
          </a:ln>
        </p:spPr>
      </p:sp>
      <p:sp>
        <p:nvSpPr>
          <p:cNvPr id="261" name="Google Shape;261;p51"/>
          <p:cNvSpPr/>
          <p:nvPr>
            <p:ph idx="9" type="pic"/>
          </p:nvPr>
        </p:nvSpPr>
        <p:spPr>
          <a:xfrm>
            <a:off x="2343950" y="523500"/>
            <a:ext cx="1305900" cy="1918500"/>
          </a:xfrm>
          <a:prstGeom prst="roundRect">
            <a:avLst>
              <a:gd fmla="val 16667" name="adj"/>
            </a:avLst>
          </a:prstGeom>
          <a:noFill/>
          <a:ln>
            <a:noFill/>
          </a:ln>
        </p:spPr>
      </p:sp>
      <p:sp>
        <p:nvSpPr>
          <p:cNvPr id="262" name="Google Shape;262;p51"/>
          <p:cNvSpPr/>
          <p:nvPr>
            <p:ph idx="13" type="pic"/>
          </p:nvPr>
        </p:nvSpPr>
        <p:spPr>
          <a:xfrm>
            <a:off x="3915213" y="523500"/>
            <a:ext cx="1305900" cy="1918500"/>
          </a:xfrm>
          <a:prstGeom prst="roundRect">
            <a:avLst>
              <a:gd fmla="val 16667" name="adj"/>
            </a:avLst>
          </a:prstGeom>
          <a:noFill/>
          <a:ln>
            <a:noFill/>
          </a:ln>
        </p:spPr>
      </p:sp>
      <p:sp>
        <p:nvSpPr>
          <p:cNvPr id="263" name="Google Shape;263;p51"/>
          <p:cNvSpPr/>
          <p:nvPr>
            <p:ph idx="14" type="pic"/>
          </p:nvPr>
        </p:nvSpPr>
        <p:spPr>
          <a:xfrm>
            <a:off x="5490975" y="523500"/>
            <a:ext cx="1305900" cy="1918500"/>
          </a:xfrm>
          <a:prstGeom prst="roundRect">
            <a:avLst>
              <a:gd fmla="val 16667" name="adj"/>
            </a:avLst>
          </a:prstGeom>
          <a:noFill/>
          <a:ln>
            <a:noFill/>
          </a:ln>
        </p:spPr>
      </p:sp>
      <p:sp>
        <p:nvSpPr>
          <p:cNvPr id="264" name="Google Shape;264;p51"/>
          <p:cNvSpPr txBox="1"/>
          <p:nvPr>
            <p:ph idx="15" type="body"/>
          </p:nvPr>
        </p:nvSpPr>
        <p:spPr>
          <a:xfrm>
            <a:off x="5481425" y="4112700"/>
            <a:ext cx="28776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65" name="Google Shape;265;p51"/>
          <p:cNvSpPr txBox="1"/>
          <p:nvPr>
            <p:ph idx="16" type="subTitle"/>
          </p:nvPr>
        </p:nvSpPr>
        <p:spPr>
          <a:xfrm>
            <a:off x="5481425" y="3897300"/>
            <a:ext cx="2877600" cy="21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66" name="Google Shape;266;p51"/>
          <p:cNvSpPr txBox="1"/>
          <p:nvPr>
            <p:ph idx="17" type="body"/>
          </p:nvPr>
        </p:nvSpPr>
        <p:spPr>
          <a:xfrm>
            <a:off x="234950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7" name="Google Shape;267;p51"/>
          <p:cNvSpPr txBox="1"/>
          <p:nvPr>
            <p:ph idx="18" type="body"/>
          </p:nvPr>
        </p:nvSpPr>
        <p:spPr>
          <a:xfrm>
            <a:off x="3915488"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8" name="Google Shape;268;p51"/>
          <p:cNvSpPr txBox="1"/>
          <p:nvPr>
            <p:ph idx="19" type="body"/>
          </p:nvPr>
        </p:nvSpPr>
        <p:spPr>
          <a:xfrm>
            <a:off x="5479963"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9" name="Google Shape;269;p51"/>
          <p:cNvSpPr txBox="1"/>
          <p:nvPr>
            <p:ph idx="20" type="body"/>
          </p:nvPr>
        </p:nvSpPr>
        <p:spPr>
          <a:xfrm>
            <a:off x="7047338"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70" name="Google Shape;270;p51"/>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bg>
      <p:bgPr>
        <a:solidFill>
          <a:schemeClr val="dk1"/>
        </a:solidFill>
      </p:bgPr>
    </p:bg>
    <p:spTree>
      <p:nvGrpSpPr>
        <p:cNvPr id="271" name="Shape 271"/>
        <p:cNvGrpSpPr/>
        <p:nvPr/>
      </p:nvGrpSpPr>
      <p:grpSpPr>
        <a:xfrm>
          <a:off x="0" y="0"/>
          <a:ext cx="0" cy="0"/>
          <a:chOff x="0" y="0"/>
          <a:chExt cx="0" cy="0"/>
        </a:xfrm>
      </p:grpSpPr>
      <p:sp>
        <p:nvSpPr>
          <p:cNvPr id="272" name="Google Shape;272;p52"/>
          <p:cNvSpPr txBox="1"/>
          <p:nvPr>
            <p:ph idx="1" type="body"/>
          </p:nvPr>
        </p:nvSpPr>
        <p:spPr>
          <a:xfrm>
            <a:off x="3917825" y="4024920"/>
            <a:ext cx="44412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73" name="Google Shape;273;p52"/>
          <p:cNvSpPr txBox="1"/>
          <p:nvPr>
            <p:ph idx="2" type="subTitle"/>
          </p:nvPr>
        </p:nvSpPr>
        <p:spPr>
          <a:xfrm>
            <a:off x="783675" y="3967895"/>
            <a:ext cx="2877600" cy="431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lgn="l">
              <a:lnSpc>
                <a:spcPct val="100000"/>
              </a:lnSpc>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274" name="Google Shape;274;p52"/>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275" name="Shape 275"/>
        <p:cNvGrpSpPr/>
        <p:nvPr/>
      </p:nvGrpSpPr>
      <p:grpSpPr>
        <a:xfrm>
          <a:off x="0" y="0"/>
          <a:ext cx="0" cy="0"/>
          <a:chOff x="0" y="0"/>
          <a:chExt cx="0" cy="0"/>
        </a:xfrm>
      </p:grpSpPr>
      <p:sp>
        <p:nvSpPr>
          <p:cNvPr id="276" name="Google Shape;276;p53"/>
          <p:cNvSpPr txBox="1"/>
          <p:nvPr>
            <p:ph type="title"/>
          </p:nvPr>
        </p:nvSpPr>
        <p:spPr>
          <a:xfrm>
            <a:off x="697350" y="2932550"/>
            <a:ext cx="7749300" cy="1015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lnSpc>
                <a:spcPct val="100000"/>
              </a:lnSpc>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77" name="Google Shape;277;p53"/>
          <p:cNvSpPr txBox="1"/>
          <p:nvPr>
            <p:ph idx="2" type="title"/>
          </p:nvPr>
        </p:nvSpPr>
        <p:spPr>
          <a:xfrm>
            <a:off x="3278250" y="1194450"/>
            <a:ext cx="2587500" cy="19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accent2"/>
              </a:buClr>
              <a:buSzPts val="12800"/>
              <a:buNone/>
              <a:defRPr sz="12800">
                <a:solidFill>
                  <a:schemeClr val="accent2"/>
                </a:solidFill>
              </a:defRPr>
            </a:lvl1pPr>
            <a:lvl2pPr lvl="1"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lnSpc>
                <a:spcPct val="100000"/>
              </a:lnSpc>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278" name="Google Shape;278;p5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279" name="Shape 279"/>
        <p:cNvGrpSpPr/>
        <p:nvPr/>
      </p:nvGrpSpPr>
      <p:grpSpPr>
        <a:xfrm>
          <a:off x="0" y="0"/>
          <a:ext cx="0" cy="0"/>
          <a:chOff x="0" y="0"/>
          <a:chExt cx="0" cy="0"/>
        </a:xfrm>
      </p:grpSpPr>
      <p:sp>
        <p:nvSpPr>
          <p:cNvPr id="280" name="Google Shape;280;p54"/>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2"/>
              </a:solidFill>
              <a:latin typeface="Arial"/>
              <a:ea typeface="Arial"/>
              <a:cs typeface="Arial"/>
              <a:sym typeface="Arial"/>
            </a:endParaRPr>
          </a:p>
        </p:txBody>
      </p:sp>
      <p:sp>
        <p:nvSpPr>
          <p:cNvPr id="281" name="Google Shape;281;p54"/>
          <p:cNvSpPr txBox="1"/>
          <p:nvPr>
            <p:ph idx="1" type="body"/>
          </p:nvPr>
        </p:nvSpPr>
        <p:spPr>
          <a:xfrm>
            <a:off x="3918400" y="3680775"/>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2" name="Google Shape;282;p54"/>
          <p:cNvSpPr txBox="1"/>
          <p:nvPr>
            <p:ph idx="2" type="body"/>
          </p:nvPr>
        </p:nvSpPr>
        <p:spPr>
          <a:xfrm>
            <a:off x="3918400" y="378082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3" name="Google Shape;283;p54"/>
          <p:cNvSpPr txBox="1"/>
          <p:nvPr>
            <p:ph idx="3" type="body"/>
          </p:nvPr>
        </p:nvSpPr>
        <p:spPr>
          <a:xfrm>
            <a:off x="7044450" y="36805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4" name="Google Shape;284;p54"/>
          <p:cNvSpPr txBox="1"/>
          <p:nvPr>
            <p:ph idx="4" type="body"/>
          </p:nvPr>
        </p:nvSpPr>
        <p:spPr>
          <a:xfrm>
            <a:off x="7044450" y="37806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5" name="Google Shape;285;p54"/>
          <p:cNvSpPr/>
          <p:nvPr>
            <p:ph idx="5" type="pic"/>
          </p:nvPr>
        </p:nvSpPr>
        <p:spPr>
          <a:xfrm>
            <a:off x="7049625" y="1588125"/>
            <a:ext cx="1305900" cy="1918500"/>
          </a:xfrm>
          <a:prstGeom prst="roundRect">
            <a:avLst>
              <a:gd fmla="val 16667" name="adj"/>
            </a:avLst>
          </a:prstGeom>
          <a:noFill/>
          <a:ln>
            <a:noFill/>
          </a:ln>
        </p:spPr>
      </p:sp>
      <p:sp>
        <p:nvSpPr>
          <p:cNvPr id="286" name="Google Shape;286;p54"/>
          <p:cNvSpPr/>
          <p:nvPr>
            <p:ph idx="6" type="pic"/>
          </p:nvPr>
        </p:nvSpPr>
        <p:spPr>
          <a:xfrm>
            <a:off x="3915213" y="1588600"/>
            <a:ext cx="1305900" cy="1918500"/>
          </a:xfrm>
          <a:prstGeom prst="roundRect">
            <a:avLst>
              <a:gd fmla="val 16667" name="adj"/>
            </a:avLst>
          </a:prstGeom>
          <a:noFill/>
          <a:ln>
            <a:noFill/>
          </a:ln>
        </p:spPr>
      </p:sp>
      <p:sp>
        <p:nvSpPr>
          <p:cNvPr id="287" name="Google Shape;287;p54"/>
          <p:cNvSpPr/>
          <p:nvPr>
            <p:ph idx="7" type="pic"/>
          </p:nvPr>
        </p:nvSpPr>
        <p:spPr>
          <a:xfrm>
            <a:off x="5490975" y="1588600"/>
            <a:ext cx="1305900" cy="1918500"/>
          </a:xfrm>
          <a:prstGeom prst="roundRect">
            <a:avLst>
              <a:gd fmla="val 16667" name="adj"/>
            </a:avLst>
          </a:prstGeom>
          <a:noFill/>
          <a:ln>
            <a:noFill/>
          </a:ln>
        </p:spPr>
      </p:sp>
      <p:sp>
        <p:nvSpPr>
          <p:cNvPr id="288" name="Google Shape;288;p54"/>
          <p:cNvSpPr txBox="1"/>
          <p:nvPr>
            <p:ph idx="8" type="subTitle"/>
          </p:nvPr>
        </p:nvSpPr>
        <p:spPr>
          <a:xfrm>
            <a:off x="3918800" y="1034575"/>
            <a:ext cx="1307100" cy="55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89" name="Google Shape;289;p54"/>
          <p:cNvSpPr txBox="1"/>
          <p:nvPr>
            <p:ph idx="9" type="subTitle"/>
          </p:nvPr>
        </p:nvSpPr>
        <p:spPr>
          <a:xfrm>
            <a:off x="5484775" y="1034575"/>
            <a:ext cx="1307100" cy="55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90" name="Google Shape;290;p54"/>
          <p:cNvSpPr txBox="1"/>
          <p:nvPr>
            <p:ph idx="13" type="subTitle"/>
          </p:nvPr>
        </p:nvSpPr>
        <p:spPr>
          <a:xfrm>
            <a:off x="7050750" y="1032775"/>
            <a:ext cx="1307100" cy="554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lnSpc>
                <a:spcPct val="100000"/>
              </a:lnSpc>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91" name="Google Shape;291;p54"/>
          <p:cNvSpPr txBox="1"/>
          <p:nvPr>
            <p:ph idx="14" type="body"/>
          </p:nvPr>
        </p:nvSpPr>
        <p:spPr>
          <a:xfrm>
            <a:off x="507400" y="1828050"/>
            <a:ext cx="2136300" cy="2973300"/>
          </a:xfrm>
          <a:prstGeom prst="rect">
            <a:avLst/>
          </a:prstGeom>
          <a:noFill/>
          <a:ln>
            <a:noFill/>
          </a:ln>
        </p:spPr>
        <p:txBody>
          <a:bodyPr anchorCtr="0" anchor="t" bIns="91425" lIns="91425" spcFirstLastPara="1" rIns="91425" wrap="square" tIns="91425">
            <a:noAutofit/>
          </a:bodyPr>
          <a:lstStyle>
            <a:lvl1pPr indent="-406400" lvl="0" marL="457200" algn="l">
              <a:lnSpc>
                <a:spcPct val="100000"/>
              </a:lnSpc>
              <a:spcBef>
                <a:spcPts val="0"/>
              </a:spcBef>
              <a:spcAft>
                <a:spcPts val="0"/>
              </a:spcAft>
              <a:buClr>
                <a:schemeClr val="accent2"/>
              </a:buClr>
              <a:buSzPts val="2800"/>
              <a:buChar char="●"/>
              <a:defRPr sz="2800">
                <a:solidFill>
                  <a:schemeClr val="accent2"/>
                </a:solidFill>
              </a:defRPr>
            </a:lvl1pPr>
            <a:lvl2pPr indent="-406400" lvl="1" marL="914400" algn="l">
              <a:lnSpc>
                <a:spcPct val="100000"/>
              </a:lnSpc>
              <a:spcBef>
                <a:spcPts val="0"/>
              </a:spcBef>
              <a:spcAft>
                <a:spcPts val="0"/>
              </a:spcAft>
              <a:buClr>
                <a:schemeClr val="accent2"/>
              </a:buClr>
              <a:buSzPts val="2800"/>
              <a:buChar char="○"/>
              <a:defRPr sz="2800">
                <a:solidFill>
                  <a:schemeClr val="accent2"/>
                </a:solidFill>
              </a:defRPr>
            </a:lvl2pPr>
            <a:lvl3pPr indent="-406400" lvl="2" marL="1371600" algn="l">
              <a:lnSpc>
                <a:spcPct val="100000"/>
              </a:lnSpc>
              <a:spcBef>
                <a:spcPts val="0"/>
              </a:spcBef>
              <a:spcAft>
                <a:spcPts val="0"/>
              </a:spcAft>
              <a:buClr>
                <a:schemeClr val="accent2"/>
              </a:buClr>
              <a:buSzPts val="2800"/>
              <a:buChar char="■"/>
              <a:defRPr sz="2800">
                <a:solidFill>
                  <a:schemeClr val="accent2"/>
                </a:solidFill>
              </a:defRPr>
            </a:lvl3pPr>
            <a:lvl4pPr indent="-406400" lvl="3" marL="1828800" algn="l">
              <a:lnSpc>
                <a:spcPct val="100000"/>
              </a:lnSpc>
              <a:spcBef>
                <a:spcPts val="0"/>
              </a:spcBef>
              <a:spcAft>
                <a:spcPts val="0"/>
              </a:spcAft>
              <a:buClr>
                <a:schemeClr val="accent2"/>
              </a:buClr>
              <a:buSzPts val="2800"/>
              <a:buChar char="●"/>
              <a:defRPr sz="2800">
                <a:solidFill>
                  <a:schemeClr val="accent2"/>
                </a:solidFill>
              </a:defRPr>
            </a:lvl4pPr>
            <a:lvl5pPr indent="-406400" lvl="4" marL="2286000" algn="l">
              <a:lnSpc>
                <a:spcPct val="100000"/>
              </a:lnSpc>
              <a:spcBef>
                <a:spcPts val="0"/>
              </a:spcBef>
              <a:spcAft>
                <a:spcPts val="0"/>
              </a:spcAft>
              <a:buClr>
                <a:schemeClr val="accent2"/>
              </a:buClr>
              <a:buSzPts val="2800"/>
              <a:buChar char="○"/>
              <a:defRPr sz="2800">
                <a:solidFill>
                  <a:schemeClr val="accent2"/>
                </a:solidFill>
              </a:defRPr>
            </a:lvl5pPr>
            <a:lvl6pPr indent="-406400" lvl="5" marL="2743200" algn="l">
              <a:lnSpc>
                <a:spcPct val="100000"/>
              </a:lnSpc>
              <a:spcBef>
                <a:spcPts val="0"/>
              </a:spcBef>
              <a:spcAft>
                <a:spcPts val="0"/>
              </a:spcAft>
              <a:buClr>
                <a:schemeClr val="accent2"/>
              </a:buClr>
              <a:buSzPts val="2800"/>
              <a:buChar char="■"/>
              <a:defRPr sz="2800">
                <a:solidFill>
                  <a:schemeClr val="accent2"/>
                </a:solidFill>
              </a:defRPr>
            </a:lvl6pPr>
            <a:lvl7pPr indent="-406400" lvl="6" marL="3200400" algn="l">
              <a:lnSpc>
                <a:spcPct val="100000"/>
              </a:lnSpc>
              <a:spcBef>
                <a:spcPts val="0"/>
              </a:spcBef>
              <a:spcAft>
                <a:spcPts val="0"/>
              </a:spcAft>
              <a:buClr>
                <a:schemeClr val="accent2"/>
              </a:buClr>
              <a:buSzPts val="2800"/>
              <a:buChar char="●"/>
              <a:defRPr sz="2800">
                <a:solidFill>
                  <a:schemeClr val="accent2"/>
                </a:solidFill>
              </a:defRPr>
            </a:lvl7pPr>
            <a:lvl8pPr indent="-406400" lvl="7" marL="3657600" algn="l">
              <a:lnSpc>
                <a:spcPct val="100000"/>
              </a:lnSpc>
              <a:spcBef>
                <a:spcPts val="0"/>
              </a:spcBef>
              <a:spcAft>
                <a:spcPts val="0"/>
              </a:spcAft>
              <a:buClr>
                <a:schemeClr val="accent2"/>
              </a:buClr>
              <a:buSzPts val="2800"/>
              <a:buChar char="○"/>
              <a:defRPr sz="2800">
                <a:solidFill>
                  <a:schemeClr val="accent2"/>
                </a:solidFill>
              </a:defRPr>
            </a:lvl8pPr>
            <a:lvl9pPr indent="-406400" lvl="8" marL="4114800" algn="l">
              <a:lnSpc>
                <a:spcPct val="100000"/>
              </a:lnSpc>
              <a:spcBef>
                <a:spcPts val="0"/>
              </a:spcBef>
              <a:spcAft>
                <a:spcPts val="0"/>
              </a:spcAft>
              <a:buClr>
                <a:schemeClr val="accent2"/>
              </a:buClr>
              <a:buSzPts val="2800"/>
              <a:buChar char="■"/>
              <a:defRPr sz="2800">
                <a:solidFill>
                  <a:schemeClr val="accent2"/>
                </a:solidFill>
              </a:defRPr>
            </a:lvl9pPr>
          </a:lstStyle>
          <a:p/>
        </p:txBody>
      </p:sp>
      <p:sp>
        <p:nvSpPr>
          <p:cNvPr id="292" name="Google Shape;292;p54"/>
          <p:cNvSpPr txBox="1"/>
          <p:nvPr>
            <p:ph idx="15" type="body"/>
          </p:nvPr>
        </p:nvSpPr>
        <p:spPr>
          <a:xfrm>
            <a:off x="5481425" y="3680775"/>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3" name="Google Shape;293;p54"/>
          <p:cNvSpPr txBox="1"/>
          <p:nvPr>
            <p:ph idx="16" type="body"/>
          </p:nvPr>
        </p:nvSpPr>
        <p:spPr>
          <a:xfrm>
            <a:off x="5481425" y="3780825"/>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4" name="Google Shape;294;p54"/>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bg>
      <p:bgPr>
        <a:solidFill>
          <a:schemeClr val="accent6"/>
        </a:solidFill>
      </p:bgPr>
    </p:bg>
    <p:spTree>
      <p:nvGrpSpPr>
        <p:cNvPr id="295" name="Shape 295"/>
        <p:cNvGrpSpPr/>
        <p:nvPr/>
      </p:nvGrpSpPr>
      <p:grpSpPr>
        <a:xfrm>
          <a:off x="0" y="0"/>
          <a:ext cx="0" cy="0"/>
          <a:chOff x="0" y="0"/>
          <a:chExt cx="0" cy="0"/>
        </a:xfrm>
      </p:grpSpPr>
      <p:sp>
        <p:nvSpPr>
          <p:cNvPr id="296" name="Google Shape;296;p55"/>
          <p:cNvSpPr txBox="1"/>
          <p:nvPr>
            <p:ph idx="1" type="body"/>
          </p:nvPr>
        </p:nvSpPr>
        <p:spPr>
          <a:xfrm>
            <a:off x="79115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7" name="Google Shape;297;p55"/>
          <p:cNvSpPr txBox="1"/>
          <p:nvPr>
            <p:ph idx="2" type="body"/>
          </p:nvPr>
        </p:nvSpPr>
        <p:spPr>
          <a:xfrm>
            <a:off x="7911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98" name="Google Shape;298;p55"/>
          <p:cNvCxnSpPr/>
          <p:nvPr/>
        </p:nvCxnSpPr>
        <p:spPr>
          <a:xfrm rot="10800000">
            <a:off x="827250" y="1481375"/>
            <a:ext cx="7489500" cy="0"/>
          </a:xfrm>
          <a:prstGeom prst="straightConnector1">
            <a:avLst/>
          </a:prstGeom>
          <a:noFill/>
          <a:ln cap="flat" cmpd="sng" w="19050">
            <a:solidFill>
              <a:schemeClr val="accent2"/>
            </a:solidFill>
            <a:prstDash val="solid"/>
            <a:round/>
            <a:headEnd len="sm" w="sm" type="none"/>
            <a:tailEnd len="sm" w="sm" type="none"/>
          </a:ln>
        </p:spPr>
      </p:cxnSp>
      <p:sp>
        <p:nvSpPr>
          <p:cNvPr id="299" name="Google Shape;299;p55"/>
          <p:cNvSpPr/>
          <p:nvPr>
            <p:ph idx="3" type="pic"/>
          </p:nvPr>
        </p:nvSpPr>
        <p:spPr>
          <a:xfrm>
            <a:off x="7049625" y="523025"/>
            <a:ext cx="1305900" cy="1918500"/>
          </a:xfrm>
          <a:prstGeom prst="roundRect">
            <a:avLst>
              <a:gd fmla="val 16667" name="adj"/>
            </a:avLst>
          </a:prstGeom>
          <a:noFill/>
          <a:ln>
            <a:noFill/>
          </a:ln>
        </p:spPr>
      </p:sp>
      <p:sp>
        <p:nvSpPr>
          <p:cNvPr id="300" name="Google Shape;300;p55"/>
          <p:cNvSpPr/>
          <p:nvPr>
            <p:ph idx="4" type="pic"/>
          </p:nvPr>
        </p:nvSpPr>
        <p:spPr>
          <a:xfrm>
            <a:off x="784775" y="522100"/>
            <a:ext cx="1305900" cy="1918500"/>
          </a:xfrm>
          <a:prstGeom prst="roundRect">
            <a:avLst>
              <a:gd fmla="val 16667" name="adj"/>
            </a:avLst>
          </a:prstGeom>
          <a:noFill/>
          <a:ln>
            <a:noFill/>
          </a:ln>
        </p:spPr>
      </p:sp>
      <p:sp>
        <p:nvSpPr>
          <p:cNvPr id="301" name="Google Shape;301;p55"/>
          <p:cNvSpPr/>
          <p:nvPr>
            <p:ph idx="5" type="pic"/>
          </p:nvPr>
        </p:nvSpPr>
        <p:spPr>
          <a:xfrm>
            <a:off x="2343950" y="523500"/>
            <a:ext cx="1305900" cy="1918500"/>
          </a:xfrm>
          <a:prstGeom prst="roundRect">
            <a:avLst>
              <a:gd fmla="val 16667" name="adj"/>
            </a:avLst>
          </a:prstGeom>
          <a:noFill/>
          <a:ln>
            <a:noFill/>
          </a:ln>
        </p:spPr>
      </p:sp>
      <p:sp>
        <p:nvSpPr>
          <p:cNvPr id="302" name="Google Shape;302;p55"/>
          <p:cNvSpPr/>
          <p:nvPr>
            <p:ph idx="6" type="pic"/>
          </p:nvPr>
        </p:nvSpPr>
        <p:spPr>
          <a:xfrm>
            <a:off x="3915213" y="523500"/>
            <a:ext cx="1305900" cy="1918500"/>
          </a:xfrm>
          <a:prstGeom prst="roundRect">
            <a:avLst>
              <a:gd fmla="val 16667" name="adj"/>
            </a:avLst>
          </a:prstGeom>
          <a:noFill/>
          <a:ln>
            <a:noFill/>
          </a:ln>
        </p:spPr>
      </p:sp>
      <p:sp>
        <p:nvSpPr>
          <p:cNvPr id="303" name="Google Shape;303;p55"/>
          <p:cNvSpPr/>
          <p:nvPr>
            <p:ph idx="7" type="pic"/>
          </p:nvPr>
        </p:nvSpPr>
        <p:spPr>
          <a:xfrm>
            <a:off x="5490975" y="523500"/>
            <a:ext cx="1305900" cy="1918500"/>
          </a:xfrm>
          <a:prstGeom prst="roundRect">
            <a:avLst>
              <a:gd fmla="val 16667" name="adj"/>
            </a:avLst>
          </a:prstGeom>
          <a:noFill/>
          <a:ln>
            <a:noFill/>
          </a:ln>
        </p:spPr>
      </p:sp>
      <p:sp>
        <p:nvSpPr>
          <p:cNvPr id="304" name="Google Shape;304;p55"/>
          <p:cNvSpPr txBox="1"/>
          <p:nvPr>
            <p:ph idx="8" type="body"/>
          </p:nvPr>
        </p:nvSpPr>
        <p:spPr>
          <a:xfrm>
            <a:off x="5481425" y="4112700"/>
            <a:ext cx="28776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05" name="Google Shape;305;p55"/>
          <p:cNvSpPr txBox="1"/>
          <p:nvPr>
            <p:ph idx="9" type="subTitle"/>
          </p:nvPr>
        </p:nvSpPr>
        <p:spPr>
          <a:xfrm>
            <a:off x="5481425" y="3897300"/>
            <a:ext cx="2877600" cy="21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306" name="Google Shape;306;p55"/>
          <p:cNvSpPr txBox="1"/>
          <p:nvPr>
            <p:ph idx="13" type="body"/>
          </p:nvPr>
        </p:nvSpPr>
        <p:spPr>
          <a:xfrm>
            <a:off x="234950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7" name="Google Shape;307;p55"/>
          <p:cNvSpPr txBox="1"/>
          <p:nvPr>
            <p:ph idx="14" type="body"/>
          </p:nvPr>
        </p:nvSpPr>
        <p:spPr>
          <a:xfrm>
            <a:off x="234950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8" name="Google Shape;308;p55"/>
          <p:cNvSpPr txBox="1"/>
          <p:nvPr>
            <p:ph idx="15" type="body"/>
          </p:nvPr>
        </p:nvSpPr>
        <p:spPr>
          <a:xfrm>
            <a:off x="390785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9" name="Google Shape;309;p55"/>
          <p:cNvSpPr txBox="1"/>
          <p:nvPr>
            <p:ph idx="16" type="body"/>
          </p:nvPr>
        </p:nvSpPr>
        <p:spPr>
          <a:xfrm>
            <a:off x="390785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0" name="Google Shape;310;p55"/>
          <p:cNvSpPr txBox="1"/>
          <p:nvPr>
            <p:ph idx="17" type="body"/>
          </p:nvPr>
        </p:nvSpPr>
        <p:spPr>
          <a:xfrm>
            <a:off x="5496525"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1" name="Google Shape;311;p55"/>
          <p:cNvSpPr txBox="1"/>
          <p:nvPr>
            <p:ph idx="18" type="body"/>
          </p:nvPr>
        </p:nvSpPr>
        <p:spPr>
          <a:xfrm>
            <a:off x="5496525"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2" name="Google Shape;312;p55"/>
          <p:cNvSpPr txBox="1"/>
          <p:nvPr>
            <p:ph idx="19" type="body"/>
          </p:nvPr>
        </p:nvSpPr>
        <p:spPr>
          <a:xfrm>
            <a:off x="7085200" y="2615450"/>
            <a:ext cx="1294800" cy="100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3" name="Google Shape;313;p55"/>
          <p:cNvSpPr txBox="1"/>
          <p:nvPr>
            <p:ph idx="20" type="body"/>
          </p:nvPr>
        </p:nvSpPr>
        <p:spPr>
          <a:xfrm>
            <a:off x="7085200" y="2715500"/>
            <a:ext cx="1294800" cy="223200"/>
          </a:xfrm>
          <a:prstGeom prst="rect">
            <a:avLst/>
          </a:prstGeom>
          <a:noFill/>
          <a:ln>
            <a:noFill/>
          </a:ln>
        </p:spPr>
        <p:txBody>
          <a:bodyPr anchorCtr="0" anchor="t" bIns="0" lIns="0" spcFirstLastPara="1" rIns="0" wrap="square" tIns="0">
            <a:noAutofit/>
          </a:bodyPr>
          <a:lstStyle>
            <a:lvl1pPr indent="-273050" lvl="0" marL="457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lgn="l">
              <a:lnSpc>
                <a:spcPct val="100000"/>
              </a:lnSpc>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4" name="Google Shape;314;p55"/>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315" name="Shape 315"/>
        <p:cNvGrpSpPr/>
        <p:nvPr/>
      </p:nvGrpSpPr>
      <p:grpSpPr>
        <a:xfrm>
          <a:off x="0" y="0"/>
          <a:ext cx="0" cy="0"/>
          <a:chOff x="0" y="0"/>
          <a:chExt cx="0" cy="0"/>
        </a:xfrm>
      </p:grpSpPr>
      <p:sp>
        <p:nvSpPr>
          <p:cNvPr id="316" name="Google Shape;316;p56"/>
          <p:cNvSpPr txBox="1"/>
          <p:nvPr>
            <p:ph idx="1" type="body"/>
          </p:nvPr>
        </p:nvSpPr>
        <p:spPr>
          <a:xfrm>
            <a:off x="3133000" y="514275"/>
            <a:ext cx="3890700" cy="5052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17" name="Google Shape;317;p56"/>
          <p:cNvSpPr txBox="1"/>
          <p:nvPr>
            <p:ph idx="2" type="body"/>
          </p:nvPr>
        </p:nvSpPr>
        <p:spPr>
          <a:xfrm>
            <a:off x="657679" y="436194"/>
            <a:ext cx="2278800" cy="1985100"/>
          </a:xfrm>
          <a:prstGeom prst="rect">
            <a:avLst/>
          </a:prstGeom>
          <a:noFill/>
          <a:ln>
            <a:noFill/>
          </a:ln>
        </p:spPr>
        <p:txBody>
          <a:bodyPr anchorCtr="0" anchor="t" bIns="91425" lIns="91425" spcFirstLastPara="1" rIns="91425" wrap="square" tIns="91425">
            <a:noAutofit/>
          </a:bodyPr>
          <a:lstStyle>
            <a:lvl1pPr indent="-406400" lvl="0" marL="457200" algn="l">
              <a:lnSpc>
                <a:spcPct val="80000"/>
              </a:lnSpc>
              <a:spcBef>
                <a:spcPts val="0"/>
              </a:spcBef>
              <a:spcAft>
                <a:spcPts val="0"/>
              </a:spcAft>
              <a:buClr>
                <a:schemeClr val="accent2"/>
              </a:buClr>
              <a:buSzPts val="2800"/>
              <a:buChar char="●"/>
              <a:defRPr sz="2800">
                <a:solidFill>
                  <a:schemeClr val="accent2"/>
                </a:solidFill>
              </a:defRPr>
            </a:lvl1pPr>
            <a:lvl2pPr indent="-406400" lvl="1" marL="914400" algn="l">
              <a:lnSpc>
                <a:spcPct val="80000"/>
              </a:lnSpc>
              <a:spcBef>
                <a:spcPts val="0"/>
              </a:spcBef>
              <a:spcAft>
                <a:spcPts val="0"/>
              </a:spcAft>
              <a:buClr>
                <a:schemeClr val="accent2"/>
              </a:buClr>
              <a:buSzPts val="2800"/>
              <a:buChar char="○"/>
              <a:defRPr sz="2800">
                <a:solidFill>
                  <a:schemeClr val="accent2"/>
                </a:solidFill>
              </a:defRPr>
            </a:lvl2pPr>
            <a:lvl3pPr indent="-406400" lvl="2" marL="1371600" algn="l">
              <a:lnSpc>
                <a:spcPct val="80000"/>
              </a:lnSpc>
              <a:spcBef>
                <a:spcPts val="0"/>
              </a:spcBef>
              <a:spcAft>
                <a:spcPts val="0"/>
              </a:spcAft>
              <a:buClr>
                <a:schemeClr val="accent2"/>
              </a:buClr>
              <a:buSzPts val="2800"/>
              <a:buChar char="■"/>
              <a:defRPr sz="2800">
                <a:solidFill>
                  <a:schemeClr val="accent2"/>
                </a:solidFill>
              </a:defRPr>
            </a:lvl3pPr>
            <a:lvl4pPr indent="-406400" lvl="3" marL="1828800" algn="l">
              <a:lnSpc>
                <a:spcPct val="80000"/>
              </a:lnSpc>
              <a:spcBef>
                <a:spcPts val="0"/>
              </a:spcBef>
              <a:spcAft>
                <a:spcPts val="0"/>
              </a:spcAft>
              <a:buClr>
                <a:schemeClr val="accent2"/>
              </a:buClr>
              <a:buSzPts val="2800"/>
              <a:buChar char="●"/>
              <a:defRPr sz="2800">
                <a:solidFill>
                  <a:schemeClr val="accent2"/>
                </a:solidFill>
              </a:defRPr>
            </a:lvl4pPr>
            <a:lvl5pPr indent="-406400" lvl="4" marL="2286000" algn="l">
              <a:lnSpc>
                <a:spcPct val="80000"/>
              </a:lnSpc>
              <a:spcBef>
                <a:spcPts val="0"/>
              </a:spcBef>
              <a:spcAft>
                <a:spcPts val="0"/>
              </a:spcAft>
              <a:buClr>
                <a:schemeClr val="accent2"/>
              </a:buClr>
              <a:buSzPts val="2800"/>
              <a:buChar char="○"/>
              <a:defRPr sz="2800">
                <a:solidFill>
                  <a:schemeClr val="accent2"/>
                </a:solidFill>
              </a:defRPr>
            </a:lvl5pPr>
            <a:lvl6pPr indent="-406400" lvl="5" marL="2743200" algn="l">
              <a:lnSpc>
                <a:spcPct val="80000"/>
              </a:lnSpc>
              <a:spcBef>
                <a:spcPts val="0"/>
              </a:spcBef>
              <a:spcAft>
                <a:spcPts val="0"/>
              </a:spcAft>
              <a:buClr>
                <a:schemeClr val="accent2"/>
              </a:buClr>
              <a:buSzPts val="2800"/>
              <a:buChar char="■"/>
              <a:defRPr sz="2800">
                <a:solidFill>
                  <a:schemeClr val="accent2"/>
                </a:solidFill>
              </a:defRPr>
            </a:lvl6pPr>
            <a:lvl7pPr indent="-406400" lvl="6" marL="3200400" algn="l">
              <a:lnSpc>
                <a:spcPct val="80000"/>
              </a:lnSpc>
              <a:spcBef>
                <a:spcPts val="0"/>
              </a:spcBef>
              <a:spcAft>
                <a:spcPts val="0"/>
              </a:spcAft>
              <a:buClr>
                <a:schemeClr val="accent2"/>
              </a:buClr>
              <a:buSzPts val="2800"/>
              <a:buChar char="●"/>
              <a:defRPr sz="2800">
                <a:solidFill>
                  <a:schemeClr val="accent2"/>
                </a:solidFill>
              </a:defRPr>
            </a:lvl7pPr>
            <a:lvl8pPr indent="-406400" lvl="7" marL="3657600" algn="l">
              <a:lnSpc>
                <a:spcPct val="80000"/>
              </a:lnSpc>
              <a:spcBef>
                <a:spcPts val="0"/>
              </a:spcBef>
              <a:spcAft>
                <a:spcPts val="0"/>
              </a:spcAft>
              <a:buClr>
                <a:schemeClr val="accent2"/>
              </a:buClr>
              <a:buSzPts val="2800"/>
              <a:buChar char="○"/>
              <a:defRPr sz="2800">
                <a:solidFill>
                  <a:schemeClr val="accent2"/>
                </a:solidFill>
              </a:defRPr>
            </a:lvl8pPr>
            <a:lvl9pPr indent="-406400" lvl="8" marL="4114800" algn="l">
              <a:lnSpc>
                <a:spcPct val="80000"/>
              </a:lnSpc>
              <a:spcBef>
                <a:spcPts val="0"/>
              </a:spcBef>
              <a:spcAft>
                <a:spcPts val="0"/>
              </a:spcAft>
              <a:buClr>
                <a:schemeClr val="accent2"/>
              </a:buClr>
              <a:buSzPts val="2800"/>
              <a:buChar char="■"/>
              <a:defRPr sz="2800">
                <a:solidFill>
                  <a:schemeClr val="accent2"/>
                </a:solidFill>
              </a:defRPr>
            </a:lvl9pPr>
          </a:lstStyle>
          <a:p/>
        </p:txBody>
      </p:sp>
      <p:sp>
        <p:nvSpPr>
          <p:cNvPr id="318" name="Google Shape;318;p56"/>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bg>
      <p:bgPr>
        <a:solidFill>
          <a:schemeClr val="dk1"/>
        </a:solidFill>
      </p:bgPr>
    </p:bg>
    <p:spTree>
      <p:nvGrpSpPr>
        <p:cNvPr id="319" name="Shape 319"/>
        <p:cNvGrpSpPr/>
        <p:nvPr/>
      </p:nvGrpSpPr>
      <p:grpSpPr>
        <a:xfrm>
          <a:off x="0" y="0"/>
          <a:ext cx="0" cy="0"/>
          <a:chOff x="0" y="0"/>
          <a:chExt cx="0" cy="0"/>
        </a:xfrm>
      </p:grpSpPr>
      <p:sp>
        <p:nvSpPr>
          <p:cNvPr id="320" name="Google Shape;320;p57"/>
          <p:cNvSpPr txBox="1"/>
          <p:nvPr>
            <p:ph idx="1" type="body"/>
          </p:nvPr>
        </p:nvSpPr>
        <p:spPr>
          <a:xfrm>
            <a:off x="569725" y="3435300"/>
            <a:ext cx="2884200" cy="1185300"/>
          </a:xfrm>
          <a:prstGeom prst="rect">
            <a:avLst/>
          </a:prstGeom>
          <a:noFill/>
          <a:ln>
            <a:noFill/>
          </a:ln>
        </p:spPr>
        <p:txBody>
          <a:bodyPr anchorCtr="0" anchor="b" bIns="0" lIns="0" spcFirstLastPara="1" rIns="0" wrap="square" tIns="0">
            <a:noAutofit/>
          </a:bodyPr>
          <a:lstStyle>
            <a:lvl1pPr indent="-298450" lvl="0" marL="457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lgn="l">
              <a:lnSpc>
                <a:spcPct val="100000"/>
              </a:lnSpc>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lgn="l">
              <a:lnSpc>
                <a:spcPct val="100000"/>
              </a:lnSpc>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21" name="Google Shape;321;p57"/>
          <p:cNvSpPr txBox="1"/>
          <p:nvPr>
            <p:ph idx="2" type="subTitle"/>
          </p:nvPr>
        </p:nvSpPr>
        <p:spPr>
          <a:xfrm>
            <a:off x="466802" y="445100"/>
            <a:ext cx="2403600" cy="537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lgn="l">
              <a:lnSpc>
                <a:spcPct val="100000"/>
              </a:lnSpc>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322" name="Google Shape;322;p57"/>
          <p:cNvSpPr txBox="1"/>
          <p:nvPr>
            <p:ph idx="12" type="sldNum"/>
          </p:nvPr>
        </p:nvSpPr>
        <p:spPr>
          <a:xfrm>
            <a:off x="8490529" y="250829"/>
            <a:ext cx="348900" cy="1782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1pPr>
            <a:lvl2pPr indent="0" lvl="1"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2pPr>
            <a:lvl3pPr indent="0" lvl="2"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3pPr>
            <a:lvl4pPr indent="0" lvl="3"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4pPr>
            <a:lvl5pPr indent="0" lvl="4"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5pPr>
            <a:lvl6pPr indent="0" lvl="5"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6pPr>
            <a:lvl7pPr indent="0" lvl="6"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7pPr>
            <a:lvl8pPr indent="0" lvl="7"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8pPr>
            <a:lvl9pPr indent="0" lvl="8" marL="0" marR="0" algn="r">
              <a:lnSpc>
                <a:spcPct val="100000"/>
              </a:lnSpc>
              <a:spcBef>
                <a:spcPts val="0"/>
              </a:spcBef>
              <a:spcAft>
                <a:spcPts val="0"/>
              </a:spcAft>
              <a:buClr>
                <a:srgbClr val="000000"/>
              </a:buClr>
              <a:buSzPts val="1100"/>
              <a:buFont typeface="Arial"/>
              <a:buNone/>
              <a:defRPr b="0" i="0" sz="1100" u="none" cap="none" strike="noStrike">
                <a:solidFill>
                  <a:schemeClr val="accent2"/>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5">
    <p:spTree>
      <p:nvGrpSpPr>
        <p:cNvPr id="323" name="Shape 323"/>
        <p:cNvGrpSpPr/>
        <p:nvPr/>
      </p:nvGrpSpPr>
      <p:grpSpPr>
        <a:xfrm>
          <a:off x="0" y="0"/>
          <a:ext cx="0" cy="0"/>
          <a:chOff x="0" y="0"/>
          <a:chExt cx="0" cy="0"/>
        </a:xfrm>
      </p:grpSpPr>
      <p:sp>
        <p:nvSpPr>
          <p:cNvPr id="324" name="Google Shape;324;g342d93776e7_0_6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25" name="Google Shape;325;g342d93776e7_0_6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26" name="Google Shape;326;g342d93776e7_0_6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6">
    <p:spTree>
      <p:nvGrpSpPr>
        <p:cNvPr id="327" name="Shape 327"/>
        <p:cNvGrpSpPr/>
        <p:nvPr/>
      </p:nvGrpSpPr>
      <p:grpSpPr>
        <a:xfrm>
          <a:off x="0" y="0"/>
          <a:ext cx="0" cy="0"/>
          <a:chOff x="0" y="0"/>
          <a:chExt cx="0" cy="0"/>
        </a:xfrm>
      </p:grpSpPr>
      <p:sp>
        <p:nvSpPr>
          <p:cNvPr id="328" name="Google Shape;328;g342d93776e7_0_15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29" name="Google Shape;329;g342d93776e7_0_15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0" name="Google Shape;330;g342d93776e7_0_15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8" Type="http://schemas.openxmlformats.org/officeDocument/2006/relationships/theme" Target="../theme/theme2.xml"/><Relationship Id="rId25" Type="http://schemas.openxmlformats.org/officeDocument/2006/relationships/slideLayout" Target="../slideLayouts/slideLayout25.xml"/><Relationship Id="rId47" Type="http://schemas.openxmlformats.org/officeDocument/2006/relationships/slideLayout" Target="../slideLayouts/slideLayout47.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600"/>
              <a:buFont typeface="Hepta Slab"/>
              <a:buNone/>
              <a:defRPr b="0" i="0" sz="3600" u="none" cap="none" strike="noStrike">
                <a:solidFill>
                  <a:schemeClr val="dk1"/>
                </a:solidFill>
                <a:latin typeface="Hepta Slab"/>
                <a:ea typeface="Hepta Slab"/>
                <a:cs typeface="Hepta Slab"/>
                <a:sym typeface="Hepta Slab"/>
              </a:defRPr>
            </a:lvl1pPr>
            <a:lvl2pPr lvl="1"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2pPr>
            <a:lvl3pPr lvl="2"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3pPr>
            <a:lvl4pPr lvl="3"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4pPr>
            <a:lvl5pPr lvl="4"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5pPr>
            <a:lvl6pPr lvl="5"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6pPr>
            <a:lvl7pPr lvl="6"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7pPr>
            <a:lvl8pPr lvl="7"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8pPr>
            <a:lvl9pPr lvl="8" marR="0" rtl="0" algn="l">
              <a:lnSpc>
                <a:spcPct val="100000"/>
              </a:lnSpc>
              <a:spcBef>
                <a:spcPts val="0"/>
              </a:spcBef>
              <a:spcAft>
                <a:spcPts val="0"/>
              </a:spcAft>
              <a:buClr>
                <a:srgbClr val="000000"/>
              </a:buClr>
              <a:buSzPts val="1400"/>
              <a:buFont typeface="Hepta Slab"/>
              <a:buNone/>
              <a:defRPr b="0" i="0" sz="1400" u="none" cap="none" strike="noStrike">
                <a:solidFill>
                  <a:srgbClr val="000000"/>
                </a:solidFill>
                <a:latin typeface="Hepta Slab"/>
                <a:ea typeface="Hepta Slab"/>
                <a:cs typeface="Hepta Slab"/>
                <a:sym typeface="Hepta Slab"/>
              </a:defRPr>
            </a:lvl9pPr>
          </a:lstStyle>
          <a:p/>
        </p:txBody>
      </p:sp>
      <p:sp>
        <p:nvSpPr>
          <p:cNvPr id="7" name="Google Shape;7;p12"/>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marR="0" rtl="0" algn="l">
              <a:lnSpc>
                <a:spcPct val="100000"/>
              </a:lnSpc>
              <a:spcBef>
                <a:spcPts val="0"/>
              </a:spcBef>
              <a:spcAft>
                <a:spcPts val="0"/>
              </a:spcAft>
              <a:buClr>
                <a:schemeClr val="dk1"/>
              </a:buClr>
              <a:buSzPts val="1500"/>
              <a:buFont typeface="Barlow Light"/>
              <a:buChar char="●"/>
              <a:defRPr b="0" i="0" sz="1500" u="none" cap="none" strike="noStrike">
                <a:solidFill>
                  <a:schemeClr val="dk1"/>
                </a:solidFill>
                <a:latin typeface="Barlow Light"/>
                <a:ea typeface="Barlow Light"/>
                <a:cs typeface="Barlow Light"/>
                <a:sym typeface="Barlow Light"/>
              </a:defRPr>
            </a:lvl1pPr>
            <a:lvl2pPr indent="-317500" lvl="1" marL="914400" marR="0" rtl="0" algn="l">
              <a:lnSpc>
                <a:spcPct val="100000"/>
              </a:lnSpc>
              <a:spcBef>
                <a:spcPts val="0"/>
              </a:spcBef>
              <a:spcAft>
                <a:spcPts val="0"/>
              </a:spcAft>
              <a:buClr>
                <a:schemeClr val="dk1"/>
              </a:buClr>
              <a:buSzPts val="1400"/>
              <a:buFont typeface="Barlow Light"/>
              <a:buChar char="○"/>
              <a:defRPr b="0" i="0" sz="1400" u="none" cap="none" strike="noStrike">
                <a:solidFill>
                  <a:schemeClr val="dk1"/>
                </a:solidFill>
                <a:latin typeface="Barlow Light"/>
                <a:ea typeface="Barlow Light"/>
                <a:cs typeface="Barlow Light"/>
                <a:sym typeface="Barlow Light"/>
              </a:defRPr>
            </a:lvl2pPr>
            <a:lvl3pPr indent="-311150" lvl="2" marL="1371600" marR="0" rtl="0" algn="l">
              <a:lnSpc>
                <a:spcPct val="100000"/>
              </a:lnSpc>
              <a:spcBef>
                <a:spcPts val="0"/>
              </a:spcBef>
              <a:spcAft>
                <a:spcPts val="0"/>
              </a:spcAft>
              <a:buClr>
                <a:schemeClr val="dk1"/>
              </a:buClr>
              <a:buSzPts val="1300"/>
              <a:buFont typeface="Barlow Light"/>
              <a:buChar char="■"/>
              <a:defRPr b="0" i="0" sz="1300" u="none" cap="none" strike="noStrike">
                <a:solidFill>
                  <a:schemeClr val="dk1"/>
                </a:solidFill>
                <a:latin typeface="Barlow Light"/>
                <a:ea typeface="Barlow Light"/>
                <a:cs typeface="Barlow Light"/>
                <a:sym typeface="Barlow Light"/>
              </a:defRPr>
            </a:lvl3pPr>
            <a:lvl4pPr indent="-304800" lvl="3" marL="1828800" marR="0" rtl="0" algn="l">
              <a:lnSpc>
                <a:spcPct val="100000"/>
              </a:lnSpc>
              <a:spcBef>
                <a:spcPts val="0"/>
              </a:spcBef>
              <a:spcAft>
                <a:spcPts val="0"/>
              </a:spcAft>
              <a:buClr>
                <a:schemeClr val="dk1"/>
              </a:buClr>
              <a:buSzPts val="1200"/>
              <a:buFont typeface="Barlow Light"/>
              <a:buChar char="●"/>
              <a:defRPr b="0" i="0" sz="1200" u="none" cap="none" strike="noStrike">
                <a:solidFill>
                  <a:schemeClr val="dk1"/>
                </a:solidFill>
                <a:latin typeface="Barlow Light"/>
                <a:ea typeface="Barlow Light"/>
                <a:cs typeface="Barlow Light"/>
                <a:sym typeface="Barlow Light"/>
              </a:defRPr>
            </a:lvl4pPr>
            <a:lvl5pPr indent="-298450" lvl="4" marL="2286000" marR="0" rtl="0" algn="l">
              <a:lnSpc>
                <a:spcPct val="100000"/>
              </a:lnSpc>
              <a:spcBef>
                <a:spcPts val="0"/>
              </a:spcBef>
              <a:spcAft>
                <a:spcPts val="0"/>
              </a:spcAft>
              <a:buClr>
                <a:schemeClr val="dk1"/>
              </a:buClr>
              <a:buSzPts val="1100"/>
              <a:buFont typeface="Barlow Light"/>
              <a:buChar char="○"/>
              <a:defRPr b="0" i="0" sz="1100" u="none" cap="none" strike="noStrike">
                <a:solidFill>
                  <a:schemeClr val="dk1"/>
                </a:solidFill>
                <a:latin typeface="Barlow Light"/>
                <a:ea typeface="Barlow Light"/>
                <a:cs typeface="Barlow Light"/>
                <a:sym typeface="Barlow Light"/>
              </a:defRPr>
            </a:lvl5pPr>
            <a:lvl6pPr indent="-292100" lvl="5" marL="2743200" marR="0" rtl="0" algn="l">
              <a:lnSpc>
                <a:spcPct val="100000"/>
              </a:lnSpc>
              <a:spcBef>
                <a:spcPts val="0"/>
              </a:spcBef>
              <a:spcAft>
                <a:spcPts val="0"/>
              </a:spcAft>
              <a:buClr>
                <a:schemeClr val="dk1"/>
              </a:buClr>
              <a:buSzPts val="1000"/>
              <a:buFont typeface="Barlow Light"/>
              <a:buChar char="■"/>
              <a:defRPr b="0" i="0" sz="1000" u="none" cap="none" strike="noStrike">
                <a:solidFill>
                  <a:schemeClr val="dk1"/>
                </a:solidFill>
                <a:latin typeface="Barlow Light"/>
                <a:ea typeface="Barlow Light"/>
                <a:cs typeface="Barlow Light"/>
                <a:sym typeface="Barlow Light"/>
              </a:defRPr>
            </a:lvl6pPr>
            <a:lvl7pPr indent="-285750" lvl="6" marL="3200400" marR="0" rtl="0" algn="l">
              <a:lnSpc>
                <a:spcPct val="100000"/>
              </a:lnSpc>
              <a:spcBef>
                <a:spcPts val="0"/>
              </a:spcBef>
              <a:spcAft>
                <a:spcPts val="0"/>
              </a:spcAft>
              <a:buClr>
                <a:schemeClr val="dk1"/>
              </a:buClr>
              <a:buSzPts val="900"/>
              <a:buFont typeface="Barlow Light"/>
              <a:buChar char="●"/>
              <a:defRPr b="0" i="0" sz="900" u="none" cap="none" strike="noStrike">
                <a:solidFill>
                  <a:schemeClr val="dk1"/>
                </a:solidFill>
                <a:latin typeface="Barlow Light"/>
                <a:ea typeface="Barlow Light"/>
                <a:cs typeface="Barlow Light"/>
                <a:sym typeface="Barlow Light"/>
              </a:defRPr>
            </a:lvl7pPr>
            <a:lvl8pPr indent="-279400" lvl="7" marL="3657600" marR="0" rtl="0" algn="l">
              <a:lnSpc>
                <a:spcPct val="100000"/>
              </a:lnSpc>
              <a:spcBef>
                <a:spcPts val="0"/>
              </a:spcBef>
              <a:spcAft>
                <a:spcPts val="0"/>
              </a:spcAft>
              <a:buClr>
                <a:schemeClr val="dk1"/>
              </a:buClr>
              <a:buSzPts val="800"/>
              <a:buFont typeface="Barlow Light"/>
              <a:buChar char="○"/>
              <a:defRPr b="0" i="0" sz="800" u="none" cap="none" strike="noStrike">
                <a:solidFill>
                  <a:schemeClr val="dk1"/>
                </a:solidFill>
                <a:latin typeface="Barlow Light"/>
                <a:ea typeface="Barlow Light"/>
                <a:cs typeface="Barlow Light"/>
                <a:sym typeface="Barlow Light"/>
              </a:defRPr>
            </a:lvl8pPr>
            <a:lvl9pPr indent="-273050" lvl="8" marL="4114800" marR="0" rtl="0" algn="l">
              <a:lnSpc>
                <a:spcPct val="100000"/>
              </a:lnSpc>
              <a:spcBef>
                <a:spcPts val="0"/>
              </a:spcBef>
              <a:spcAft>
                <a:spcPts val="0"/>
              </a:spcAft>
              <a:buClr>
                <a:schemeClr val="dk1"/>
              </a:buClr>
              <a:buSzPts val="700"/>
              <a:buFont typeface="Barlow Light"/>
              <a:buChar char="■"/>
              <a:defRPr b="0" i="0" sz="800" u="none" cap="none" strike="noStrike">
                <a:solidFill>
                  <a:schemeClr val="dk1"/>
                </a:solidFill>
                <a:latin typeface="Barlow Light"/>
                <a:ea typeface="Barlow Light"/>
                <a:cs typeface="Barlow Light"/>
                <a:sym typeface="Barlow Light"/>
              </a:defRPr>
            </a:lvl9pPr>
          </a:lstStyle>
          <a:p/>
        </p:txBody>
      </p:sp>
      <p:sp>
        <p:nvSpPr>
          <p:cNvPr id="8" name="Google Shape;8;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
          <p:cNvSpPr txBox="1"/>
          <p:nvPr>
            <p:ph type="title"/>
          </p:nvPr>
        </p:nvSpPr>
        <p:spPr>
          <a:xfrm>
            <a:off x="632850" y="1124700"/>
            <a:ext cx="7878300" cy="174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None/>
            </a:pPr>
            <a:r>
              <a:rPr lang="en" sz="5200">
                <a:latin typeface="Arial"/>
                <a:ea typeface="Arial"/>
                <a:cs typeface="Arial"/>
                <a:sym typeface="Arial"/>
              </a:rPr>
              <a:t>Introduction of SQA</a:t>
            </a:r>
            <a:endParaRPr/>
          </a:p>
        </p:txBody>
      </p:sp>
      <p:sp>
        <p:nvSpPr>
          <p:cNvPr id="336" name="Google Shape;336;p1"/>
          <p:cNvSpPr txBox="1"/>
          <p:nvPr>
            <p:ph idx="2" type="subTitle"/>
          </p:nvPr>
        </p:nvSpPr>
        <p:spPr>
          <a:xfrm>
            <a:off x="2689200" y="2104350"/>
            <a:ext cx="3765600" cy="934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None/>
            </a:pPr>
            <a:r>
              <a:rPr lang="en"/>
              <a:t>SQA: Manual &amp; Automated Testing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3400">
                <a:latin typeface="Arial"/>
                <a:ea typeface="Arial"/>
                <a:cs typeface="Arial"/>
                <a:sym typeface="Arial"/>
              </a:rPr>
              <a:t>SQA (Software Quality Assurance)</a:t>
            </a:r>
            <a:endParaRPr sz="3400"/>
          </a:p>
        </p:txBody>
      </p:sp>
      <p:sp>
        <p:nvSpPr>
          <p:cNvPr id="342" name="Google Shape;342;p2"/>
          <p:cNvSpPr txBox="1"/>
          <p:nvPr/>
        </p:nvSpPr>
        <p:spPr>
          <a:xfrm>
            <a:off x="384550" y="1077325"/>
            <a:ext cx="4187400" cy="36480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200000"/>
              </a:lnSpc>
              <a:spcBef>
                <a:spcPts val="0"/>
              </a:spcBef>
              <a:spcAft>
                <a:spcPts val="0"/>
              </a:spcAft>
              <a:buClr>
                <a:srgbClr val="FFFFFF"/>
              </a:buClr>
              <a:buSzPts val="1500"/>
              <a:buFont typeface="Arial"/>
              <a:buChar char="●"/>
            </a:pPr>
            <a:r>
              <a:rPr b="0" i="0" lang="en" sz="1500" u="none" cap="none" strike="noStrike">
                <a:solidFill>
                  <a:srgbClr val="FFFFFF"/>
                </a:solidFill>
                <a:latin typeface="Arial"/>
                <a:ea typeface="Arial"/>
                <a:cs typeface="Arial"/>
                <a:sym typeface="Arial"/>
              </a:rPr>
              <a:t>Systematic process in every phase of development.</a:t>
            </a:r>
            <a:endParaRPr b="0" i="0" sz="1500" u="none" cap="none" strike="noStrike">
              <a:solidFill>
                <a:srgbClr val="FFFFFF"/>
              </a:solidFill>
              <a:latin typeface="Arial"/>
              <a:ea typeface="Arial"/>
              <a:cs typeface="Arial"/>
              <a:sym typeface="Arial"/>
            </a:endParaRPr>
          </a:p>
          <a:p>
            <a:pPr indent="-323850" lvl="0" marL="457200" marR="0" rtl="0" algn="l">
              <a:lnSpc>
                <a:spcPct val="200000"/>
              </a:lnSpc>
              <a:spcBef>
                <a:spcPts val="0"/>
              </a:spcBef>
              <a:spcAft>
                <a:spcPts val="0"/>
              </a:spcAft>
              <a:buClr>
                <a:srgbClr val="FFFFFF"/>
              </a:buClr>
              <a:buSzPts val="1500"/>
              <a:buFont typeface="Arial"/>
              <a:buChar char="●"/>
            </a:pPr>
            <a:r>
              <a:rPr b="0" i="0" lang="en" sz="1500" u="none" cap="none" strike="noStrike">
                <a:solidFill>
                  <a:srgbClr val="FFFFFF"/>
                </a:solidFill>
                <a:latin typeface="Arial"/>
                <a:ea typeface="Arial"/>
                <a:cs typeface="Arial"/>
                <a:sym typeface="Arial"/>
              </a:rPr>
              <a:t>Evaluates </a:t>
            </a:r>
            <a:r>
              <a:rPr b="1" i="0" lang="en" sz="1500" u="none" cap="none" strike="noStrike">
                <a:solidFill>
                  <a:srgbClr val="FFFFFF"/>
                </a:solidFill>
                <a:latin typeface="Arial"/>
                <a:ea typeface="Arial"/>
                <a:cs typeface="Arial"/>
                <a:sym typeface="Arial"/>
              </a:rPr>
              <a:t>processes, methodologies, and tools</a:t>
            </a:r>
            <a:endParaRPr b="1" i="0" sz="1500" u="none" cap="none" strike="noStrike">
              <a:solidFill>
                <a:srgbClr val="FFFFFF"/>
              </a:solidFill>
              <a:latin typeface="Arial"/>
              <a:ea typeface="Arial"/>
              <a:cs typeface="Arial"/>
              <a:sym typeface="Arial"/>
            </a:endParaRPr>
          </a:p>
          <a:p>
            <a:pPr indent="-323850" lvl="0" marL="457200" marR="0" rtl="0" algn="l">
              <a:lnSpc>
                <a:spcPct val="200000"/>
              </a:lnSpc>
              <a:spcBef>
                <a:spcPts val="0"/>
              </a:spcBef>
              <a:spcAft>
                <a:spcPts val="0"/>
              </a:spcAft>
              <a:buClr>
                <a:srgbClr val="FFFFFF"/>
              </a:buClr>
              <a:buSzPts val="1500"/>
              <a:buFont typeface="Arial"/>
              <a:buChar char="●"/>
            </a:pPr>
            <a:r>
              <a:rPr b="0" i="0" lang="en" sz="1500" u="none" cap="none" strike="noStrike">
                <a:solidFill>
                  <a:srgbClr val="FFFFFF"/>
                </a:solidFill>
                <a:latin typeface="Arial"/>
                <a:ea typeface="Arial"/>
                <a:cs typeface="Arial"/>
                <a:sym typeface="Arial"/>
              </a:rPr>
              <a:t>Helps to ensure -</a:t>
            </a:r>
            <a:endParaRPr b="0" i="0" sz="1500" u="none" cap="none" strike="noStrike">
              <a:solidFill>
                <a:srgbClr val="FFFFFF"/>
              </a:solidFill>
              <a:latin typeface="Arial"/>
              <a:ea typeface="Arial"/>
              <a:cs typeface="Arial"/>
              <a:sym typeface="Arial"/>
            </a:endParaRPr>
          </a:p>
          <a:p>
            <a:pPr indent="-323850" lvl="1" marL="914400" marR="0" rtl="0" algn="l">
              <a:lnSpc>
                <a:spcPct val="200000"/>
              </a:lnSpc>
              <a:spcBef>
                <a:spcPts val="0"/>
              </a:spcBef>
              <a:spcAft>
                <a:spcPts val="0"/>
              </a:spcAft>
              <a:buClr>
                <a:srgbClr val="FFFFFF"/>
              </a:buClr>
              <a:buSzPts val="1500"/>
              <a:buFont typeface="Arial"/>
              <a:buChar char="○"/>
            </a:pPr>
            <a:r>
              <a:rPr b="0" i="0" lang="en" sz="1500" u="none" cap="none" strike="noStrike">
                <a:solidFill>
                  <a:srgbClr val="FFFFFF"/>
                </a:solidFill>
                <a:latin typeface="Arial"/>
                <a:ea typeface="Arial"/>
                <a:cs typeface="Arial"/>
                <a:sym typeface="Arial"/>
              </a:rPr>
              <a:t>Defect Prevention</a:t>
            </a:r>
            <a:endParaRPr b="0" i="0" sz="1500" u="none" cap="none" strike="noStrike">
              <a:solidFill>
                <a:srgbClr val="FFFFFF"/>
              </a:solidFill>
              <a:latin typeface="Arial"/>
              <a:ea typeface="Arial"/>
              <a:cs typeface="Arial"/>
              <a:sym typeface="Arial"/>
            </a:endParaRPr>
          </a:p>
          <a:p>
            <a:pPr indent="-323850" lvl="1" marL="914400" marR="0" rtl="0" algn="l">
              <a:lnSpc>
                <a:spcPct val="200000"/>
              </a:lnSpc>
              <a:spcBef>
                <a:spcPts val="0"/>
              </a:spcBef>
              <a:spcAft>
                <a:spcPts val="0"/>
              </a:spcAft>
              <a:buClr>
                <a:srgbClr val="FFFFFF"/>
              </a:buClr>
              <a:buSzPts val="1500"/>
              <a:buFont typeface="Arial"/>
              <a:buChar char="○"/>
            </a:pPr>
            <a:r>
              <a:rPr b="0" i="0" lang="en" sz="1500" u="none" cap="none" strike="noStrike">
                <a:solidFill>
                  <a:srgbClr val="FFFFFF"/>
                </a:solidFill>
                <a:latin typeface="Arial"/>
                <a:ea typeface="Arial"/>
                <a:cs typeface="Arial"/>
                <a:sym typeface="Arial"/>
              </a:rPr>
              <a:t>Quality Management</a:t>
            </a:r>
            <a:endParaRPr b="0" i="0" sz="1500" u="none" cap="none" strike="noStrike">
              <a:solidFill>
                <a:srgbClr val="FFFFFF"/>
              </a:solidFill>
              <a:latin typeface="Arial"/>
              <a:ea typeface="Arial"/>
              <a:cs typeface="Arial"/>
              <a:sym typeface="Arial"/>
            </a:endParaRPr>
          </a:p>
          <a:p>
            <a:pPr indent="-323850" lvl="1" marL="914400" marR="0" rtl="0" algn="l">
              <a:lnSpc>
                <a:spcPct val="200000"/>
              </a:lnSpc>
              <a:spcBef>
                <a:spcPts val="0"/>
              </a:spcBef>
              <a:spcAft>
                <a:spcPts val="0"/>
              </a:spcAft>
              <a:buClr>
                <a:srgbClr val="FFFFFF"/>
              </a:buClr>
              <a:buSzPts val="1500"/>
              <a:buFont typeface="Arial"/>
              <a:buChar char="○"/>
            </a:pPr>
            <a:r>
              <a:rPr b="0" i="0" lang="en" sz="1500" u="none" cap="none" strike="noStrike">
                <a:solidFill>
                  <a:srgbClr val="FFFFFF"/>
                </a:solidFill>
                <a:latin typeface="Arial"/>
                <a:ea typeface="Arial"/>
                <a:cs typeface="Arial"/>
                <a:sym typeface="Arial"/>
              </a:rPr>
              <a:t>Continuous Improvement</a:t>
            </a:r>
            <a:endParaRPr b="0" i="0" sz="1500" u="none" cap="none" strike="noStrike">
              <a:solidFill>
                <a:srgbClr val="FFFFFF"/>
              </a:solidFill>
              <a:latin typeface="Arial"/>
              <a:ea typeface="Arial"/>
              <a:cs typeface="Arial"/>
              <a:sym typeface="Arial"/>
            </a:endParaRPr>
          </a:p>
        </p:txBody>
      </p:sp>
      <p:pic>
        <p:nvPicPr>
          <p:cNvPr id="343" name="Google Shape;343;p2"/>
          <p:cNvPicPr preferRelativeResize="0"/>
          <p:nvPr/>
        </p:nvPicPr>
        <p:blipFill rotWithShape="1">
          <a:blip r:embed="rId3">
            <a:alphaModFix/>
          </a:blip>
          <a:srcRect b="0" l="0" r="0" t="0"/>
          <a:stretch/>
        </p:blipFill>
        <p:spPr>
          <a:xfrm>
            <a:off x="4375475" y="1528200"/>
            <a:ext cx="4463726" cy="2445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810f82c8c0_0_8"/>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3400">
                <a:latin typeface="Arial"/>
                <a:ea typeface="Arial"/>
                <a:cs typeface="Arial"/>
                <a:sym typeface="Arial"/>
              </a:rPr>
              <a:t>Understanding software testing</a:t>
            </a:r>
            <a:endParaRPr sz="3400"/>
          </a:p>
        </p:txBody>
      </p:sp>
      <p:sp>
        <p:nvSpPr>
          <p:cNvPr id="349" name="Google Shape;349;g3810f82c8c0_0_8"/>
          <p:cNvSpPr txBox="1"/>
          <p:nvPr/>
        </p:nvSpPr>
        <p:spPr>
          <a:xfrm>
            <a:off x="79425" y="815792"/>
            <a:ext cx="8843100" cy="41097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200000"/>
              </a:lnSpc>
              <a:spcBef>
                <a:spcPts val="0"/>
              </a:spcBef>
              <a:spcAft>
                <a:spcPts val="0"/>
              </a:spcAft>
              <a:buClr>
                <a:srgbClr val="FFFFFF"/>
              </a:buClr>
              <a:buSzPts val="1500"/>
              <a:buChar char="●"/>
            </a:pPr>
            <a:r>
              <a:rPr b="1" lang="en" sz="1500">
                <a:solidFill>
                  <a:srgbClr val="FFFFFF"/>
                </a:solidFill>
              </a:rPr>
              <a:t>The economic importance of software</a:t>
            </a:r>
            <a:endParaRPr b="1" sz="1500">
              <a:solidFill>
                <a:srgbClr val="FFFFFF"/>
              </a:solidFill>
            </a:endParaRPr>
          </a:p>
          <a:p>
            <a:pPr indent="-323850" lvl="1" marL="914400" marR="0" rtl="0" algn="l">
              <a:lnSpc>
                <a:spcPct val="200000"/>
              </a:lnSpc>
              <a:spcBef>
                <a:spcPts val="0"/>
              </a:spcBef>
              <a:spcAft>
                <a:spcPts val="0"/>
              </a:spcAft>
              <a:buClr>
                <a:srgbClr val="FFFFFF"/>
              </a:buClr>
              <a:buSzPts val="1500"/>
              <a:buFont typeface="Arial"/>
              <a:buChar char="○"/>
            </a:pPr>
            <a:r>
              <a:rPr lang="en" sz="1500">
                <a:solidFill>
                  <a:srgbClr val="FFFFFF"/>
                </a:solidFill>
              </a:rPr>
              <a:t>The functioning the machines and equipment depends largely on software</a:t>
            </a:r>
            <a:endParaRPr sz="1500">
              <a:solidFill>
                <a:srgbClr val="FFFFFF"/>
              </a:solidFill>
            </a:endParaRPr>
          </a:p>
          <a:p>
            <a:pPr indent="-323850" lvl="1" marL="914400" marR="0" rtl="0" algn="l">
              <a:lnSpc>
                <a:spcPct val="200000"/>
              </a:lnSpc>
              <a:spcBef>
                <a:spcPts val="0"/>
              </a:spcBef>
              <a:spcAft>
                <a:spcPts val="0"/>
              </a:spcAft>
              <a:buClr>
                <a:srgbClr val="FFFFFF"/>
              </a:buClr>
              <a:buSzPts val="1500"/>
              <a:buFont typeface="Arial"/>
              <a:buChar char="○"/>
            </a:pPr>
            <a:r>
              <a:rPr lang="en" sz="1500">
                <a:solidFill>
                  <a:srgbClr val="FFFFFF"/>
                </a:solidFill>
              </a:rPr>
              <a:t>Can't Imagine</a:t>
            </a:r>
            <a:r>
              <a:rPr lang="en" sz="1500">
                <a:solidFill>
                  <a:srgbClr val="FFFFFF"/>
                </a:solidFill>
              </a:rPr>
              <a:t> large systems in </a:t>
            </a:r>
            <a:r>
              <a:rPr lang="en" sz="1500">
                <a:solidFill>
                  <a:srgbClr val="FFFFFF"/>
                </a:solidFill>
              </a:rPr>
              <a:t>telecom</a:t>
            </a:r>
            <a:r>
              <a:rPr lang="en" sz="1500">
                <a:solidFill>
                  <a:srgbClr val="FFFFFF"/>
                </a:solidFill>
              </a:rPr>
              <a:t>, finance or traffic control without software.</a:t>
            </a:r>
            <a:endParaRPr sz="1500">
              <a:solidFill>
                <a:srgbClr val="FFFFFF"/>
              </a:solidFill>
            </a:endParaRPr>
          </a:p>
          <a:p>
            <a:pPr indent="-323850" lvl="0" marL="457200" marR="0" rtl="0" algn="l">
              <a:lnSpc>
                <a:spcPct val="200000"/>
              </a:lnSpc>
              <a:spcBef>
                <a:spcPts val="0"/>
              </a:spcBef>
              <a:spcAft>
                <a:spcPts val="0"/>
              </a:spcAft>
              <a:buClr>
                <a:srgbClr val="FFFFFF"/>
              </a:buClr>
              <a:buSzPts val="1500"/>
              <a:buChar char="●"/>
            </a:pPr>
            <a:r>
              <a:rPr b="1" lang="en" sz="1500">
                <a:solidFill>
                  <a:srgbClr val="FFFFFF"/>
                </a:solidFill>
              </a:rPr>
              <a:t>Software quality</a:t>
            </a:r>
            <a:endParaRPr b="1" sz="1500">
              <a:solidFill>
                <a:srgbClr val="FFFFFF"/>
              </a:solidFill>
            </a:endParaRPr>
          </a:p>
          <a:p>
            <a:pPr indent="-323850" lvl="1" marL="914400" marR="0" rtl="0" algn="l">
              <a:lnSpc>
                <a:spcPct val="200000"/>
              </a:lnSpc>
              <a:spcBef>
                <a:spcPts val="0"/>
              </a:spcBef>
              <a:spcAft>
                <a:spcPts val="0"/>
              </a:spcAft>
              <a:buClr>
                <a:srgbClr val="FFFFFF"/>
              </a:buClr>
              <a:buSzPts val="1500"/>
              <a:buFont typeface="Arial"/>
              <a:buChar char="○"/>
            </a:pPr>
            <a:r>
              <a:rPr lang="en" sz="1500">
                <a:solidFill>
                  <a:srgbClr val="FFFFFF"/>
                </a:solidFill>
              </a:rPr>
              <a:t>The quality of the software has become the determining factor for the success of any technical or commercial systems and products</a:t>
            </a:r>
            <a:endParaRPr sz="1500">
              <a:solidFill>
                <a:srgbClr val="FFFFFF"/>
              </a:solidFill>
            </a:endParaRPr>
          </a:p>
          <a:p>
            <a:pPr indent="-323850" lvl="0" marL="457200" marR="0" rtl="0" algn="l">
              <a:lnSpc>
                <a:spcPct val="200000"/>
              </a:lnSpc>
              <a:spcBef>
                <a:spcPts val="0"/>
              </a:spcBef>
              <a:spcAft>
                <a:spcPts val="0"/>
              </a:spcAft>
              <a:buClr>
                <a:srgbClr val="FFFFFF"/>
              </a:buClr>
              <a:buSzPts val="1500"/>
              <a:buChar char="●"/>
            </a:pPr>
            <a:r>
              <a:rPr b="1" lang="en" sz="1500">
                <a:solidFill>
                  <a:srgbClr val="FFFFFF"/>
                </a:solidFill>
              </a:rPr>
              <a:t>Testing for quality improvement</a:t>
            </a:r>
            <a:endParaRPr b="1" sz="1500">
              <a:solidFill>
                <a:srgbClr val="FFFFFF"/>
              </a:solidFill>
            </a:endParaRPr>
          </a:p>
          <a:p>
            <a:pPr indent="-323850" lvl="1" marL="914400" marR="0" rtl="0" algn="l">
              <a:lnSpc>
                <a:spcPct val="200000"/>
              </a:lnSpc>
              <a:spcBef>
                <a:spcPts val="0"/>
              </a:spcBef>
              <a:spcAft>
                <a:spcPts val="0"/>
              </a:spcAft>
              <a:buClr>
                <a:srgbClr val="FFFFFF"/>
              </a:buClr>
              <a:buSzPts val="1500"/>
              <a:buFont typeface="Arial"/>
              <a:buChar char="○"/>
            </a:pPr>
            <a:r>
              <a:rPr lang="en" sz="1500">
                <a:solidFill>
                  <a:srgbClr val="FFFFFF"/>
                </a:solidFill>
              </a:rPr>
              <a:t>Testing and reviewing ensures the improvement of the quality of software products as well as the quality of software development process itself.</a:t>
            </a:r>
            <a:endParaRPr sz="15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g342d93776e7_0_195"/>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3400">
                <a:latin typeface="Arial"/>
                <a:ea typeface="Arial"/>
                <a:cs typeface="Arial"/>
                <a:sym typeface="Arial"/>
              </a:rPr>
              <a:t>Why S</a:t>
            </a:r>
            <a:r>
              <a:rPr lang="en" sz="3400">
                <a:latin typeface="Arial"/>
                <a:ea typeface="Arial"/>
                <a:cs typeface="Arial"/>
                <a:sym typeface="Arial"/>
              </a:rPr>
              <a:t>QA/Testing</a:t>
            </a:r>
            <a:r>
              <a:rPr lang="en" sz="3400">
                <a:latin typeface="Arial"/>
                <a:ea typeface="Arial"/>
                <a:cs typeface="Arial"/>
                <a:sym typeface="Arial"/>
              </a:rPr>
              <a:t> is </a:t>
            </a:r>
            <a:r>
              <a:rPr lang="en" sz="3400">
                <a:latin typeface="Arial"/>
                <a:ea typeface="Arial"/>
                <a:cs typeface="Arial"/>
                <a:sym typeface="Arial"/>
              </a:rPr>
              <a:t>important?</a:t>
            </a:r>
            <a:endParaRPr sz="3400"/>
          </a:p>
        </p:txBody>
      </p:sp>
      <p:sp>
        <p:nvSpPr>
          <p:cNvPr id="355" name="Google Shape;355;g342d93776e7_0_195"/>
          <p:cNvSpPr txBox="1"/>
          <p:nvPr/>
        </p:nvSpPr>
        <p:spPr>
          <a:xfrm>
            <a:off x="384550" y="1077325"/>
            <a:ext cx="8425500" cy="31863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200000"/>
              </a:lnSpc>
              <a:spcBef>
                <a:spcPts val="0"/>
              </a:spcBef>
              <a:spcAft>
                <a:spcPts val="0"/>
              </a:spcAft>
              <a:buClr>
                <a:srgbClr val="FFFFFF"/>
              </a:buClr>
              <a:buSzPts val="1500"/>
              <a:buChar char="●"/>
            </a:pPr>
            <a:r>
              <a:rPr b="1" i="0" lang="en" sz="1500" u="none" cap="none" strike="noStrike">
                <a:solidFill>
                  <a:srgbClr val="FFFFFF"/>
                </a:solidFill>
              </a:rPr>
              <a:t>S</a:t>
            </a:r>
            <a:r>
              <a:rPr b="1" lang="en" sz="1500">
                <a:solidFill>
                  <a:srgbClr val="FFFFFF"/>
                </a:solidFill>
              </a:rPr>
              <a:t>aves money</a:t>
            </a:r>
            <a:endParaRPr b="1" i="0" sz="1500" u="none" cap="none" strike="noStrike">
              <a:solidFill>
                <a:srgbClr val="FFFFFF"/>
              </a:solidFill>
            </a:endParaRPr>
          </a:p>
          <a:p>
            <a:pPr indent="-323850" lvl="0" marL="457200" marR="0" rtl="0" algn="l">
              <a:lnSpc>
                <a:spcPct val="200000"/>
              </a:lnSpc>
              <a:spcBef>
                <a:spcPts val="0"/>
              </a:spcBef>
              <a:spcAft>
                <a:spcPts val="0"/>
              </a:spcAft>
              <a:buClr>
                <a:srgbClr val="FFFFFF"/>
              </a:buClr>
              <a:buSzPts val="1500"/>
              <a:buChar char="●"/>
            </a:pPr>
            <a:r>
              <a:rPr b="1" lang="en" sz="1500">
                <a:solidFill>
                  <a:srgbClr val="FFFFFF"/>
                </a:solidFill>
              </a:rPr>
              <a:t>Ensures security</a:t>
            </a:r>
            <a:endParaRPr b="1" i="0" sz="1500" u="none" cap="none" strike="noStrike">
              <a:solidFill>
                <a:srgbClr val="FFFFFF"/>
              </a:solidFill>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highlight>
                  <a:srgbClr val="131417"/>
                </a:highlight>
              </a:rPr>
              <a:t>Maintains the Quality of the product</a:t>
            </a:r>
            <a:endParaRPr b="1" sz="1500">
              <a:solidFill>
                <a:srgbClr val="FFFFFF"/>
              </a:solidFill>
              <a:highlight>
                <a:srgbClr val="131417"/>
              </a:highlight>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highlight>
                  <a:srgbClr val="131417"/>
                </a:highlight>
              </a:rPr>
              <a:t>Confirms Satisfaction of the consumer</a:t>
            </a:r>
            <a:endParaRPr b="1" sz="1500">
              <a:solidFill>
                <a:srgbClr val="FFFFFF"/>
              </a:solidFill>
              <a:highlight>
                <a:srgbClr val="131417"/>
              </a:highlight>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highlight>
                  <a:srgbClr val="131417"/>
                </a:highlight>
              </a:rPr>
              <a:t>Enhances</a:t>
            </a:r>
            <a:r>
              <a:rPr b="1" lang="en" sz="1500">
                <a:solidFill>
                  <a:srgbClr val="FFFFFF"/>
                </a:solidFill>
                <a:highlight>
                  <a:srgbClr val="131417"/>
                </a:highlight>
              </a:rPr>
              <a:t> the development technique</a:t>
            </a:r>
            <a:endParaRPr b="1" sz="1500">
              <a:solidFill>
                <a:srgbClr val="FFFFFF"/>
              </a:solidFill>
              <a:highlight>
                <a:srgbClr val="131417"/>
              </a:highlight>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highlight>
                  <a:srgbClr val="131417"/>
                </a:highlight>
              </a:rPr>
              <a:t>Easy even as adding new capabilities</a:t>
            </a:r>
            <a:endParaRPr b="1" sz="1500">
              <a:solidFill>
                <a:srgbClr val="FFFFFF"/>
              </a:solidFill>
              <a:highlight>
                <a:srgbClr val="131417"/>
              </a:highlight>
            </a:endParaRPr>
          </a:p>
          <a:p>
            <a:pPr indent="-323850" lvl="0" marL="457200" rtl="0" algn="l">
              <a:lnSpc>
                <a:spcPct val="200000"/>
              </a:lnSpc>
              <a:spcBef>
                <a:spcPts val="0"/>
              </a:spcBef>
              <a:spcAft>
                <a:spcPts val="0"/>
              </a:spcAft>
              <a:buClr>
                <a:srgbClr val="FFFFFF"/>
              </a:buClr>
              <a:buSzPts val="1500"/>
              <a:buChar char="●"/>
            </a:pPr>
            <a:r>
              <a:rPr b="1" lang="en" sz="1500">
                <a:solidFill>
                  <a:srgbClr val="FFFFFF"/>
                </a:solidFill>
                <a:highlight>
                  <a:srgbClr val="131417"/>
                </a:highlight>
              </a:rPr>
              <a:t>Determines the performance of the software program</a:t>
            </a:r>
            <a:endParaRPr b="1" i="0" sz="1500" u="none" cap="none" strike="noStrike">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546c7ce9da_0_0"/>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3400">
                <a:latin typeface="Arial"/>
                <a:ea typeface="Arial"/>
                <a:cs typeface="Arial"/>
                <a:sym typeface="Arial"/>
              </a:rPr>
              <a:t>Real Life Example-1</a:t>
            </a:r>
            <a:endParaRPr sz="3400"/>
          </a:p>
        </p:txBody>
      </p:sp>
      <p:sp>
        <p:nvSpPr>
          <p:cNvPr id="361" name="Google Shape;361;g3546c7ce9da_0_0"/>
          <p:cNvSpPr txBox="1"/>
          <p:nvPr/>
        </p:nvSpPr>
        <p:spPr>
          <a:xfrm>
            <a:off x="384550" y="1077325"/>
            <a:ext cx="8425500" cy="16392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800"/>
              </a:spcBef>
              <a:spcAft>
                <a:spcPts val="0"/>
              </a:spcAft>
              <a:buClr>
                <a:srgbClr val="FFFFFF"/>
              </a:buClr>
              <a:buSzPts val="1400"/>
              <a:buChar char="●"/>
            </a:pPr>
            <a:r>
              <a:rPr lang="en">
                <a:solidFill>
                  <a:srgbClr val="FFFFFF"/>
                </a:solidFill>
              </a:rPr>
              <a:t>Knight Capital Group was one of the top financial trading company is USA. </a:t>
            </a:r>
            <a:endParaRPr>
              <a:solidFill>
                <a:srgbClr val="FFFFFF"/>
              </a:solidFill>
            </a:endParaRPr>
          </a:p>
          <a:p>
            <a:pPr indent="-317500" lvl="0" marL="457200" rtl="0" algn="l">
              <a:lnSpc>
                <a:spcPct val="115000"/>
              </a:lnSpc>
              <a:spcBef>
                <a:spcPts val="0"/>
              </a:spcBef>
              <a:spcAft>
                <a:spcPts val="0"/>
              </a:spcAft>
              <a:buClr>
                <a:srgbClr val="FFFFFF"/>
              </a:buClr>
              <a:buSzPts val="1400"/>
              <a:buChar char="●"/>
            </a:pPr>
            <a:r>
              <a:rPr lang="en">
                <a:solidFill>
                  <a:srgbClr val="FFFFFF"/>
                </a:solidFill>
              </a:rPr>
              <a:t>A costly software mishap that led to one of the most expensive trading losses ever. </a:t>
            </a:r>
            <a:endParaRPr>
              <a:solidFill>
                <a:srgbClr val="FFFFFF"/>
              </a:solidFill>
            </a:endParaRPr>
          </a:p>
          <a:p>
            <a:pPr indent="-317500" lvl="0" marL="457200" rtl="0" algn="l">
              <a:lnSpc>
                <a:spcPct val="115000"/>
              </a:lnSpc>
              <a:spcBef>
                <a:spcPts val="0"/>
              </a:spcBef>
              <a:spcAft>
                <a:spcPts val="0"/>
              </a:spcAft>
              <a:buClr>
                <a:srgbClr val="FFFFFF"/>
              </a:buClr>
              <a:buSzPts val="1400"/>
              <a:buChar char="●"/>
            </a:pPr>
            <a:r>
              <a:rPr lang="en">
                <a:solidFill>
                  <a:srgbClr val="FFFFFF"/>
                </a:solidFill>
              </a:rPr>
              <a:t>In their routine update triggered unintended high-speed trades, resulting in over $440 million in losses within 40-45 minutes.</a:t>
            </a:r>
            <a:endParaRPr>
              <a:solidFill>
                <a:srgbClr val="FFFFFF"/>
              </a:solidFill>
            </a:endParaRPr>
          </a:p>
          <a:p>
            <a:pPr indent="-317500" lvl="0" marL="457200" rtl="0" algn="l">
              <a:lnSpc>
                <a:spcPct val="115000"/>
              </a:lnSpc>
              <a:spcBef>
                <a:spcPts val="0"/>
              </a:spcBef>
              <a:spcAft>
                <a:spcPts val="0"/>
              </a:spcAft>
              <a:buClr>
                <a:srgbClr val="FFFFFF"/>
              </a:buClr>
              <a:buSzPts val="1400"/>
              <a:buChar char="●"/>
            </a:pPr>
            <a:r>
              <a:rPr lang="en">
                <a:solidFill>
                  <a:srgbClr val="FFFFFF"/>
                </a:solidFill>
              </a:rPr>
              <a:t>It had a huge impact in the stock market</a:t>
            </a:r>
            <a:endParaRPr>
              <a:solidFill>
                <a:srgbClr val="FFFFFF"/>
              </a:solidFill>
            </a:endParaRPr>
          </a:p>
          <a:p>
            <a:pPr indent="-317500" lvl="0" marL="457200" rtl="0" algn="l">
              <a:lnSpc>
                <a:spcPct val="115000"/>
              </a:lnSpc>
              <a:spcBef>
                <a:spcPts val="0"/>
              </a:spcBef>
              <a:spcAft>
                <a:spcPts val="0"/>
              </a:spcAft>
              <a:buClr>
                <a:srgbClr val="FFFFFF"/>
              </a:buClr>
              <a:buSzPts val="1400"/>
              <a:buChar char="●"/>
            </a:pPr>
            <a:r>
              <a:rPr lang="en">
                <a:solidFill>
                  <a:srgbClr val="FFFFFF"/>
                </a:solidFill>
              </a:rPr>
              <a:t>It became bankrupt within a week</a:t>
            </a:r>
            <a:endParaRPr>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810f82c8c0_0_15"/>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3400">
                <a:latin typeface="Arial"/>
                <a:ea typeface="Arial"/>
                <a:cs typeface="Arial"/>
                <a:sym typeface="Arial"/>
              </a:rPr>
              <a:t>Real Life Example-2</a:t>
            </a:r>
            <a:endParaRPr sz="3400"/>
          </a:p>
        </p:txBody>
      </p:sp>
      <p:sp>
        <p:nvSpPr>
          <p:cNvPr id="367" name="Google Shape;367;g3810f82c8c0_0_15"/>
          <p:cNvSpPr txBox="1"/>
          <p:nvPr/>
        </p:nvSpPr>
        <p:spPr>
          <a:xfrm>
            <a:off x="384550" y="932028"/>
            <a:ext cx="8425500" cy="39558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1800"/>
              </a:spcBef>
              <a:spcAft>
                <a:spcPts val="0"/>
              </a:spcAft>
              <a:buClr>
                <a:srgbClr val="FFFFFF"/>
              </a:buClr>
              <a:buSzPts val="1400"/>
              <a:buChar char="●"/>
            </a:pPr>
            <a:r>
              <a:rPr b="1" lang="en">
                <a:solidFill>
                  <a:srgbClr val="FFFFFF"/>
                </a:solidFill>
              </a:rPr>
              <a:t>Lethal X-Rays - Therac-25 incidents: </a:t>
            </a:r>
            <a:r>
              <a:rPr lang="en">
                <a:solidFill>
                  <a:srgbClr val="FFFFFF"/>
                </a:solidFill>
              </a:rPr>
              <a:t>Because of a software failure a number of patients received radiation doses hundreds of times greater than intended </a:t>
            </a:r>
            <a:r>
              <a:rPr lang="en">
                <a:solidFill>
                  <a:schemeClr val="dk1"/>
                </a:solidFill>
              </a:rPr>
              <a:t>between 1985 and 1987</a:t>
            </a:r>
            <a:r>
              <a:rPr lang="en">
                <a:solidFill>
                  <a:srgbClr val="FFFFFF"/>
                </a:solidFill>
              </a:rPr>
              <a:t>:</a:t>
            </a:r>
            <a:endParaRPr>
              <a:solidFill>
                <a:srgbClr val="FFFFFF"/>
              </a:solidFill>
            </a:endParaRPr>
          </a:p>
          <a:p>
            <a:pPr indent="-317500" lvl="1" marL="914400" rtl="0" algn="l">
              <a:lnSpc>
                <a:spcPct val="150000"/>
              </a:lnSpc>
              <a:spcBef>
                <a:spcPts val="0"/>
              </a:spcBef>
              <a:spcAft>
                <a:spcPts val="0"/>
              </a:spcAft>
              <a:buClr>
                <a:srgbClr val="FFFFFF"/>
              </a:buClr>
              <a:buSzPts val="1400"/>
              <a:buChar char="○"/>
            </a:pPr>
            <a:r>
              <a:rPr lang="en">
                <a:solidFill>
                  <a:srgbClr val="FFFFFF"/>
                </a:solidFill>
              </a:rPr>
              <a:t>Therac-25 was a radiation therapy machine produced by atomic Energy of Canada Limited. </a:t>
            </a:r>
            <a:endParaRPr>
              <a:solidFill>
                <a:srgbClr val="FFFFFF"/>
              </a:solidFill>
            </a:endParaRPr>
          </a:p>
          <a:p>
            <a:pPr indent="-317500" lvl="1" marL="914400" rtl="0" algn="l">
              <a:lnSpc>
                <a:spcPct val="150000"/>
              </a:lnSpc>
              <a:spcBef>
                <a:spcPts val="0"/>
              </a:spcBef>
              <a:spcAft>
                <a:spcPts val="0"/>
              </a:spcAft>
              <a:buClr>
                <a:srgbClr val="FFFFFF"/>
              </a:buClr>
              <a:buSzPts val="1400"/>
              <a:buChar char="○"/>
            </a:pPr>
            <a:r>
              <a:rPr lang="en">
                <a:solidFill>
                  <a:srgbClr val="FFFFFF"/>
                </a:solidFill>
              </a:rPr>
              <a:t>It was involved with at least six known accidents between 1985 and 1987, in which patients were in some cases on the order of hundreds of gray. At least five patients died of the overdoses.</a:t>
            </a:r>
            <a:endParaRPr>
              <a:solidFill>
                <a:srgbClr val="FFFFFF"/>
              </a:solidFill>
            </a:endParaRPr>
          </a:p>
          <a:p>
            <a:pPr indent="-317500" lvl="1" marL="914400" rtl="0" algn="l">
              <a:lnSpc>
                <a:spcPct val="150000"/>
              </a:lnSpc>
              <a:spcBef>
                <a:spcPts val="0"/>
              </a:spcBef>
              <a:spcAft>
                <a:spcPts val="0"/>
              </a:spcAft>
              <a:buClr>
                <a:srgbClr val="FFFFFF"/>
              </a:buClr>
              <a:buSzPts val="1400"/>
              <a:buChar char="○"/>
            </a:pPr>
            <a:r>
              <a:rPr lang="en">
                <a:solidFill>
                  <a:srgbClr val="FFFFFF"/>
                </a:solidFill>
              </a:rPr>
              <a:t>The timing of operator input was critical. If operators typed certain commands or corrected input quickly, the software might not complete safety checks or wait for hardware components to align or confirm state. This race condition could allow a high-energy beam to fire when it shouldn’t.</a:t>
            </a:r>
            <a:endParaRPr>
              <a:solidFill>
                <a:srgbClr val="FFFFFF"/>
              </a:solidFill>
            </a:endParaRPr>
          </a:p>
          <a:p>
            <a:pPr indent="-317500" lvl="1" marL="914400" rtl="0" algn="l">
              <a:lnSpc>
                <a:spcPct val="150000"/>
              </a:lnSpc>
              <a:spcBef>
                <a:spcPts val="0"/>
              </a:spcBef>
              <a:spcAft>
                <a:spcPts val="0"/>
              </a:spcAft>
              <a:buClr>
                <a:srgbClr val="FFFFFF"/>
              </a:buClr>
              <a:buSzPts val="1400"/>
              <a:buChar char="○"/>
            </a:pPr>
            <a:r>
              <a:rPr lang="en">
                <a:solidFill>
                  <a:srgbClr val="FFFFFF"/>
                </a:solidFill>
              </a:rPr>
              <a:t>These accidents highlighted the dangers of software control of safety-critical system.</a:t>
            </a:r>
            <a:endParaRPr>
              <a:solidFill>
                <a:srgbClr val="FFFFFF"/>
              </a:solidFill>
            </a:endParaRPr>
          </a:p>
          <a:p>
            <a:pPr indent="-317500" lvl="0" marL="457200" rtl="0" algn="l">
              <a:lnSpc>
                <a:spcPct val="150000"/>
              </a:lnSpc>
              <a:spcBef>
                <a:spcPts val="0"/>
              </a:spcBef>
              <a:spcAft>
                <a:spcPts val="0"/>
              </a:spcAft>
              <a:buClr>
                <a:srgbClr val="FFFFFF"/>
              </a:buClr>
              <a:buSzPts val="1400"/>
              <a:buChar char="●"/>
            </a:pPr>
            <a:r>
              <a:rPr b="1" i="1" lang="en">
                <a:solidFill>
                  <a:srgbClr val="FFFFFF"/>
                </a:solidFill>
              </a:rPr>
              <a:t>Source: Wikipedia.com</a:t>
            </a:r>
            <a:endParaRPr b="1" i="1">
              <a:solidFill>
                <a:srgbClr val="FFFFF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342d93776e7_0_68"/>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3400">
                <a:latin typeface="Arial"/>
                <a:ea typeface="Arial"/>
                <a:cs typeface="Arial"/>
                <a:sym typeface="Arial"/>
              </a:rPr>
              <a:t>SQA Roles</a:t>
            </a:r>
            <a:endParaRPr sz="3400">
              <a:latin typeface="Arial"/>
              <a:ea typeface="Arial"/>
              <a:cs typeface="Arial"/>
              <a:sym typeface="Arial"/>
            </a:endParaRPr>
          </a:p>
        </p:txBody>
      </p:sp>
      <p:sp>
        <p:nvSpPr>
          <p:cNvPr id="373" name="Google Shape;373;g342d93776e7_0_68"/>
          <p:cNvSpPr/>
          <p:nvPr/>
        </p:nvSpPr>
        <p:spPr>
          <a:xfrm>
            <a:off x="5720200" y="1285850"/>
            <a:ext cx="2372400" cy="445800"/>
          </a:xfrm>
          <a:prstGeom prst="roundRect">
            <a:avLst>
              <a:gd fmla="val 16667"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QA Automation Engineer</a:t>
            </a:r>
            <a:endParaRPr>
              <a:solidFill>
                <a:schemeClr val="dk1"/>
              </a:solidFill>
            </a:endParaRPr>
          </a:p>
        </p:txBody>
      </p:sp>
      <p:sp>
        <p:nvSpPr>
          <p:cNvPr id="374" name="Google Shape;374;g342d93776e7_0_68"/>
          <p:cNvSpPr/>
          <p:nvPr/>
        </p:nvSpPr>
        <p:spPr>
          <a:xfrm>
            <a:off x="6326500" y="2528850"/>
            <a:ext cx="2042700" cy="445800"/>
          </a:xfrm>
          <a:prstGeom prst="roundRect">
            <a:avLst>
              <a:gd fmla="val 16667"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Automation Analyst</a:t>
            </a:r>
            <a:endParaRPr>
              <a:solidFill>
                <a:schemeClr val="dk1"/>
              </a:solidFill>
            </a:endParaRPr>
          </a:p>
        </p:txBody>
      </p:sp>
      <p:sp>
        <p:nvSpPr>
          <p:cNvPr id="375" name="Google Shape;375;g342d93776e7_0_68"/>
          <p:cNvSpPr/>
          <p:nvPr/>
        </p:nvSpPr>
        <p:spPr>
          <a:xfrm>
            <a:off x="1176775" y="1285850"/>
            <a:ext cx="1834500" cy="445800"/>
          </a:xfrm>
          <a:prstGeom prst="roundRect">
            <a:avLst>
              <a:gd fmla="val 16667"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SQA Engineer</a:t>
            </a:r>
            <a:endParaRPr>
              <a:solidFill>
                <a:schemeClr val="dk1"/>
              </a:solidFill>
            </a:endParaRPr>
          </a:p>
        </p:txBody>
      </p:sp>
      <p:sp>
        <p:nvSpPr>
          <p:cNvPr id="376" name="Google Shape;376;g342d93776e7_0_68"/>
          <p:cNvSpPr/>
          <p:nvPr/>
        </p:nvSpPr>
        <p:spPr>
          <a:xfrm>
            <a:off x="3875900" y="1628750"/>
            <a:ext cx="1254000" cy="445800"/>
          </a:xfrm>
          <a:prstGeom prst="roundRect">
            <a:avLst>
              <a:gd fmla="val 16667"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Tester </a:t>
            </a:r>
            <a:endParaRPr>
              <a:solidFill>
                <a:schemeClr val="dk1"/>
              </a:solidFill>
            </a:endParaRPr>
          </a:p>
        </p:txBody>
      </p:sp>
      <p:sp>
        <p:nvSpPr>
          <p:cNvPr id="377" name="Google Shape;377;g342d93776e7_0_68"/>
          <p:cNvSpPr/>
          <p:nvPr/>
        </p:nvSpPr>
        <p:spPr>
          <a:xfrm>
            <a:off x="1579700" y="3574675"/>
            <a:ext cx="1834500" cy="445800"/>
          </a:xfrm>
          <a:prstGeom prst="roundRect">
            <a:avLst>
              <a:gd fmla="val 16667"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QA Analyst</a:t>
            </a:r>
            <a:endParaRPr>
              <a:solidFill>
                <a:schemeClr val="dk1"/>
              </a:solidFill>
            </a:endParaRPr>
          </a:p>
        </p:txBody>
      </p:sp>
      <p:sp>
        <p:nvSpPr>
          <p:cNvPr id="378" name="Google Shape;378;g342d93776e7_0_68"/>
          <p:cNvSpPr/>
          <p:nvPr/>
        </p:nvSpPr>
        <p:spPr>
          <a:xfrm>
            <a:off x="5248725" y="3574675"/>
            <a:ext cx="1834500" cy="445800"/>
          </a:xfrm>
          <a:prstGeom prst="roundRect">
            <a:avLst>
              <a:gd fmla="val 16667"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Test Analyst</a:t>
            </a:r>
            <a:endParaRPr>
              <a:solidFill>
                <a:schemeClr val="dk1"/>
              </a:solidFill>
            </a:endParaRPr>
          </a:p>
        </p:txBody>
      </p:sp>
      <p:sp>
        <p:nvSpPr>
          <p:cNvPr id="379" name="Google Shape;379;g342d93776e7_0_68"/>
          <p:cNvSpPr/>
          <p:nvPr/>
        </p:nvSpPr>
        <p:spPr>
          <a:xfrm>
            <a:off x="3687300" y="2528850"/>
            <a:ext cx="1442700" cy="445800"/>
          </a:xfrm>
          <a:prstGeom prst="roundRect">
            <a:avLst>
              <a:gd fmla="val 16667"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QA Manager</a:t>
            </a:r>
            <a:endParaRPr>
              <a:solidFill>
                <a:schemeClr val="dk1"/>
              </a:solidFill>
            </a:endParaRPr>
          </a:p>
        </p:txBody>
      </p:sp>
      <p:sp>
        <p:nvSpPr>
          <p:cNvPr id="380" name="Google Shape;380;g342d93776e7_0_68"/>
          <p:cNvSpPr/>
          <p:nvPr/>
        </p:nvSpPr>
        <p:spPr>
          <a:xfrm>
            <a:off x="1176775" y="2430263"/>
            <a:ext cx="1442700" cy="445800"/>
          </a:xfrm>
          <a:prstGeom prst="roundRect">
            <a:avLst>
              <a:gd fmla="val 16667"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Lead SQA</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000"/>
                                        <p:tgtEl>
                                          <p:spTgt spid="3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000"/>
                                        <p:tgtEl>
                                          <p:spTgt spid="37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1000"/>
                                        <p:tgtEl>
                                          <p:spTgt spid="37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1000"/>
                                        <p:tgtEl>
                                          <p:spTgt spid="380"/>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
          <p:cNvSpPr txBox="1"/>
          <p:nvPr/>
        </p:nvSpPr>
        <p:spPr>
          <a:xfrm>
            <a:off x="208950" y="230875"/>
            <a:ext cx="4061400" cy="714300"/>
          </a:xfrm>
          <a:prstGeom prst="rect">
            <a:avLst/>
          </a:prstGeom>
          <a:noFill/>
          <a:ln>
            <a:noFill/>
          </a:ln>
        </p:spPr>
        <p:txBody>
          <a:bodyPr anchorCtr="0" anchor="b" bIns="91425" lIns="91425" spcFirstLastPara="1" rIns="91425" wrap="square" tIns="91425">
            <a:normAutofit/>
          </a:bodyPr>
          <a:lstStyle/>
          <a:p>
            <a:pPr indent="0" lvl="0" marL="0" marR="0" rtl="0" algn="l">
              <a:lnSpc>
                <a:spcPct val="80000"/>
              </a:lnSpc>
              <a:spcBef>
                <a:spcPts val="0"/>
              </a:spcBef>
              <a:spcAft>
                <a:spcPts val="0"/>
              </a:spcAft>
              <a:buClr>
                <a:srgbClr val="000000"/>
              </a:buClr>
              <a:buSzPts val="852"/>
              <a:buFont typeface="Arial"/>
              <a:buNone/>
            </a:pPr>
            <a:r>
              <a:rPr b="0" i="0" lang="en" sz="3430" u="none" cap="none" strike="noStrike">
                <a:solidFill>
                  <a:srgbClr val="FFFFFF"/>
                </a:solidFill>
                <a:latin typeface="Arial"/>
                <a:ea typeface="Arial"/>
                <a:cs typeface="Arial"/>
                <a:sym typeface="Arial"/>
              </a:rPr>
              <a:t>Career Path</a:t>
            </a:r>
            <a:endParaRPr b="0" i="0" sz="3430" u="none" cap="none" strike="noStrike">
              <a:solidFill>
                <a:srgbClr val="FFFFFF"/>
              </a:solidFill>
              <a:latin typeface="Arial"/>
              <a:ea typeface="Arial"/>
              <a:cs typeface="Arial"/>
              <a:sym typeface="Arial"/>
            </a:endParaRPr>
          </a:p>
        </p:txBody>
      </p:sp>
      <p:sp>
        <p:nvSpPr>
          <p:cNvPr id="386" name="Google Shape;386;p3"/>
          <p:cNvSpPr/>
          <p:nvPr/>
        </p:nvSpPr>
        <p:spPr>
          <a:xfrm>
            <a:off x="208950" y="2348850"/>
            <a:ext cx="1595400" cy="4458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Jr QA/ QA Intern</a:t>
            </a:r>
            <a:endParaRPr b="0" i="0" sz="1400" u="none" cap="none" strike="noStrike">
              <a:solidFill>
                <a:srgbClr val="FFFFFF"/>
              </a:solidFill>
              <a:latin typeface="Arial"/>
              <a:ea typeface="Arial"/>
              <a:cs typeface="Arial"/>
              <a:sym typeface="Arial"/>
            </a:endParaRPr>
          </a:p>
        </p:txBody>
      </p:sp>
      <p:grpSp>
        <p:nvGrpSpPr>
          <p:cNvPr id="387" name="Google Shape;387;p3"/>
          <p:cNvGrpSpPr/>
          <p:nvPr/>
        </p:nvGrpSpPr>
        <p:grpSpPr>
          <a:xfrm>
            <a:off x="2514125" y="1194861"/>
            <a:ext cx="1756200" cy="2843844"/>
            <a:chOff x="2285525" y="1186680"/>
            <a:chExt cx="1756200" cy="2146946"/>
          </a:xfrm>
        </p:grpSpPr>
        <p:sp>
          <p:nvSpPr>
            <p:cNvPr id="388" name="Google Shape;388;p3"/>
            <p:cNvSpPr/>
            <p:nvPr/>
          </p:nvSpPr>
          <p:spPr>
            <a:xfrm>
              <a:off x="2285525" y="1186680"/>
              <a:ext cx="1756200" cy="4215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QA Engineer / Tester </a:t>
              </a:r>
              <a:endParaRPr b="0" i="0" sz="1400" u="none" cap="none" strike="noStrike">
                <a:solidFill>
                  <a:srgbClr val="FFFFFF"/>
                </a:solidFill>
                <a:latin typeface="Arial"/>
                <a:ea typeface="Arial"/>
                <a:cs typeface="Arial"/>
                <a:sym typeface="Arial"/>
              </a:endParaRPr>
            </a:p>
          </p:txBody>
        </p:sp>
        <p:sp>
          <p:nvSpPr>
            <p:cNvPr id="389" name="Google Shape;389;p3"/>
            <p:cNvSpPr/>
            <p:nvPr/>
          </p:nvSpPr>
          <p:spPr>
            <a:xfrm>
              <a:off x="2285525" y="2856026"/>
              <a:ext cx="1756200" cy="4776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QA Automation  Engineer</a:t>
              </a:r>
              <a:endParaRPr b="0" i="0" sz="1400" u="none" cap="none" strike="noStrike">
                <a:solidFill>
                  <a:srgbClr val="FFFFFF"/>
                </a:solidFill>
                <a:latin typeface="Arial"/>
                <a:ea typeface="Arial"/>
                <a:cs typeface="Arial"/>
                <a:sym typeface="Arial"/>
              </a:endParaRPr>
            </a:p>
          </p:txBody>
        </p:sp>
      </p:grpSp>
      <p:grpSp>
        <p:nvGrpSpPr>
          <p:cNvPr id="390" name="Google Shape;390;p3"/>
          <p:cNvGrpSpPr/>
          <p:nvPr/>
        </p:nvGrpSpPr>
        <p:grpSpPr>
          <a:xfrm>
            <a:off x="4683775" y="1194824"/>
            <a:ext cx="1756200" cy="2843847"/>
            <a:chOff x="4455175" y="1186678"/>
            <a:chExt cx="1756200" cy="2146948"/>
          </a:xfrm>
        </p:grpSpPr>
        <p:sp>
          <p:nvSpPr>
            <p:cNvPr id="391" name="Google Shape;391;p3"/>
            <p:cNvSpPr/>
            <p:nvPr/>
          </p:nvSpPr>
          <p:spPr>
            <a:xfrm>
              <a:off x="4455175" y="1186678"/>
              <a:ext cx="1756200" cy="4215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Test Analyst / QA Analyst</a:t>
              </a:r>
              <a:endParaRPr b="0" i="0" sz="1400" u="none" cap="none" strike="noStrike">
                <a:solidFill>
                  <a:srgbClr val="FFFFFF"/>
                </a:solidFill>
                <a:latin typeface="Arial"/>
                <a:ea typeface="Arial"/>
                <a:cs typeface="Arial"/>
                <a:sym typeface="Arial"/>
              </a:endParaRPr>
            </a:p>
          </p:txBody>
        </p:sp>
        <p:sp>
          <p:nvSpPr>
            <p:cNvPr id="392" name="Google Shape;392;p3"/>
            <p:cNvSpPr/>
            <p:nvPr/>
          </p:nvSpPr>
          <p:spPr>
            <a:xfrm>
              <a:off x="4455175" y="2856026"/>
              <a:ext cx="1756200" cy="4776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Automation Analyst</a:t>
              </a:r>
              <a:endParaRPr b="0" i="0" sz="1400" u="none" cap="none" strike="noStrike">
                <a:solidFill>
                  <a:srgbClr val="FFFFFF"/>
                </a:solidFill>
                <a:latin typeface="Arial"/>
                <a:ea typeface="Arial"/>
                <a:cs typeface="Arial"/>
                <a:sym typeface="Arial"/>
              </a:endParaRPr>
            </a:p>
          </p:txBody>
        </p:sp>
      </p:grpSp>
      <p:grpSp>
        <p:nvGrpSpPr>
          <p:cNvPr id="393" name="Google Shape;393;p3"/>
          <p:cNvGrpSpPr/>
          <p:nvPr/>
        </p:nvGrpSpPr>
        <p:grpSpPr>
          <a:xfrm>
            <a:off x="6780000" y="1194822"/>
            <a:ext cx="1756200" cy="2843843"/>
            <a:chOff x="6551400" y="1186681"/>
            <a:chExt cx="1756200" cy="2146945"/>
          </a:xfrm>
        </p:grpSpPr>
        <p:sp>
          <p:nvSpPr>
            <p:cNvPr id="394" name="Google Shape;394;p3"/>
            <p:cNvSpPr/>
            <p:nvPr/>
          </p:nvSpPr>
          <p:spPr>
            <a:xfrm>
              <a:off x="6551400" y="1186681"/>
              <a:ext cx="1756200" cy="4323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Sr Tester / QA Analyst</a:t>
              </a:r>
              <a:endParaRPr b="0" i="0" sz="1400" u="none" cap="none" strike="noStrike">
                <a:solidFill>
                  <a:srgbClr val="FFFFFF"/>
                </a:solidFill>
                <a:latin typeface="Arial"/>
                <a:ea typeface="Arial"/>
                <a:cs typeface="Arial"/>
                <a:sym typeface="Arial"/>
              </a:endParaRPr>
            </a:p>
          </p:txBody>
        </p:sp>
        <p:sp>
          <p:nvSpPr>
            <p:cNvPr id="395" name="Google Shape;395;p3"/>
            <p:cNvSpPr/>
            <p:nvPr/>
          </p:nvSpPr>
          <p:spPr>
            <a:xfrm>
              <a:off x="6551400" y="2856026"/>
              <a:ext cx="1756200" cy="4776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Sr Automation Analyst</a:t>
              </a:r>
              <a:endParaRPr b="0" i="0" sz="1400" u="none" cap="none" strike="noStrike">
                <a:solidFill>
                  <a:srgbClr val="FFFFFF"/>
                </a:solidFill>
                <a:latin typeface="Arial"/>
                <a:ea typeface="Arial"/>
                <a:cs typeface="Arial"/>
                <a:sym typeface="Arial"/>
              </a:endParaRPr>
            </a:p>
          </p:txBody>
        </p:sp>
      </p:grpSp>
      <p:grpSp>
        <p:nvGrpSpPr>
          <p:cNvPr id="396" name="Google Shape;396;p3"/>
          <p:cNvGrpSpPr/>
          <p:nvPr/>
        </p:nvGrpSpPr>
        <p:grpSpPr>
          <a:xfrm>
            <a:off x="1804350" y="1474050"/>
            <a:ext cx="709800" cy="2248200"/>
            <a:chOff x="1575750" y="1474050"/>
            <a:chExt cx="709800" cy="2248200"/>
          </a:xfrm>
        </p:grpSpPr>
        <p:cxnSp>
          <p:nvCxnSpPr>
            <p:cNvPr id="397" name="Google Shape;397;p3"/>
            <p:cNvCxnSpPr>
              <a:stCxn id="386" idx="3"/>
              <a:endCxn id="388" idx="1"/>
            </p:cNvCxnSpPr>
            <p:nvPr/>
          </p:nvCxnSpPr>
          <p:spPr>
            <a:xfrm flipH="1" rot="10800000">
              <a:off x="1575750" y="1474050"/>
              <a:ext cx="709800" cy="1097700"/>
            </a:xfrm>
            <a:prstGeom prst="straightConnector1">
              <a:avLst/>
            </a:prstGeom>
            <a:noFill/>
            <a:ln cap="flat" cmpd="sng" w="19050">
              <a:solidFill>
                <a:srgbClr val="ADADAD"/>
              </a:solidFill>
              <a:prstDash val="solid"/>
              <a:round/>
              <a:headEnd len="sm" w="sm" type="none"/>
              <a:tailEnd len="med" w="med" type="triangle"/>
            </a:ln>
          </p:spPr>
        </p:cxnSp>
        <p:cxnSp>
          <p:nvCxnSpPr>
            <p:cNvPr id="398" name="Google Shape;398;p3"/>
            <p:cNvCxnSpPr>
              <a:stCxn id="386" idx="3"/>
              <a:endCxn id="389" idx="1"/>
            </p:cNvCxnSpPr>
            <p:nvPr/>
          </p:nvCxnSpPr>
          <p:spPr>
            <a:xfrm>
              <a:off x="1575750" y="2571750"/>
              <a:ext cx="709800" cy="1150500"/>
            </a:xfrm>
            <a:prstGeom prst="straightConnector1">
              <a:avLst/>
            </a:prstGeom>
            <a:noFill/>
            <a:ln cap="flat" cmpd="sng" w="19050">
              <a:solidFill>
                <a:srgbClr val="ADADAD"/>
              </a:solidFill>
              <a:prstDash val="solid"/>
              <a:round/>
              <a:headEnd len="sm" w="sm" type="none"/>
              <a:tailEnd len="med" w="med" type="triangle"/>
            </a:ln>
          </p:spPr>
        </p:cxnSp>
      </p:grpSp>
      <p:grpSp>
        <p:nvGrpSpPr>
          <p:cNvPr id="399" name="Google Shape;399;p3"/>
          <p:cNvGrpSpPr/>
          <p:nvPr/>
        </p:nvGrpSpPr>
        <p:grpSpPr>
          <a:xfrm>
            <a:off x="4270325" y="1474020"/>
            <a:ext cx="413400" cy="2248370"/>
            <a:chOff x="4041725" y="1493311"/>
            <a:chExt cx="413400" cy="1613353"/>
          </a:xfrm>
        </p:grpSpPr>
        <p:cxnSp>
          <p:nvCxnSpPr>
            <p:cNvPr id="400" name="Google Shape;400;p3"/>
            <p:cNvCxnSpPr>
              <a:stCxn id="388" idx="3"/>
              <a:endCxn id="391" idx="1"/>
            </p:cNvCxnSpPr>
            <p:nvPr/>
          </p:nvCxnSpPr>
          <p:spPr>
            <a:xfrm>
              <a:off x="4041725" y="1493311"/>
              <a:ext cx="413400" cy="0"/>
            </a:xfrm>
            <a:prstGeom prst="straightConnector1">
              <a:avLst/>
            </a:prstGeom>
            <a:noFill/>
            <a:ln cap="flat" cmpd="sng" w="19050">
              <a:solidFill>
                <a:srgbClr val="ADADAD"/>
              </a:solidFill>
              <a:prstDash val="solid"/>
              <a:round/>
              <a:headEnd len="sm" w="sm" type="none"/>
              <a:tailEnd len="med" w="med" type="triangle"/>
            </a:ln>
          </p:spPr>
        </p:cxnSp>
        <p:cxnSp>
          <p:nvCxnSpPr>
            <p:cNvPr id="401" name="Google Shape;401;p3"/>
            <p:cNvCxnSpPr>
              <a:stCxn id="389" idx="3"/>
              <a:endCxn id="392" idx="1"/>
            </p:cNvCxnSpPr>
            <p:nvPr/>
          </p:nvCxnSpPr>
          <p:spPr>
            <a:xfrm>
              <a:off x="4041725" y="3106664"/>
              <a:ext cx="413400" cy="0"/>
            </a:xfrm>
            <a:prstGeom prst="straightConnector1">
              <a:avLst/>
            </a:prstGeom>
            <a:noFill/>
            <a:ln cap="flat" cmpd="sng" w="19050">
              <a:solidFill>
                <a:srgbClr val="ADADAD"/>
              </a:solidFill>
              <a:prstDash val="solid"/>
              <a:round/>
              <a:headEnd len="sm" w="sm" type="none"/>
              <a:tailEnd len="med" w="med" type="triangle"/>
            </a:ln>
          </p:spPr>
        </p:cxnSp>
      </p:grpSp>
      <p:grpSp>
        <p:nvGrpSpPr>
          <p:cNvPr id="402" name="Google Shape;402;p3"/>
          <p:cNvGrpSpPr/>
          <p:nvPr/>
        </p:nvGrpSpPr>
        <p:grpSpPr>
          <a:xfrm>
            <a:off x="6439975" y="1473983"/>
            <a:ext cx="339900" cy="2248373"/>
            <a:chOff x="6211375" y="1493285"/>
            <a:chExt cx="339900" cy="1613356"/>
          </a:xfrm>
        </p:grpSpPr>
        <p:cxnSp>
          <p:nvCxnSpPr>
            <p:cNvPr id="403" name="Google Shape;403;p3"/>
            <p:cNvCxnSpPr>
              <a:stCxn id="391" idx="3"/>
              <a:endCxn id="394" idx="1"/>
            </p:cNvCxnSpPr>
            <p:nvPr/>
          </p:nvCxnSpPr>
          <p:spPr>
            <a:xfrm>
              <a:off x="6211375" y="1493285"/>
              <a:ext cx="339900" cy="5100"/>
            </a:xfrm>
            <a:prstGeom prst="straightConnector1">
              <a:avLst/>
            </a:prstGeom>
            <a:noFill/>
            <a:ln cap="flat" cmpd="sng" w="19050">
              <a:solidFill>
                <a:srgbClr val="ADADAD"/>
              </a:solidFill>
              <a:prstDash val="solid"/>
              <a:round/>
              <a:headEnd len="sm" w="sm" type="none"/>
              <a:tailEnd len="med" w="med" type="triangle"/>
            </a:ln>
          </p:spPr>
        </p:cxnSp>
        <p:cxnSp>
          <p:nvCxnSpPr>
            <p:cNvPr id="404" name="Google Shape;404;p3"/>
            <p:cNvCxnSpPr>
              <a:stCxn id="392" idx="3"/>
              <a:endCxn id="395" idx="1"/>
            </p:cNvCxnSpPr>
            <p:nvPr/>
          </p:nvCxnSpPr>
          <p:spPr>
            <a:xfrm>
              <a:off x="6211375" y="3106641"/>
              <a:ext cx="339900" cy="0"/>
            </a:xfrm>
            <a:prstGeom prst="straightConnector1">
              <a:avLst/>
            </a:prstGeom>
            <a:noFill/>
            <a:ln cap="flat" cmpd="sng" w="19050">
              <a:solidFill>
                <a:srgbClr val="ADADAD"/>
              </a:solidFill>
              <a:prstDash val="solid"/>
              <a:round/>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000"/>
                                        <p:tgtEl>
                                          <p:spTgt spid="39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1000"/>
                                        <p:tgtEl>
                                          <p:spTgt spid="402"/>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g342d93776e7_0_157"/>
          <p:cNvSpPr txBox="1"/>
          <p:nvPr/>
        </p:nvSpPr>
        <p:spPr>
          <a:xfrm>
            <a:off x="208950" y="230875"/>
            <a:ext cx="4061400" cy="714300"/>
          </a:xfrm>
          <a:prstGeom prst="rect">
            <a:avLst/>
          </a:prstGeom>
          <a:noFill/>
          <a:ln>
            <a:noFill/>
          </a:ln>
        </p:spPr>
        <p:txBody>
          <a:bodyPr anchorCtr="0" anchor="b" bIns="91425" lIns="91425" spcFirstLastPara="1" rIns="91425" wrap="square" tIns="91425">
            <a:normAutofit/>
          </a:bodyPr>
          <a:lstStyle/>
          <a:p>
            <a:pPr indent="0" lvl="0" marL="0" marR="0" rtl="0" algn="l">
              <a:lnSpc>
                <a:spcPct val="80000"/>
              </a:lnSpc>
              <a:spcBef>
                <a:spcPts val="0"/>
              </a:spcBef>
              <a:spcAft>
                <a:spcPts val="0"/>
              </a:spcAft>
              <a:buClr>
                <a:srgbClr val="000000"/>
              </a:buClr>
              <a:buSzPts val="852"/>
              <a:buFont typeface="Arial"/>
              <a:buNone/>
            </a:pPr>
            <a:r>
              <a:rPr b="0" i="0" lang="en" sz="3430" u="none" cap="none" strike="noStrike">
                <a:solidFill>
                  <a:srgbClr val="FFFFFF"/>
                </a:solidFill>
                <a:latin typeface="Arial"/>
                <a:ea typeface="Arial"/>
                <a:cs typeface="Arial"/>
                <a:sym typeface="Arial"/>
              </a:rPr>
              <a:t>Career Path</a:t>
            </a:r>
            <a:endParaRPr b="0" i="0" sz="3430" u="none" cap="none" strike="noStrike">
              <a:solidFill>
                <a:srgbClr val="FFFFFF"/>
              </a:solidFill>
              <a:latin typeface="Arial"/>
              <a:ea typeface="Arial"/>
              <a:cs typeface="Arial"/>
              <a:sym typeface="Arial"/>
            </a:endParaRPr>
          </a:p>
        </p:txBody>
      </p:sp>
      <p:grpSp>
        <p:nvGrpSpPr>
          <p:cNvPr id="410" name="Google Shape;410;g342d93776e7_0_157"/>
          <p:cNvGrpSpPr/>
          <p:nvPr/>
        </p:nvGrpSpPr>
        <p:grpSpPr>
          <a:xfrm>
            <a:off x="693093" y="1194822"/>
            <a:ext cx="1778504" cy="2843844"/>
            <a:chOff x="6551400" y="1186681"/>
            <a:chExt cx="1756200" cy="2146946"/>
          </a:xfrm>
        </p:grpSpPr>
        <p:sp>
          <p:nvSpPr>
            <p:cNvPr id="411" name="Google Shape;411;g342d93776e7_0_157"/>
            <p:cNvSpPr/>
            <p:nvPr/>
          </p:nvSpPr>
          <p:spPr>
            <a:xfrm>
              <a:off x="6551400" y="1186681"/>
              <a:ext cx="1756200" cy="4323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Sr Tester / Sr QA Analyst</a:t>
              </a:r>
              <a:endParaRPr>
                <a:solidFill>
                  <a:srgbClr val="FFFFFF"/>
                </a:solidFill>
              </a:endParaRPr>
            </a:p>
          </p:txBody>
        </p:sp>
        <p:sp>
          <p:nvSpPr>
            <p:cNvPr id="412" name="Google Shape;412;g342d93776e7_0_157"/>
            <p:cNvSpPr/>
            <p:nvPr/>
          </p:nvSpPr>
          <p:spPr>
            <a:xfrm>
              <a:off x="6551400" y="2856026"/>
              <a:ext cx="1756200" cy="4776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Sr Automation Analyst</a:t>
              </a:r>
              <a:endParaRPr>
                <a:solidFill>
                  <a:srgbClr val="FFFFFF"/>
                </a:solidFill>
              </a:endParaRPr>
            </a:p>
          </p:txBody>
        </p:sp>
      </p:grpSp>
      <p:sp>
        <p:nvSpPr>
          <p:cNvPr id="413" name="Google Shape;413;g342d93776e7_0_157"/>
          <p:cNvSpPr/>
          <p:nvPr/>
        </p:nvSpPr>
        <p:spPr>
          <a:xfrm>
            <a:off x="3110317" y="2348861"/>
            <a:ext cx="1615500" cy="4458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SQA Lead</a:t>
            </a:r>
            <a:endParaRPr>
              <a:solidFill>
                <a:srgbClr val="FFFFFF"/>
              </a:solidFill>
            </a:endParaRPr>
          </a:p>
        </p:txBody>
      </p:sp>
      <p:grpSp>
        <p:nvGrpSpPr>
          <p:cNvPr id="414" name="Google Shape;414;g342d93776e7_0_157"/>
          <p:cNvGrpSpPr/>
          <p:nvPr/>
        </p:nvGrpSpPr>
        <p:grpSpPr>
          <a:xfrm>
            <a:off x="2471590" y="1451249"/>
            <a:ext cx="609139" cy="2241000"/>
            <a:chOff x="8489211" y="1481260"/>
            <a:chExt cx="601500" cy="2241000"/>
          </a:xfrm>
        </p:grpSpPr>
        <p:cxnSp>
          <p:nvCxnSpPr>
            <p:cNvPr id="415" name="Google Shape;415;g342d93776e7_0_157"/>
            <p:cNvCxnSpPr/>
            <p:nvPr/>
          </p:nvCxnSpPr>
          <p:spPr>
            <a:xfrm>
              <a:off x="8489211" y="1481260"/>
              <a:ext cx="601500" cy="1090500"/>
            </a:xfrm>
            <a:prstGeom prst="straightConnector1">
              <a:avLst/>
            </a:prstGeom>
            <a:noFill/>
            <a:ln cap="flat" cmpd="sng" w="19050">
              <a:solidFill>
                <a:srgbClr val="ADADAD"/>
              </a:solidFill>
              <a:prstDash val="solid"/>
              <a:round/>
              <a:headEnd len="med" w="med" type="none"/>
              <a:tailEnd len="med" w="med" type="triangle"/>
            </a:ln>
          </p:spPr>
        </p:cxnSp>
        <p:cxnSp>
          <p:nvCxnSpPr>
            <p:cNvPr id="416" name="Google Shape;416;g342d93776e7_0_157"/>
            <p:cNvCxnSpPr/>
            <p:nvPr/>
          </p:nvCxnSpPr>
          <p:spPr>
            <a:xfrm flipH="1" rot="10800000">
              <a:off x="8489211" y="2571760"/>
              <a:ext cx="601500" cy="1150500"/>
            </a:xfrm>
            <a:prstGeom prst="straightConnector1">
              <a:avLst/>
            </a:prstGeom>
            <a:noFill/>
            <a:ln cap="flat" cmpd="sng" w="19050">
              <a:solidFill>
                <a:srgbClr val="ADADAD"/>
              </a:solidFill>
              <a:prstDash val="solid"/>
              <a:round/>
              <a:headEnd len="med" w="med" type="none"/>
              <a:tailEnd len="med" w="med" type="triangle"/>
            </a:ln>
          </p:spPr>
        </p:cxnSp>
      </p:grpSp>
      <p:sp>
        <p:nvSpPr>
          <p:cNvPr id="417" name="Google Shape;417;g342d93776e7_0_157"/>
          <p:cNvSpPr/>
          <p:nvPr/>
        </p:nvSpPr>
        <p:spPr>
          <a:xfrm>
            <a:off x="5079008" y="2348861"/>
            <a:ext cx="1615500" cy="4458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QA Manager</a:t>
            </a:r>
            <a:endParaRPr>
              <a:solidFill>
                <a:srgbClr val="FFFFFF"/>
              </a:solidFill>
            </a:endParaRPr>
          </a:p>
        </p:txBody>
      </p:sp>
      <p:cxnSp>
        <p:nvCxnSpPr>
          <p:cNvPr id="418" name="Google Shape;418;g342d93776e7_0_157"/>
          <p:cNvCxnSpPr>
            <a:stCxn id="413" idx="3"/>
            <a:endCxn id="417" idx="1"/>
          </p:cNvCxnSpPr>
          <p:nvPr/>
        </p:nvCxnSpPr>
        <p:spPr>
          <a:xfrm>
            <a:off x="4725817" y="2571761"/>
            <a:ext cx="353100" cy="0"/>
          </a:xfrm>
          <a:prstGeom prst="straightConnector1">
            <a:avLst/>
          </a:prstGeom>
          <a:noFill/>
          <a:ln cap="flat" cmpd="sng" w="19050">
            <a:solidFill>
              <a:srgbClr val="ADADAD"/>
            </a:solidFill>
            <a:prstDash val="solid"/>
            <a:round/>
            <a:headEnd len="med" w="med" type="none"/>
            <a:tailEnd len="med" w="med" type="triangle"/>
          </a:ln>
        </p:spPr>
      </p:cxnSp>
      <p:sp>
        <p:nvSpPr>
          <p:cNvPr id="419" name="Google Shape;419;g342d93776e7_0_157"/>
          <p:cNvSpPr/>
          <p:nvPr/>
        </p:nvSpPr>
        <p:spPr>
          <a:xfrm>
            <a:off x="7073219" y="2348861"/>
            <a:ext cx="1615500" cy="4458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Project Manager</a:t>
            </a:r>
            <a:endParaRPr>
              <a:solidFill>
                <a:srgbClr val="FFFFFF"/>
              </a:solidFill>
            </a:endParaRPr>
          </a:p>
        </p:txBody>
      </p:sp>
      <p:cxnSp>
        <p:nvCxnSpPr>
          <p:cNvPr id="420" name="Google Shape;420;g342d93776e7_0_157"/>
          <p:cNvCxnSpPr>
            <a:stCxn id="417" idx="3"/>
            <a:endCxn id="419" idx="1"/>
          </p:cNvCxnSpPr>
          <p:nvPr/>
        </p:nvCxnSpPr>
        <p:spPr>
          <a:xfrm>
            <a:off x="6694508" y="2571761"/>
            <a:ext cx="378600" cy="0"/>
          </a:xfrm>
          <a:prstGeom prst="straightConnector1">
            <a:avLst/>
          </a:prstGeom>
          <a:noFill/>
          <a:ln cap="flat" cmpd="sng" w="19050">
            <a:solidFill>
              <a:srgbClr val="ADADAD"/>
            </a:solidFill>
            <a:prstDash val="solid"/>
            <a:round/>
            <a:headEnd len="med" w="med" type="none"/>
            <a:tailEnd len="med" w="med" type="triangle"/>
          </a:ln>
        </p:spPr>
      </p:cxnSp>
      <p:sp>
        <p:nvSpPr>
          <p:cNvPr id="421" name="Google Shape;421;g342d93776e7_0_157"/>
          <p:cNvSpPr/>
          <p:nvPr/>
        </p:nvSpPr>
        <p:spPr>
          <a:xfrm>
            <a:off x="3110216" y="3493616"/>
            <a:ext cx="1896900" cy="4458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Devops Engineer</a:t>
            </a:r>
            <a:endParaRPr>
              <a:solidFill>
                <a:srgbClr val="FFFFFF"/>
              </a:solidFill>
            </a:endParaRPr>
          </a:p>
        </p:txBody>
      </p:sp>
      <p:cxnSp>
        <p:nvCxnSpPr>
          <p:cNvPr id="422" name="Google Shape;422;g342d93776e7_0_157"/>
          <p:cNvCxnSpPr>
            <a:stCxn id="412" idx="3"/>
            <a:endCxn id="421" idx="1"/>
          </p:cNvCxnSpPr>
          <p:nvPr/>
        </p:nvCxnSpPr>
        <p:spPr>
          <a:xfrm flipH="1" rot="10800000">
            <a:off x="2471596" y="3716651"/>
            <a:ext cx="638700" cy="5700"/>
          </a:xfrm>
          <a:prstGeom prst="straightConnector1">
            <a:avLst/>
          </a:prstGeom>
          <a:noFill/>
          <a:ln cap="flat" cmpd="sng" w="19050">
            <a:solidFill>
              <a:srgbClr val="ADADAD"/>
            </a:solidFill>
            <a:prstDash val="solid"/>
            <a:round/>
            <a:headEnd len="med" w="med" type="none"/>
            <a:tailEnd len="med" w="med" type="triangle"/>
          </a:ln>
        </p:spPr>
      </p:cxnSp>
      <p:sp>
        <p:nvSpPr>
          <p:cNvPr id="423" name="Google Shape;423;g342d93776e7_0_157"/>
          <p:cNvSpPr/>
          <p:nvPr/>
        </p:nvSpPr>
        <p:spPr>
          <a:xfrm>
            <a:off x="5402060" y="3493616"/>
            <a:ext cx="1896900" cy="445800"/>
          </a:xfrm>
          <a:prstGeom prst="roundRect">
            <a:avLst>
              <a:gd fmla="val 16667" name="adj"/>
            </a:avLst>
          </a:prstGeom>
          <a:noFill/>
          <a:ln cap="flat" cmpd="sng" w="19050">
            <a:solidFill>
              <a:srgbClr val="ADADA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Security Engineer</a:t>
            </a:r>
            <a:endParaRPr>
              <a:solidFill>
                <a:srgbClr val="FFFFFF"/>
              </a:solidFill>
            </a:endParaRPr>
          </a:p>
        </p:txBody>
      </p:sp>
      <p:cxnSp>
        <p:nvCxnSpPr>
          <p:cNvPr id="424" name="Google Shape;424;g342d93776e7_0_157"/>
          <p:cNvCxnSpPr>
            <a:stCxn id="421" idx="3"/>
            <a:endCxn id="423" idx="1"/>
          </p:cNvCxnSpPr>
          <p:nvPr/>
        </p:nvCxnSpPr>
        <p:spPr>
          <a:xfrm>
            <a:off x="5007116" y="3716516"/>
            <a:ext cx="394800" cy="0"/>
          </a:xfrm>
          <a:prstGeom prst="straightConnector1">
            <a:avLst/>
          </a:prstGeom>
          <a:noFill/>
          <a:ln cap="flat" cmpd="sng" w="19050">
            <a:solidFill>
              <a:srgbClr val="ADADAD"/>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1000"/>
                                        <p:tgtEl>
                                          <p:spTgt spid="418"/>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1000"/>
                                        <p:tgtEl>
                                          <p:spTgt spid="420"/>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1000"/>
                                        <p:tgtEl>
                                          <p:spTgt spid="421"/>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424"/>
                                        </p:tgtEl>
                                        <p:attrNameLst>
                                          <p:attrName>style.visibility</p:attrName>
                                        </p:attrNameLst>
                                      </p:cBhvr>
                                      <p:to>
                                        <p:strVal val="visible"/>
                                      </p:to>
                                    </p:set>
                                    <p:animEffect filter="fade" transition="in">
                                      <p:cBhvr>
                                        <p:cTn dur="1000"/>
                                        <p:tgtEl>
                                          <p:spTgt spid="424"/>
                                        </p:tgtEl>
                                      </p:cBhvr>
                                    </p:animEffect>
                                  </p:childTnLst>
                                </p:cTn>
                              </p:par>
                            </p:childTnLst>
                          </p:cTn>
                        </p:par>
                        <p:par>
                          <p:cTn fill="hold">
                            <p:stCondLst>
                              <p:cond delay="10000"/>
                            </p:stCondLst>
                            <p:childTnLst>
                              <p:par>
                                <p:cTn fill="hold" nodeType="after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1000"/>
                                        <p:tgtEl>
                                          <p:spTgt spid="4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4000">
                <a:latin typeface="Arial"/>
                <a:ea typeface="Arial"/>
                <a:cs typeface="Arial"/>
                <a:sym typeface="Arial"/>
              </a:rPr>
              <a:t>SQAE’s Responsibilities</a:t>
            </a:r>
            <a:endParaRPr sz="3400">
              <a:latin typeface="Arial"/>
              <a:ea typeface="Arial"/>
              <a:cs typeface="Arial"/>
              <a:sym typeface="Arial"/>
            </a:endParaRPr>
          </a:p>
        </p:txBody>
      </p:sp>
      <p:sp>
        <p:nvSpPr>
          <p:cNvPr id="430" name="Google Shape;430;p4"/>
          <p:cNvSpPr txBox="1"/>
          <p:nvPr/>
        </p:nvSpPr>
        <p:spPr>
          <a:xfrm>
            <a:off x="384550" y="1077325"/>
            <a:ext cx="8425500" cy="31863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200000"/>
              </a:lnSpc>
              <a:spcBef>
                <a:spcPts val="0"/>
              </a:spcBef>
              <a:spcAft>
                <a:spcPts val="0"/>
              </a:spcAft>
              <a:buClr>
                <a:schemeClr val="dk1"/>
              </a:buClr>
              <a:buSzPts val="1500"/>
              <a:buFont typeface="Arial"/>
              <a:buChar char="●"/>
            </a:pPr>
            <a:r>
              <a:rPr b="0" i="0" lang="en" sz="1500" u="none" cap="none" strike="noStrike">
                <a:solidFill>
                  <a:schemeClr val="dk1"/>
                </a:solidFill>
                <a:latin typeface="Arial"/>
                <a:ea typeface="Arial"/>
                <a:cs typeface="Arial"/>
                <a:sym typeface="Arial"/>
              </a:rPr>
              <a:t>Connectivity Between Stakeholders and Development Team</a:t>
            </a:r>
            <a:endParaRPr b="0" i="0" sz="1500" u="none" cap="none" strike="noStrike">
              <a:solidFill>
                <a:schemeClr val="dk1"/>
              </a:solidFill>
              <a:latin typeface="Arial"/>
              <a:ea typeface="Arial"/>
              <a:cs typeface="Arial"/>
              <a:sym typeface="Arial"/>
            </a:endParaRPr>
          </a:p>
          <a:p>
            <a:pPr indent="-323850" lvl="0" marL="457200" marR="0" rtl="0" algn="l">
              <a:lnSpc>
                <a:spcPct val="200000"/>
              </a:lnSpc>
              <a:spcBef>
                <a:spcPts val="0"/>
              </a:spcBef>
              <a:spcAft>
                <a:spcPts val="0"/>
              </a:spcAft>
              <a:buClr>
                <a:schemeClr val="dk1"/>
              </a:buClr>
              <a:buSzPts val="1500"/>
              <a:buFont typeface="Arial"/>
              <a:buChar char="●"/>
            </a:pPr>
            <a:r>
              <a:rPr b="0" i="0" lang="en" sz="1500" u="none" cap="none" strike="noStrike">
                <a:solidFill>
                  <a:schemeClr val="dk1"/>
                </a:solidFill>
                <a:latin typeface="Arial"/>
                <a:ea typeface="Arial"/>
                <a:cs typeface="Arial"/>
                <a:sym typeface="Arial"/>
              </a:rPr>
              <a:t>Promoting the User Experience</a:t>
            </a:r>
            <a:endParaRPr b="0" i="0" sz="1500" u="none" cap="none" strike="noStrike">
              <a:solidFill>
                <a:schemeClr val="dk1"/>
              </a:solidFill>
              <a:latin typeface="Arial"/>
              <a:ea typeface="Arial"/>
              <a:cs typeface="Arial"/>
              <a:sym typeface="Arial"/>
            </a:endParaRPr>
          </a:p>
          <a:p>
            <a:pPr indent="-323850" lvl="0" marL="457200" marR="0" rtl="0" algn="l">
              <a:lnSpc>
                <a:spcPct val="200000"/>
              </a:lnSpc>
              <a:spcBef>
                <a:spcPts val="0"/>
              </a:spcBef>
              <a:spcAft>
                <a:spcPts val="0"/>
              </a:spcAft>
              <a:buClr>
                <a:schemeClr val="dk1"/>
              </a:buClr>
              <a:buSzPts val="1500"/>
              <a:buFont typeface="Arial"/>
              <a:buChar char="●"/>
            </a:pPr>
            <a:r>
              <a:rPr b="0" i="0" lang="en" sz="1500" u="none" cap="none" strike="noStrike">
                <a:solidFill>
                  <a:schemeClr val="dk1"/>
                </a:solidFill>
                <a:latin typeface="Arial"/>
                <a:ea typeface="Arial"/>
                <a:cs typeface="Arial"/>
                <a:sym typeface="Arial"/>
              </a:rPr>
              <a:t>Ensuring Process Optimization and Improvement</a:t>
            </a:r>
            <a:endParaRPr b="0" i="0" sz="1500" u="none" cap="none" strike="noStrike">
              <a:solidFill>
                <a:schemeClr val="dk1"/>
              </a:solidFill>
              <a:latin typeface="Arial"/>
              <a:ea typeface="Arial"/>
              <a:cs typeface="Arial"/>
              <a:sym typeface="Arial"/>
            </a:endParaRPr>
          </a:p>
          <a:p>
            <a:pPr indent="-323850" lvl="0" marL="457200" marR="0" rtl="0" algn="l">
              <a:lnSpc>
                <a:spcPct val="200000"/>
              </a:lnSpc>
              <a:spcBef>
                <a:spcPts val="0"/>
              </a:spcBef>
              <a:spcAft>
                <a:spcPts val="0"/>
              </a:spcAft>
              <a:buClr>
                <a:schemeClr val="dk1"/>
              </a:buClr>
              <a:buSzPts val="1500"/>
              <a:buFont typeface="Arial"/>
              <a:buChar char="●"/>
            </a:pPr>
            <a:r>
              <a:rPr b="0" i="0" lang="en" sz="1500" u="none" cap="none" strike="noStrike">
                <a:solidFill>
                  <a:schemeClr val="dk1"/>
                </a:solidFill>
                <a:latin typeface="Arial"/>
                <a:ea typeface="Arial"/>
                <a:cs typeface="Arial"/>
                <a:sym typeface="Arial"/>
              </a:rPr>
              <a:t>Risk Reduction and Management</a:t>
            </a:r>
            <a:endParaRPr b="0" i="0" sz="1500" u="none" cap="none" strike="noStrike">
              <a:solidFill>
                <a:schemeClr val="dk1"/>
              </a:solidFill>
              <a:latin typeface="Arial"/>
              <a:ea typeface="Arial"/>
              <a:cs typeface="Arial"/>
              <a:sym typeface="Arial"/>
            </a:endParaRPr>
          </a:p>
          <a:p>
            <a:pPr indent="-323850" lvl="0" marL="457200" marR="0" rtl="0" algn="l">
              <a:lnSpc>
                <a:spcPct val="200000"/>
              </a:lnSpc>
              <a:spcBef>
                <a:spcPts val="0"/>
              </a:spcBef>
              <a:spcAft>
                <a:spcPts val="0"/>
              </a:spcAft>
              <a:buClr>
                <a:schemeClr val="dk1"/>
              </a:buClr>
              <a:buSzPts val="1500"/>
              <a:buFont typeface="Arial"/>
              <a:buChar char="●"/>
            </a:pPr>
            <a:r>
              <a:rPr b="0" i="0" lang="en" sz="1500" u="none" cap="none" strike="noStrike">
                <a:solidFill>
                  <a:schemeClr val="dk1"/>
                </a:solidFill>
                <a:latin typeface="Arial"/>
                <a:ea typeface="Arial"/>
                <a:cs typeface="Arial"/>
                <a:sym typeface="Arial"/>
              </a:rPr>
              <a:t>Maintaining Regulatory Adherence and Compliance</a:t>
            </a:r>
            <a:endParaRPr b="0" i="0" sz="1500" u="none" cap="none" strike="noStrike">
              <a:solidFill>
                <a:schemeClr val="dk1"/>
              </a:solidFill>
              <a:latin typeface="Arial"/>
              <a:ea typeface="Arial"/>
              <a:cs typeface="Arial"/>
              <a:sym typeface="Arial"/>
            </a:endParaRPr>
          </a:p>
          <a:p>
            <a:pPr indent="-323850" lvl="0" marL="457200" marR="0" rtl="0" algn="l">
              <a:lnSpc>
                <a:spcPct val="200000"/>
              </a:lnSpc>
              <a:spcBef>
                <a:spcPts val="0"/>
              </a:spcBef>
              <a:spcAft>
                <a:spcPts val="0"/>
              </a:spcAft>
              <a:buClr>
                <a:schemeClr val="dk1"/>
              </a:buClr>
              <a:buSzPts val="1500"/>
              <a:buFont typeface="Arial"/>
              <a:buChar char="●"/>
            </a:pPr>
            <a:r>
              <a:rPr b="0" i="0" lang="en" sz="1500" u="none" cap="none" strike="noStrike">
                <a:solidFill>
                  <a:schemeClr val="dk1"/>
                </a:solidFill>
                <a:latin typeface="Arial"/>
                <a:ea typeface="Arial"/>
                <a:cs typeface="Arial"/>
                <a:sym typeface="Arial"/>
              </a:rPr>
              <a:t>Mentoring and Training Development Teams</a:t>
            </a:r>
            <a:endParaRPr b="0" i="0" sz="1500" u="none" cap="none" strike="noStrike">
              <a:solidFill>
                <a:schemeClr val="dk1"/>
              </a:solidFill>
              <a:latin typeface="Arial"/>
              <a:ea typeface="Arial"/>
              <a:cs typeface="Arial"/>
              <a:sym typeface="Arial"/>
            </a:endParaRPr>
          </a:p>
          <a:p>
            <a:pPr indent="-323850" lvl="0" marL="457200" marR="0" rtl="0" algn="l">
              <a:lnSpc>
                <a:spcPct val="200000"/>
              </a:lnSpc>
              <a:spcBef>
                <a:spcPts val="0"/>
              </a:spcBef>
              <a:spcAft>
                <a:spcPts val="0"/>
              </a:spcAft>
              <a:buClr>
                <a:schemeClr val="dk1"/>
              </a:buClr>
              <a:buSzPts val="1500"/>
              <a:buFont typeface="Arial"/>
              <a:buChar char="●"/>
            </a:pPr>
            <a:r>
              <a:rPr b="0" i="0" lang="en" sz="1500" u="none" cap="none" strike="noStrike">
                <a:solidFill>
                  <a:schemeClr val="dk1"/>
                </a:solidFill>
                <a:latin typeface="Arial"/>
                <a:ea typeface="Arial"/>
                <a:cs typeface="Arial"/>
                <a:sym typeface="Arial"/>
              </a:rPr>
              <a:t>Encouraging a Culture of Quality First</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g3546c7ce9da_0_6"/>
          <p:cNvSpPr txBox="1"/>
          <p:nvPr>
            <p:ph type="title"/>
          </p:nvPr>
        </p:nvSpPr>
        <p:spPr>
          <a:xfrm>
            <a:off x="98600" y="171425"/>
            <a:ext cx="8975700" cy="71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3600">
                <a:latin typeface="Arial"/>
                <a:ea typeface="Arial"/>
                <a:cs typeface="Arial"/>
                <a:sym typeface="Arial"/>
              </a:rPr>
              <a:t>Defects, Root Cause Analysis and Effects</a:t>
            </a:r>
            <a:endParaRPr sz="3600">
              <a:latin typeface="Arial"/>
              <a:ea typeface="Arial"/>
              <a:cs typeface="Arial"/>
              <a:sym typeface="Arial"/>
            </a:endParaRPr>
          </a:p>
        </p:txBody>
      </p:sp>
      <p:sp>
        <p:nvSpPr>
          <p:cNvPr id="436" name="Google Shape;436;g3546c7ce9da_0_6"/>
          <p:cNvSpPr txBox="1"/>
          <p:nvPr/>
        </p:nvSpPr>
        <p:spPr>
          <a:xfrm>
            <a:off x="384550" y="1077325"/>
            <a:ext cx="8425500" cy="36480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200000"/>
              </a:lnSpc>
              <a:spcBef>
                <a:spcPts val="0"/>
              </a:spcBef>
              <a:spcAft>
                <a:spcPts val="0"/>
              </a:spcAft>
              <a:buClr>
                <a:schemeClr val="dk1"/>
              </a:buClr>
              <a:buSzPts val="1500"/>
              <a:buFont typeface="Arial"/>
              <a:buChar char="●"/>
            </a:pPr>
            <a:r>
              <a:rPr lang="en" sz="1500">
                <a:solidFill>
                  <a:schemeClr val="dk1"/>
                </a:solidFill>
              </a:rPr>
              <a:t>"An ounce of prevention is worth a pound of cure". In SQA context, it means that it gets more expensive to fix the defects if they remain for long in a process.</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So Root Cause Analysis (RSA) is required to find the causes of problems to provide appropriate solutions.</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What is Root Cause Analysis?</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Why Defect Occurs?</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How is Root Cause Analysis Done?</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Examples of Root Cause Analysis</a:t>
            </a:r>
            <a:endParaRPr sz="15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3546c7ce9da_0_13"/>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4000">
                <a:latin typeface="Arial"/>
                <a:ea typeface="Arial"/>
                <a:cs typeface="Arial"/>
                <a:sym typeface="Arial"/>
              </a:rPr>
              <a:t>What is Root Cause Analysis?</a:t>
            </a:r>
            <a:endParaRPr sz="3400">
              <a:latin typeface="Arial"/>
              <a:ea typeface="Arial"/>
              <a:cs typeface="Arial"/>
              <a:sym typeface="Arial"/>
            </a:endParaRPr>
          </a:p>
        </p:txBody>
      </p:sp>
      <p:sp>
        <p:nvSpPr>
          <p:cNvPr id="442" name="Google Shape;442;g3546c7ce9da_0_13"/>
          <p:cNvSpPr txBox="1"/>
          <p:nvPr/>
        </p:nvSpPr>
        <p:spPr>
          <a:xfrm>
            <a:off x="384550" y="1077325"/>
            <a:ext cx="8425500" cy="41097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200000"/>
              </a:lnSpc>
              <a:spcBef>
                <a:spcPts val="0"/>
              </a:spcBef>
              <a:spcAft>
                <a:spcPts val="0"/>
              </a:spcAft>
              <a:buClr>
                <a:schemeClr val="dk1"/>
              </a:buClr>
              <a:buSzPts val="1500"/>
              <a:buFont typeface="Arial"/>
              <a:buChar char="●"/>
            </a:pPr>
            <a:r>
              <a:rPr lang="en" sz="1500">
                <a:solidFill>
                  <a:schemeClr val="dk1"/>
                </a:solidFill>
              </a:rPr>
              <a:t>RCA is a systematic approach to identifying the underlying causes of an incident. </a:t>
            </a:r>
            <a:endParaRPr sz="1500">
              <a:solidFill>
                <a:schemeClr val="dk1"/>
              </a:solidFill>
            </a:endParaRPr>
          </a:p>
          <a:p>
            <a:pPr indent="-323850" lvl="0" marL="457200" marR="0" rtl="0" algn="l">
              <a:lnSpc>
                <a:spcPct val="200000"/>
              </a:lnSpc>
              <a:spcBef>
                <a:spcPts val="0"/>
              </a:spcBef>
              <a:spcAft>
                <a:spcPts val="0"/>
              </a:spcAft>
              <a:buClr>
                <a:schemeClr val="dk1"/>
              </a:buClr>
              <a:buSzPts val="1500"/>
              <a:buFont typeface="Arial"/>
              <a:buChar char="●"/>
            </a:pPr>
            <a:r>
              <a:rPr lang="en" sz="1500">
                <a:solidFill>
                  <a:schemeClr val="dk1"/>
                </a:solidFill>
              </a:rPr>
              <a:t>It helps in taking appropriate steps, so the problem is addressed. </a:t>
            </a:r>
            <a:endParaRPr sz="1500">
              <a:solidFill>
                <a:schemeClr val="dk1"/>
              </a:solidFill>
            </a:endParaRPr>
          </a:p>
          <a:p>
            <a:pPr indent="-323850" lvl="0" marL="457200" marR="0" rtl="0" algn="l">
              <a:lnSpc>
                <a:spcPct val="200000"/>
              </a:lnSpc>
              <a:spcBef>
                <a:spcPts val="0"/>
              </a:spcBef>
              <a:spcAft>
                <a:spcPts val="0"/>
              </a:spcAft>
              <a:buClr>
                <a:schemeClr val="dk1"/>
              </a:buClr>
              <a:buSzPts val="1500"/>
              <a:buFont typeface="Arial"/>
              <a:buChar char="●"/>
            </a:pPr>
            <a:r>
              <a:rPr lang="en" sz="1500">
                <a:solidFill>
                  <a:schemeClr val="dk1"/>
                </a:solidFill>
              </a:rPr>
              <a:t>In an ideal world, the software should have Zero defects, and it should not show any failure. Practically, it's never possible. </a:t>
            </a:r>
            <a:endParaRPr sz="1500">
              <a:solidFill>
                <a:schemeClr val="dk1"/>
              </a:solidFill>
            </a:endParaRPr>
          </a:p>
          <a:p>
            <a:pPr indent="-323850" lvl="0" marL="457200" marR="0" rtl="0" algn="l">
              <a:lnSpc>
                <a:spcPct val="200000"/>
              </a:lnSpc>
              <a:spcBef>
                <a:spcPts val="0"/>
              </a:spcBef>
              <a:spcAft>
                <a:spcPts val="0"/>
              </a:spcAft>
              <a:buClr>
                <a:schemeClr val="dk1"/>
              </a:buClr>
              <a:buSzPts val="1500"/>
              <a:buFont typeface="Arial"/>
              <a:buChar char="●"/>
            </a:pPr>
            <a:r>
              <a:rPr lang="en" sz="1500">
                <a:solidFill>
                  <a:schemeClr val="dk1"/>
                </a:solidFill>
              </a:rPr>
              <a:t>By effective QA processes, it can be ensured that the software has minimum defects. Also it can be ensured that the right techniques are followed to find the underlying cause of any defect. </a:t>
            </a:r>
            <a:endParaRPr sz="1500">
              <a:solidFill>
                <a:schemeClr val="dk1"/>
              </a:solidFill>
            </a:endParaRPr>
          </a:p>
          <a:p>
            <a:pPr indent="-323850" lvl="0" marL="457200" marR="0" rtl="0" algn="l">
              <a:lnSpc>
                <a:spcPct val="200000"/>
              </a:lnSpc>
              <a:spcBef>
                <a:spcPts val="0"/>
              </a:spcBef>
              <a:spcAft>
                <a:spcPts val="0"/>
              </a:spcAft>
              <a:buClr>
                <a:schemeClr val="dk1"/>
              </a:buClr>
              <a:buSzPts val="1500"/>
              <a:buFont typeface="Arial"/>
              <a:buChar char="●"/>
            </a:pPr>
            <a:r>
              <a:rPr lang="en" sz="1500">
                <a:solidFill>
                  <a:schemeClr val="dk1"/>
                </a:solidFill>
              </a:rPr>
              <a:t>This process of identifying WHY the problem has occurred in the software is called Root Cause Analysis (RCA)</a:t>
            </a:r>
            <a:endParaRPr sz="15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3546c7ce9da_0_18"/>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4000">
                <a:latin typeface="Arial"/>
                <a:ea typeface="Arial"/>
                <a:cs typeface="Arial"/>
                <a:sym typeface="Arial"/>
              </a:rPr>
              <a:t>What is Root Cause Analysis?.. Cont.</a:t>
            </a:r>
            <a:endParaRPr sz="3400">
              <a:latin typeface="Arial"/>
              <a:ea typeface="Arial"/>
              <a:cs typeface="Arial"/>
              <a:sym typeface="Arial"/>
            </a:endParaRPr>
          </a:p>
        </p:txBody>
      </p:sp>
      <p:sp>
        <p:nvSpPr>
          <p:cNvPr id="448" name="Google Shape;448;g3546c7ce9da_0_18"/>
          <p:cNvSpPr txBox="1"/>
          <p:nvPr/>
        </p:nvSpPr>
        <p:spPr>
          <a:xfrm>
            <a:off x="384550" y="1077325"/>
            <a:ext cx="8425500" cy="36480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The root cause analysis is like a chain of events that go backward. </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It starts from the last possible action to the previous one, so on and so forth. </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It continues until it reaches the beginning of the problem. Hence, it's called reverse engineering.</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The easiest way to understand root cause analysis is to think about everyday problems. If we are sick, we will go to a doctor and ask them to look for the cause of our illness. To solve or analyze a problem, we will need to perform a root cause analysis and find out specifically what the reason is and how to solve it.</a:t>
            </a:r>
            <a:endParaRPr sz="15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g3546c7ce9da_0_23"/>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4000">
                <a:latin typeface="Arial"/>
                <a:ea typeface="Arial"/>
                <a:cs typeface="Arial"/>
                <a:sym typeface="Arial"/>
              </a:rPr>
              <a:t>Why Defect Occurs?</a:t>
            </a:r>
            <a:endParaRPr sz="3400">
              <a:latin typeface="Arial"/>
              <a:ea typeface="Arial"/>
              <a:cs typeface="Arial"/>
              <a:sym typeface="Arial"/>
            </a:endParaRPr>
          </a:p>
        </p:txBody>
      </p:sp>
      <p:sp>
        <p:nvSpPr>
          <p:cNvPr id="454" name="Google Shape;454;g3546c7ce9da_0_23"/>
          <p:cNvSpPr txBox="1"/>
          <p:nvPr/>
        </p:nvSpPr>
        <p:spPr>
          <a:xfrm>
            <a:off x="384550" y="1077325"/>
            <a:ext cx="8425500" cy="22626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Inadequate requirements</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Programming errors</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Communication gap</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Time Pressures</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Inappropriate environment</a:t>
            </a:r>
            <a:endParaRPr sz="15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g3546c7ce9da_0_28"/>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4000">
                <a:latin typeface="Arial"/>
                <a:ea typeface="Arial"/>
                <a:cs typeface="Arial"/>
                <a:sym typeface="Arial"/>
              </a:rPr>
              <a:t>How to do Root Cause Analysis?</a:t>
            </a:r>
            <a:endParaRPr sz="4000">
              <a:latin typeface="Arial"/>
              <a:ea typeface="Arial"/>
              <a:cs typeface="Arial"/>
              <a:sym typeface="Arial"/>
            </a:endParaRPr>
          </a:p>
        </p:txBody>
      </p:sp>
      <p:sp>
        <p:nvSpPr>
          <p:cNvPr id="460" name="Google Shape;460;g3546c7ce9da_0_28"/>
          <p:cNvSpPr txBox="1"/>
          <p:nvPr/>
        </p:nvSpPr>
        <p:spPr>
          <a:xfrm>
            <a:off x="384550" y="1077325"/>
            <a:ext cx="8425500" cy="27243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Root Cause Analysis is a 4 step process. We need to ask 4 Questions that will summarize the RCA process:</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What?</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When?</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Why?</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How?</a:t>
            </a:r>
            <a:endParaRPr sz="15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546c7ce9da_0_33"/>
          <p:cNvSpPr txBox="1"/>
          <p:nvPr>
            <p:ph type="title"/>
          </p:nvPr>
        </p:nvSpPr>
        <p:spPr>
          <a:xfrm>
            <a:off x="98600" y="171425"/>
            <a:ext cx="87114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lt1"/>
              </a:buClr>
              <a:buSzPts val="1100"/>
              <a:buNone/>
            </a:pPr>
            <a:r>
              <a:rPr lang="en" sz="4000">
                <a:latin typeface="Arial"/>
                <a:ea typeface="Arial"/>
                <a:cs typeface="Arial"/>
                <a:sym typeface="Arial"/>
              </a:rPr>
              <a:t>Examples of Root Cause Analysis</a:t>
            </a:r>
            <a:endParaRPr sz="4000">
              <a:latin typeface="Arial"/>
              <a:ea typeface="Arial"/>
              <a:cs typeface="Arial"/>
              <a:sym typeface="Arial"/>
            </a:endParaRPr>
          </a:p>
        </p:txBody>
      </p:sp>
      <p:sp>
        <p:nvSpPr>
          <p:cNvPr id="466" name="Google Shape;466;g3546c7ce9da_0_33"/>
          <p:cNvSpPr txBox="1"/>
          <p:nvPr/>
        </p:nvSpPr>
        <p:spPr>
          <a:xfrm>
            <a:off x="384550" y="1077325"/>
            <a:ext cx="8425500" cy="41097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The Disney company launched its first multimedia CD-ROM game for children, "The Lion King Animated Storybook", in the fall of 1994. And the sales were huge.</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On December 26, Disney customer service phones began ringing</a:t>
            </a:r>
            <a:r>
              <a:rPr lang="en" sz="1500">
                <a:solidFill>
                  <a:schemeClr val="dk1"/>
                </a:solidFill>
              </a:rPr>
              <a:t>, ringing, and ringing.</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The defected software didn’t work on a top-rated PC platform. It turns out that Disney could not test the software in different PC models available in the market. The software worked on a few systems that Disney programmers probably used to create the game.</a:t>
            </a:r>
            <a:endParaRPr sz="1500">
              <a:solidFill>
                <a:schemeClr val="dk1"/>
              </a:solidFill>
            </a:endParaRPr>
          </a:p>
          <a:p>
            <a:pPr indent="-323850" lvl="0" marL="457200" marR="0" rtl="0" algn="l">
              <a:lnSpc>
                <a:spcPct val="200000"/>
              </a:lnSpc>
              <a:spcBef>
                <a:spcPts val="0"/>
              </a:spcBef>
              <a:spcAft>
                <a:spcPts val="0"/>
              </a:spcAft>
              <a:buClr>
                <a:schemeClr val="dk1"/>
              </a:buClr>
              <a:buSzPts val="1500"/>
              <a:buChar char="●"/>
            </a:pPr>
            <a:r>
              <a:rPr lang="en" sz="1500">
                <a:solidFill>
                  <a:schemeClr val="dk1"/>
                </a:solidFill>
              </a:rPr>
              <a:t>The company found the root cause of the problem was that the software didn't work on a top-rated PC platform. Testing the software on the top 5 platforms that the consumers used, could have have save this</a:t>
            </a:r>
            <a:endParaRPr sz="15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11"/>
          <p:cNvSpPr txBox="1"/>
          <p:nvPr>
            <p:ph type="title"/>
          </p:nvPr>
        </p:nvSpPr>
        <p:spPr>
          <a:xfrm>
            <a:off x="632850" y="400625"/>
            <a:ext cx="7878300" cy="1741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None/>
            </a:pPr>
            <a:r>
              <a:rPr lang="en" sz="5200">
                <a:latin typeface="Arial"/>
                <a:ea typeface="Arial"/>
                <a:cs typeface="Arial"/>
                <a:sym typeface="Arial"/>
              </a:rPr>
              <a:t>Any Questions?</a:t>
            </a:r>
            <a:endParaRPr/>
          </a:p>
        </p:txBody>
      </p:sp>
      <p:sp>
        <p:nvSpPr>
          <p:cNvPr id="472" name="Google Shape;472;p11"/>
          <p:cNvSpPr txBox="1"/>
          <p:nvPr>
            <p:ph idx="2" type="subTitle"/>
          </p:nvPr>
        </p:nvSpPr>
        <p:spPr>
          <a:xfrm>
            <a:off x="2068350" y="3665300"/>
            <a:ext cx="5007300" cy="934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chemeClr val="lt1"/>
              </a:buClr>
              <a:buSzPts val="1100"/>
              <a:buNone/>
            </a:pPr>
            <a:r>
              <a:rPr lang="en"/>
              <a:t>Thank you!</a:t>
            </a:r>
            <a:endParaRPr/>
          </a:p>
        </p:txBody>
      </p:sp>
      <p:pic>
        <p:nvPicPr>
          <p:cNvPr id="473" name="Google Shape;473;p11"/>
          <p:cNvPicPr preferRelativeResize="0"/>
          <p:nvPr/>
        </p:nvPicPr>
        <p:blipFill>
          <a:blip r:embed="rId3">
            <a:alphaModFix/>
          </a:blip>
          <a:stretch>
            <a:fillRect/>
          </a:stretch>
        </p:blipFill>
        <p:spPr>
          <a:xfrm>
            <a:off x="3418263" y="1671975"/>
            <a:ext cx="2879281" cy="1799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